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7c3b495fcb24b71" /><Relationship Type="http://schemas.openxmlformats.org/officeDocument/2006/relationships/extended-properties" Target="/docProps/app.xml" Id="R9f6f2a328e6342a4" /><Relationship Type="http://schemas.openxmlformats.org/officeDocument/2006/relationships/officeDocument" Target="/ppt/presentation.xml" Id="Radadf3921cb74ad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6f4096110fc454e"/>
  </p:sldMasterIdLst>
  <p:notesMasterIdLst>
    <p:notesMasterId xmlns:r="http://schemas.openxmlformats.org/officeDocument/2006/relationships" r:id="Rbf78bf8342b84b37"/>
  </p:notesMasterIdLst>
  <p:sldIdLst>
    <p:sldId xmlns:r="http://schemas.openxmlformats.org/officeDocument/2006/relationships" id="256" r:id="Rb140762282634c6c"/>
  </p:sldIdLst>
  <p:sldSz cx="43891200" cy="164592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c411939d5242cd" /><Relationship Type="http://schemas.openxmlformats.org/officeDocument/2006/relationships/slideMaster" Target="/ppt/slideMasters/slideMaster1.xml" Id="Rb6f4096110fc454e" /><Relationship Type="http://schemas.openxmlformats.org/officeDocument/2006/relationships/notesMaster" Target="/ppt/notesMasters/notesMaster1.xml" Id="Rbf78bf8342b84b37" /><Relationship Type="http://schemas.openxmlformats.org/officeDocument/2006/relationships/presProps" Target="/ppt/presProps.xml" Id="Rb53f0099be4e4770" /><Relationship Type="http://schemas.openxmlformats.org/officeDocument/2006/relationships/tableStyles" Target="/ppt/tableStyles.xml" Id="R256ecdb48ea14782" /><Relationship Type="http://schemas.openxmlformats.org/officeDocument/2006/relationships/slide" Target="/ppt/slides/slide1.xml" Id="Rb140762282634c6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8881d2bd2c149a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b66b6f903849a2" /><Relationship Type="http://schemas.openxmlformats.org/officeDocument/2006/relationships/notesMaster" Target="/ppt/notesMasters/notesMaster1.xml" Id="R7a474166190949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2ec8651d2a4b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c1b086635e410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c0e6e2e65544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015e1cff6445e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a12d91ad204848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80ff226704d1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1C93E4F-E9A5-4413-ABA3-8DCA83A104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89120" y="6217920"/>
            <a:ext cx="35112960" cy="23774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15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6BC279FC-D47C-4A3B-8A71-3343FE1D758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583680" y="9052560"/>
            <a:ext cx="30723840" cy="182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A03FB95A-3838-47DE-B38C-DFE0A869471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389120" y="6858000"/>
            <a:ext cx="3511296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008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30EF205-0E6A-441B-9968-FD8641769FD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68880" y="1280160"/>
            <a:ext cx="389534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03BD681-944E-4679-A943-C4D4A553446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68880" y="4572000"/>
            <a:ext cx="3895344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A3F692B2-25F1-480C-913F-5CD08FFCA7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68880" y="1280160"/>
            <a:ext cx="389534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A8A0B86-FB5B-40FD-AC13-11C403BDB8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68880" y="4572000"/>
            <a:ext cx="1810512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4B43EF43-9961-48A3-8C0A-6ED574BE536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317200" y="4572000"/>
            <a:ext cx="1810512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04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AF4CDA9-4661-4715-8728-A33BC29FAD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468880" y="1280160"/>
            <a:ext cx="38953440" cy="20116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92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B087242-377D-4B53-B0CD-7987B8A9D2A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2468880" y="4572000"/>
            <a:ext cx="18105120" cy="10241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5486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12801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20116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27432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347472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420624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493776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566928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6400800" indent="-548640" algn="l">
              <a:lnSpc>
                <a:spcPct val="110000"/>
              </a:lnSpc>
              <a:spcBef>
                <a:spcPts val="0"/>
              </a:spcBef>
              <a:spcAft>
                <a:spcPts val="2880"/>
              </a:spcAft>
              <a:buChar char="•"/>
              <a:defRPr sz="54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8c829f7679b4995" /><Relationship Type="http://schemas.openxmlformats.org/officeDocument/2006/relationships/slideLayout" Target="/ppt/slideLayouts/slideLayout1.xml" Id="Rfad6455cc724419e" /><Relationship Type="http://schemas.openxmlformats.org/officeDocument/2006/relationships/slideLayout" Target="/ppt/slideLayouts/slideLayout2.xml" Id="R7a00c83360fe47bd" /><Relationship Type="http://schemas.openxmlformats.org/officeDocument/2006/relationships/slideLayout" Target="/ppt/slideLayouts/slideLayout3.xml" Id="R45f6a8e2d0ed4046" /><Relationship Type="http://schemas.openxmlformats.org/officeDocument/2006/relationships/slideLayout" Target="/ppt/slideLayouts/slideLayout4.xml" Id="R57ff0e7f36ea4aaf" /><Relationship Type="http://schemas.openxmlformats.org/officeDocument/2006/relationships/slideLayout" Target="/ppt/slideLayouts/slideLayout5.xml" Id="R30b395373e034aef" /><Relationship Type="http://schemas.openxmlformats.org/officeDocument/2006/relationships/slideLayout" Target="/ppt/slideLayouts/slideLayout6.xml" Id="Rd00068f9ef6d4bb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ad6455cc724419e"/>
    <p:sldLayoutId xmlns:r="http://schemas.openxmlformats.org/officeDocument/2006/relationships" id="2147483650" r:id="R7a00c83360fe47bd"/>
    <p:sldLayoutId xmlns:r="http://schemas.openxmlformats.org/officeDocument/2006/relationships" id="2147483651" r:id="R45f6a8e2d0ed4046"/>
    <p:sldLayoutId xmlns:r="http://schemas.openxmlformats.org/officeDocument/2006/relationships" id="2147483652" r:id="R57ff0e7f36ea4aaf"/>
    <p:sldLayoutId xmlns:r="http://schemas.openxmlformats.org/officeDocument/2006/relationships" id="2147483653" r:id="R30b395373e034aef"/>
    <p:sldLayoutId xmlns:r="http://schemas.openxmlformats.org/officeDocument/2006/relationships" id="2147483654" r:id="Rd00068f9ef6d4bb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8fd6cc2f6cc4f1d" /><Relationship Type="http://schemas.openxmlformats.org/officeDocument/2006/relationships/image" Target="/ppt/media/image.png" Id="R14bb30f9cbb34884" /><Relationship Type="http://schemas.openxmlformats.org/officeDocument/2006/relationships/image" Target="/ppt/media/image2.png" Id="R60875b41175b472d" /><Relationship Type="http://schemas.openxmlformats.org/officeDocument/2006/relationships/image" Target="/ppt/media/image3.png" Id="R6214ce0d76584c97" /><Relationship Type="http://schemas.openxmlformats.org/officeDocument/2006/relationships/image" Target="/ppt/media/image4.png" Id="R7979e1ed00514aa9" /><Relationship Type="http://schemas.openxmlformats.org/officeDocument/2006/relationships/image" Target="/ppt/media/image5.png" Id="R9cc206b936924621" /><Relationship Type="http://schemas.openxmlformats.org/officeDocument/2006/relationships/notesSlide" Target="/ppt/notesSlides/notesSlide1.xml" Id="R78ddce09406b4a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1A1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CD143764-BD9F-44E8-B51F-9C3CF92A9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91200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71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A59CFF-CDBC-4CC4-885D-B98BAA81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"/>
            <a:ext cx="8572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950" b="1">
                <a:solidFill>
                  <a:srgbClr val="F8F5DF"/>
                </a:solidFill>
              </a:defRPr>
            </a:defPPr>
            <a:lvl1pPr>
              <a:defRPr sz="4950" b="1">
                <a:solidFill>
                  <a:srgbClr val="F8F5DF"/>
                </a:solidFill>
              </a:defRPr>
            </a:lvl1pPr>
            <a:lvl2pPr>
              <a:defRPr sz="4950" b="1">
                <a:solidFill>
                  <a:srgbClr val="F8F5DF"/>
                </a:solidFill>
              </a:defRPr>
            </a:lvl2pPr>
            <a:lvl3pPr>
              <a:defRPr sz="4950" b="1">
                <a:solidFill>
                  <a:srgbClr val="F8F5DF"/>
                </a:solidFill>
              </a:defRPr>
            </a:lvl3pPr>
            <a:lvl4pPr>
              <a:defRPr sz="4950" b="1">
                <a:solidFill>
                  <a:srgbClr val="F8F5DF"/>
                </a:solidFill>
              </a:defRPr>
            </a:lvl4pPr>
            <a:lvl5pPr>
              <a:defRPr sz="4950" b="1">
                <a:solidFill>
                  <a:srgbClr val="F8F5DF"/>
                </a:solidFill>
              </a:defRPr>
            </a:lvl5pPr>
            <a:lvl6pPr>
              <a:defRPr sz="4950" b="1">
                <a:solidFill>
                  <a:srgbClr val="F8F5DF"/>
                </a:solidFill>
              </a:defRPr>
            </a:lvl6pPr>
            <a:lvl7pPr>
              <a:defRPr sz="4950" b="1">
                <a:solidFill>
                  <a:srgbClr val="F8F5DF"/>
                </a:solidFill>
              </a:defRPr>
            </a:lvl7pPr>
            <a:lvl8pPr>
              <a:defRPr sz="4950" b="1">
                <a:solidFill>
                  <a:srgbClr val="F8F5DF"/>
                </a:solidFill>
              </a:defRPr>
            </a:lvl8pPr>
            <a:lvl9pPr>
              <a:defRPr sz="49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4950" b="1">
                <a:solidFill>
                  <a:srgbClr val="F8F5DF"/>
                </a:solidFill>
              </a:defRPr>
            </a:pPr>
            <a:r>
              <a:rPr sz="4950" b="1">
                <a:solidFill>
                  <a:srgbClr val="F8F5DF"/>
                </a:solidFill>
              </a:rPr>
              <a:t>CouncilForge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55AC8E-4BA3-4904-9151-F2730D0C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200150"/>
            <a:ext cx="990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1">
                <a:solidFill>
                  <a:srgbClr val="71E0A0"/>
                </a:solidFill>
              </a:defRPr>
            </a:defPPr>
            <a:lvl1pPr>
              <a:defRPr sz="1800" b="1">
                <a:solidFill>
                  <a:srgbClr val="71E0A0"/>
                </a:solidFill>
              </a:defRPr>
            </a:lvl1pPr>
            <a:lvl2pPr>
              <a:defRPr sz="1800" b="1">
                <a:solidFill>
                  <a:srgbClr val="71E0A0"/>
                </a:solidFill>
              </a:defRPr>
            </a:lvl2pPr>
            <a:lvl3pPr>
              <a:defRPr sz="1800" b="1">
                <a:solidFill>
                  <a:srgbClr val="71E0A0"/>
                </a:solidFill>
              </a:defRPr>
            </a:lvl3pPr>
            <a:lvl4pPr>
              <a:defRPr sz="1800" b="1">
                <a:solidFill>
                  <a:srgbClr val="71E0A0"/>
                </a:solidFill>
              </a:defRPr>
            </a:lvl4pPr>
            <a:lvl5pPr>
              <a:defRPr sz="1800" b="1">
                <a:solidFill>
                  <a:srgbClr val="71E0A0"/>
                </a:solidFill>
              </a:defRPr>
            </a:lvl5pPr>
            <a:lvl6pPr>
              <a:defRPr sz="1800" b="1">
                <a:solidFill>
                  <a:srgbClr val="71E0A0"/>
                </a:solidFill>
              </a:defRPr>
            </a:lvl6pPr>
            <a:lvl7pPr>
              <a:defRPr sz="1800" b="1">
                <a:solidFill>
                  <a:srgbClr val="71E0A0"/>
                </a:solidFill>
              </a:defRPr>
            </a:lvl7pPr>
            <a:lvl8pPr>
              <a:defRPr sz="1800" b="1">
                <a:solidFill>
                  <a:srgbClr val="71E0A0"/>
                </a:solidFill>
              </a:defRPr>
            </a:lvl8pPr>
            <a:lvl9pPr>
              <a:defRPr sz="18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800" b="1">
                <a:solidFill>
                  <a:srgbClr val="71E0A0"/>
                </a:solidFill>
              </a:defRPr>
            </a:pPr>
            <a:r>
              <a:rPr sz="1800" b="1">
                <a:solidFill>
                  <a:srgbClr val="71E0A0"/>
                </a:solidFill>
              </a:rPr>
              <a:t>STUDENT COUNCIL MANAGEMENT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3DFCC-34A3-41C2-B0F5-C6FF95255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590550"/>
            <a:ext cx="15621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225" b="1">
                <a:solidFill>
                  <a:srgbClr val="F8F5DF"/>
                </a:solidFill>
              </a:defRPr>
            </a:defPPr>
            <a:lvl1pPr>
              <a:defRPr sz="3225" b="1">
                <a:solidFill>
                  <a:srgbClr val="F8F5DF"/>
                </a:solidFill>
              </a:defRPr>
            </a:lvl1pPr>
            <a:lvl2pPr>
              <a:defRPr sz="3225" b="1">
                <a:solidFill>
                  <a:srgbClr val="F8F5DF"/>
                </a:solidFill>
              </a:defRPr>
            </a:lvl2pPr>
            <a:lvl3pPr>
              <a:defRPr sz="3225" b="1">
                <a:solidFill>
                  <a:srgbClr val="F8F5DF"/>
                </a:solidFill>
              </a:defRPr>
            </a:lvl3pPr>
            <a:lvl4pPr>
              <a:defRPr sz="3225" b="1">
                <a:solidFill>
                  <a:srgbClr val="F8F5DF"/>
                </a:solidFill>
              </a:defRPr>
            </a:lvl4pPr>
            <a:lvl5pPr>
              <a:defRPr sz="3225" b="1">
                <a:solidFill>
                  <a:srgbClr val="F8F5DF"/>
                </a:solidFill>
              </a:defRPr>
            </a:lvl5pPr>
            <a:lvl6pPr>
              <a:defRPr sz="3225" b="1">
                <a:solidFill>
                  <a:srgbClr val="F8F5DF"/>
                </a:solidFill>
              </a:defRPr>
            </a:lvl6pPr>
            <a:lvl7pPr>
              <a:defRPr sz="3225" b="1">
                <a:solidFill>
                  <a:srgbClr val="F8F5DF"/>
                </a:solidFill>
              </a:defRPr>
            </a:lvl7pPr>
            <a:lvl8pPr>
              <a:defRPr sz="3225" b="1">
                <a:solidFill>
                  <a:srgbClr val="F8F5DF"/>
                </a:solidFill>
              </a:defRPr>
            </a:lvl8pPr>
            <a:lvl9pPr>
              <a:defRPr sz="32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225" b="1">
                <a:solidFill>
                  <a:srgbClr val="F8F5DF"/>
                </a:solidFill>
              </a:defRPr>
            </a:pPr>
            <a:r>
              <a:rPr sz="3225" b="1">
                <a:solidFill>
                  <a:srgbClr val="F8F5DF"/>
                </a:solidFill>
              </a:rPr>
              <a:t>One campus platform for accountable student leadership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DD9507-BD60-40A2-A3B5-158BE22A0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1304925"/>
            <a:ext cx="1562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Academic Project Poster  |  Print size: 8 ft × 3 ft (landscape)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340B34-AAD3-4D12-B18B-3E4E9D84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57100" y="409575"/>
            <a:ext cx="447675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E5CE03-A1DF-417A-93F8-C341D1C26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2850" y="6572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CIVIC TECH SUITE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5CE1B1-3A91-49B8-B1A7-614351C8B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42850" y="990600"/>
            <a:ext cx="3905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F8F5DF"/>
                </a:solidFill>
              </a:defRPr>
            </a:defPPr>
            <a:lvl1pPr>
              <a:defRPr sz="1350" b="0">
                <a:solidFill>
                  <a:srgbClr val="F8F5DF"/>
                </a:solidFill>
              </a:defRPr>
            </a:lvl1pPr>
            <a:lvl2pPr>
              <a:defRPr sz="1350" b="0">
                <a:solidFill>
                  <a:srgbClr val="F8F5DF"/>
                </a:solidFill>
              </a:defRPr>
            </a:lvl2pPr>
            <a:lvl3pPr>
              <a:defRPr sz="1350" b="0">
                <a:solidFill>
                  <a:srgbClr val="F8F5DF"/>
                </a:solidFill>
              </a:defRPr>
            </a:lvl3pPr>
            <a:lvl4pPr>
              <a:defRPr sz="1350" b="0">
                <a:solidFill>
                  <a:srgbClr val="F8F5DF"/>
                </a:solidFill>
              </a:defRPr>
            </a:lvl4pPr>
            <a:lvl5pPr>
              <a:defRPr sz="1350" b="0">
                <a:solidFill>
                  <a:srgbClr val="F8F5DF"/>
                </a:solidFill>
              </a:defRPr>
            </a:lvl5pPr>
            <a:lvl6pPr>
              <a:defRPr sz="1350" b="0">
                <a:solidFill>
                  <a:srgbClr val="F8F5DF"/>
                </a:solidFill>
              </a:defRPr>
            </a:lvl6pPr>
            <a:lvl7pPr>
              <a:defRPr sz="1350" b="0">
                <a:solidFill>
                  <a:srgbClr val="F8F5DF"/>
                </a:solidFill>
              </a:defRPr>
            </a:lvl7pPr>
            <a:lvl8pPr>
              <a:defRPr sz="1350" b="0">
                <a:solidFill>
                  <a:srgbClr val="F8F5DF"/>
                </a:solidFill>
              </a:defRPr>
            </a:lvl8pPr>
            <a:lvl9pPr>
              <a:defRPr sz="1350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F8F5DF"/>
                </a:solidFill>
              </a:defRPr>
            </a:pPr>
            <a:r>
              <a:rPr sz="1350" b="0">
                <a:solidFill>
                  <a:srgbClr val="F8F5DF"/>
                </a:solidFill>
              </a:rPr>
              <a:t>Abuyog Community College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2BCCF7-BB5D-4E17-AD0C-D3BA761F6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47950"/>
            <a:ext cx="138303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539C0A-DFA1-469D-A666-6F5FF4FFC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8607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FD0D5F-0DA0-4B53-A703-E4791F7AC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895600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Why CouncilForge?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7626C5-AD9F-42FA-985C-AA6C5DCD2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76625"/>
            <a:ext cx="131826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BED5C3"/>
                </a:solidFill>
              </a:defRPr>
            </a:defPPr>
            <a:lvl1pPr>
              <a:defRPr sz="2100" b="0">
                <a:solidFill>
                  <a:srgbClr val="BED5C3"/>
                </a:solidFill>
              </a:defRPr>
            </a:lvl1pPr>
            <a:lvl2pPr>
              <a:defRPr sz="2100" b="0">
                <a:solidFill>
                  <a:srgbClr val="BED5C3"/>
                </a:solidFill>
              </a:defRPr>
            </a:lvl2pPr>
            <a:lvl3pPr>
              <a:defRPr sz="2100" b="0">
                <a:solidFill>
                  <a:srgbClr val="BED5C3"/>
                </a:solidFill>
              </a:defRPr>
            </a:lvl3pPr>
            <a:lvl4pPr>
              <a:defRPr sz="2100" b="0">
                <a:solidFill>
                  <a:srgbClr val="BED5C3"/>
                </a:solidFill>
              </a:defRPr>
            </a:lvl4pPr>
            <a:lvl5pPr>
              <a:defRPr sz="2100" b="0">
                <a:solidFill>
                  <a:srgbClr val="BED5C3"/>
                </a:solidFill>
              </a:defRPr>
            </a:lvl5pPr>
            <a:lvl6pPr>
              <a:defRPr sz="2100" b="0">
                <a:solidFill>
                  <a:srgbClr val="BED5C3"/>
                </a:solidFill>
              </a:defRPr>
            </a:lvl6pPr>
            <a:lvl7pPr>
              <a:defRPr sz="2100" b="0">
                <a:solidFill>
                  <a:srgbClr val="BED5C3"/>
                </a:solidFill>
              </a:defRPr>
            </a:lvl7pPr>
            <a:lvl8pPr>
              <a:defRPr sz="2100" b="0">
                <a:solidFill>
                  <a:srgbClr val="BED5C3"/>
                </a:solidFill>
              </a:defRPr>
            </a:lvl8pPr>
            <a:lvl9pPr>
              <a:defRPr sz="21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BED5C3"/>
                </a:solidFill>
              </a:defRPr>
            </a:pPr>
            <a:r>
              <a:rPr sz="2100" b="0">
                <a:solidFill>
                  <a:srgbClr val="BED5C3"/>
                </a:solidFill>
              </a:rPr>
              <a:t>Student councils often work through scattered chat groups, files, and paper records. This makes tasks hard to track, limits transparency, and slows responses to student concerns.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A5C835-DEAF-4AF3-BA3A-CBDECC54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8577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C9DD8A"/>
                </a:solidFill>
              </a:defRPr>
            </a:defPPr>
            <a:lvl1pPr>
              <a:defRPr sz="1650" b="1">
                <a:solidFill>
                  <a:srgbClr val="C9DD8A"/>
                </a:solidFill>
              </a:defRPr>
            </a:lvl1pPr>
            <a:lvl2pPr>
              <a:defRPr sz="1650" b="1">
                <a:solidFill>
                  <a:srgbClr val="C9DD8A"/>
                </a:solidFill>
              </a:defRPr>
            </a:lvl2pPr>
            <a:lvl3pPr>
              <a:defRPr sz="1650" b="1">
                <a:solidFill>
                  <a:srgbClr val="C9DD8A"/>
                </a:solidFill>
              </a:defRPr>
            </a:lvl3pPr>
            <a:lvl4pPr>
              <a:defRPr sz="1650" b="1">
                <a:solidFill>
                  <a:srgbClr val="C9DD8A"/>
                </a:solidFill>
              </a:defRPr>
            </a:lvl4pPr>
            <a:lvl5pPr>
              <a:defRPr sz="1650" b="1">
                <a:solidFill>
                  <a:srgbClr val="C9DD8A"/>
                </a:solidFill>
              </a:defRPr>
            </a:lvl5pPr>
            <a:lvl6pPr>
              <a:defRPr sz="1650" b="1">
                <a:solidFill>
                  <a:srgbClr val="C9DD8A"/>
                </a:solidFill>
              </a:defRPr>
            </a:lvl6pPr>
            <a:lvl7pPr>
              <a:defRPr sz="1650" b="1">
                <a:solidFill>
                  <a:srgbClr val="C9DD8A"/>
                </a:solidFill>
              </a:defRPr>
            </a:lvl7pPr>
            <a:lvl8pPr>
              <a:defRPr sz="1650" b="1">
                <a:solidFill>
                  <a:srgbClr val="C9DD8A"/>
                </a:solidFill>
              </a:defRPr>
            </a:lvl8pPr>
            <a:lvl9pPr>
              <a:defRPr sz="1650" b="1">
                <a:solidFill>
                  <a:srgbClr val="C9DD8A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C9DD8A"/>
                </a:solidFill>
              </a:defRPr>
            </a:pPr>
            <a:r>
              <a:rPr sz="1650" b="1">
                <a:solidFill>
                  <a:srgbClr val="C9DD8A"/>
                </a:solidFill>
              </a:rPr>
              <a:t>Agenda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984F31-1919-4180-9199-C73FB719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857750"/>
            <a:ext cx="1162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F8F5DF"/>
                </a:solidFill>
              </a:defRPr>
            </a:defPPr>
            <a:lvl1pPr>
              <a:defRPr sz="1650" b="0">
                <a:solidFill>
                  <a:srgbClr val="F8F5DF"/>
                </a:solidFill>
              </a:defRPr>
            </a:lvl1pPr>
            <a:lvl2pPr>
              <a:defRPr sz="1650" b="0">
                <a:solidFill>
                  <a:srgbClr val="F8F5DF"/>
                </a:solidFill>
              </a:defRPr>
            </a:lvl2pPr>
            <a:lvl3pPr>
              <a:defRPr sz="1650" b="0">
                <a:solidFill>
                  <a:srgbClr val="F8F5DF"/>
                </a:solidFill>
              </a:defRPr>
            </a:lvl3pPr>
            <a:lvl4pPr>
              <a:defRPr sz="1650" b="0">
                <a:solidFill>
                  <a:srgbClr val="F8F5DF"/>
                </a:solidFill>
              </a:defRPr>
            </a:lvl4pPr>
            <a:lvl5pPr>
              <a:defRPr sz="1650" b="0">
                <a:solidFill>
                  <a:srgbClr val="F8F5DF"/>
                </a:solidFill>
              </a:defRPr>
            </a:lvl5pPr>
            <a:lvl6pPr>
              <a:defRPr sz="1650" b="0">
                <a:solidFill>
                  <a:srgbClr val="F8F5DF"/>
                </a:solidFill>
              </a:defRPr>
            </a:lvl6pPr>
            <a:lvl7pPr>
              <a:defRPr sz="1650" b="0">
                <a:solidFill>
                  <a:srgbClr val="F8F5DF"/>
                </a:solidFill>
              </a:defRPr>
            </a:lvl7pPr>
            <a:lvl8pPr>
              <a:defRPr sz="1650" b="0">
                <a:solidFill>
                  <a:srgbClr val="F8F5DF"/>
                </a:solidFill>
              </a:defRPr>
            </a:lvl8pPr>
            <a:lvl9pPr>
              <a:defRPr sz="1650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F8F5DF"/>
                </a:solidFill>
              </a:defRPr>
            </a:pPr>
            <a:r>
              <a:rPr sz="1650" b="0">
                <a:solidFill>
                  <a:srgbClr val="F8F5DF"/>
                </a:solidFill>
              </a:rPr>
              <a:t>centralize operations, strengthen accountability, and give students a clear channel to participate.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BE9EA-22FC-4FA0-A362-7BC70611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2647950"/>
            <a:ext cx="138303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21BCC48-4669-4687-B557-39110ADE3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288607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3C74CB-2224-41B5-B80F-818F516F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2895600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Project objectives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C30B40-AC26-473C-9FB4-0D2B95E5F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347662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1E0A0"/>
                </a:solidFill>
              </a:defRPr>
            </a:defPPr>
            <a:lvl1pPr>
              <a:defRPr sz="2325" b="1">
                <a:solidFill>
                  <a:srgbClr val="71E0A0"/>
                </a:solidFill>
              </a:defRPr>
            </a:lvl1pPr>
            <a:lvl2pPr>
              <a:defRPr sz="2325" b="1">
                <a:solidFill>
                  <a:srgbClr val="71E0A0"/>
                </a:solidFill>
              </a:defRPr>
            </a:lvl2pPr>
            <a:lvl3pPr>
              <a:defRPr sz="2325" b="1">
                <a:solidFill>
                  <a:srgbClr val="71E0A0"/>
                </a:solidFill>
              </a:defRPr>
            </a:lvl3pPr>
            <a:lvl4pPr>
              <a:defRPr sz="2325" b="1">
                <a:solidFill>
                  <a:srgbClr val="71E0A0"/>
                </a:solidFill>
              </a:defRPr>
            </a:lvl4pPr>
            <a:lvl5pPr>
              <a:defRPr sz="2325" b="1">
                <a:solidFill>
                  <a:srgbClr val="71E0A0"/>
                </a:solidFill>
              </a:defRPr>
            </a:lvl5pPr>
            <a:lvl6pPr>
              <a:defRPr sz="2325" b="1">
                <a:solidFill>
                  <a:srgbClr val="71E0A0"/>
                </a:solidFill>
              </a:defRPr>
            </a:lvl6pPr>
            <a:lvl7pPr>
              <a:defRPr sz="2325" b="1">
                <a:solidFill>
                  <a:srgbClr val="71E0A0"/>
                </a:solidFill>
              </a:defRPr>
            </a:lvl7pPr>
            <a:lvl8pPr>
              <a:defRPr sz="2325" b="1">
                <a:solidFill>
                  <a:srgbClr val="71E0A0"/>
                </a:solidFill>
              </a:defRPr>
            </a:lvl8pPr>
            <a:lvl9pPr>
              <a:defRPr sz="23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1E0A0"/>
                </a:solidFill>
              </a:defRPr>
            </a:pPr>
            <a:r>
              <a:rPr sz="2325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876D39-0320-4AA3-92C8-A961AE81C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3476625"/>
            <a:ext cx="1294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ED5C3"/>
                </a:solidFill>
              </a:defRPr>
            </a:defPPr>
            <a:lvl1pPr>
              <a:defRPr sz="1725" b="0">
                <a:solidFill>
                  <a:srgbClr val="BED5C3"/>
                </a:solidFill>
              </a:defRPr>
            </a:lvl1pPr>
            <a:lvl2pPr>
              <a:defRPr sz="1725" b="0">
                <a:solidFill>
                  <a:srgbClr val="BED5C3"/>
                </a:solidFill>
              </a:defRPr>
            </a:lvl2pPr>
            <a:lvl3pPr>
              <a:defRPr sz="1725" b="0">
                <a:solidFill>
                  <a:srgbClr val="BED5C3"/>
                </a:solidFill>
              </a:defRPr>
            </a:lvl3pPr>
            <a:lvl4pPr>
              <a:defRPr sz="1725" b="0">
                <a:solidFill>
                  <a:srgbClr val="BED5C3"/>
                </a:solidFill>
              </a:defRPr>
            </a:lvl4pPr>
            <a:lvl5pPr>
              <a:defRPr sz="1725" b="0">
                <a:solidFill>
                  <a:srgbClr val="BED5C3"/>
                </a:solidFill>
              </a:defRPr>
            </a:lvl5pPr>
            <a:lvl6pPr>
              <a:defRPr sz="1725" b="0">
                <a:solidFill>
                  <a:srgbClr val="BED5C3"/>
                </a:solidFill>
              </a:defRPr>
            </a:lvl6pPr>
            <a:lvl7pPr>
              <a:defRPr sz="1725" b="0">
                <a:solidFill>
                  <a:srgbClr val="BED5C3"/>
                </a:solidFill>
              </a:defRPr>
            </a:lvl7pPr>
            <a:lvl8pPr>
              <a:defRPr sz="1725" b="0">
                <a:solidFill>
                  <a:srgbClr val="BED5C3"/>
                </a:solidFill>
              </a:defRPr>
            </a:lvl8pPr>
            <a:lvl9pPr>
              <a:defRPr sz="17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5C3"/>
                </a:solidFill>
              </a:defRPr>
            </a:pPr>
            <a:r>
              <a:rPr sz="1725" b="0">
                <a:solidFill>
                  <a:srgbClr val="BED5C3"/>
                </a:solidFill>
              </a:rPr>
              <a:t>Organize council work, events, budgets, documents, and voting in one system.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F8BA6D-95F4-4EAF-8F17-585D315C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02907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1E0A0"/>
                </a:solidFill>
              </a:defRPr>
            </a:defPPr>
            <a:lvl1pPr>
              <a:defRPr sz="2325" b="1">
                <a:solidFill>
                  <a:srgbClr val="71E0A0"/>
                </a:solidFill>
              </a:defRPr>
            </a:lvl1pPr>
            <a:lvl2pPr>
              <a:defRPr sz="2325" b="1">
                <a:solidFill>
                  <a:srgbClr val="71E0A0"/>
                </a:solidFill>
              </a:defRPr>
            </a:lvl2pPr>
            <a:lvl3pPr>
              <a:defRPr sz="2325" b="1">
                <a:solidFill>
                  <a:srgbClr val="71E0A0"/>
                </a:solidFill>
              </a:defRPr>
            </a:lvl3pPr>
            <a:lvl4pPr>
              <a:defRPr sz="2325" b="1">
                <a:solidFill>
                  <a:srgbClr val="71E0A0"/>
                </a:solidFill>
              </a:defRPr>
            </a:lvl4pPr>
            <a:lvl5pPr>
              <a:defRPr sz="2325" b="1">
                <a:solidFill>
                  <a:srgbClr val="71E0A0"/>
                </a:solidFill>
              </a:defRPr>
            </a:lvl5pPr>
            <a:lvl6pPr>
              <a:defRPr sz="2325" b="1">
                <a:solidFill>
                  <a:srgbClr val="71E0A0"/>
                </a:solidFill>
              </a:defRPr>
            </a:lvl6pPr>
            <a:lvl7pPr>
              <a:defRPr sz="2325" b="1">
                <a:solidFill>
                  <a:srgbClr val="71E0A0"/>
                </a:solidFill>
              </a:defRPr>
            </a:lvl7pPr>
            <a:lvl8pPr>
              <a:defRPr sz="2325" b="1">
                <a:solidFill>
                  <a:srgbClr val="71E0A0"/>
                </a:solidFill>
              </a:defRPr>
            </a:lvl8pPr>
            <a:lvl9pPr>
              <a:defRPr sz="23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1E0A0"/>
                </a:solidFill>
              </a:defRPr>
            </a:pPr>
            <a:r>
              <a:rPr sz="2325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5A298B-E91F-4B48-AB7C-B9DF7B4F6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029075"/>
            <a:ext cx="1294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ED5C3"/>
                </a:solidFill>
              </a:defRPr>
            </a:defPPr>
            <a:lvl1pPr>
              <a:defRPr sz="1725" b="0">
                <a:solidFill>
                  <a:srgbClr val="BED5C3"/>
                </a:solidFill>
              </a:defRPr>
            </a:lvl1pPr>
            <a:lvl2pPr>
              <a:defRPr sz="1725" b="0">
                <a:solidFill>
                  <a:srgbClr val="BED5C3"/>
                </a:solidFill>
              </a:defRPr>
            </a:lvl2pPr>
            <a:lvl3pPr>
              <a:defRPr sz="1725" b="0">
                <a:solidFill>
                  <a:srgbClr val="BED5C3"/>
                </a:solidFill>
              </a:defRPr>
            </a:lvl3pPr>
            <a:lvl4pPr>
              <a:defRPr sz="1725" b="0">
                <a:solidFill>
                  <a:srgbClr val="BED5C3"/>
                </a:solidFill>
              </a:defRPr>
            </a:lvl4pPr>
            <a:lvl5pPr>
              <a:defRPr sz="1725" b="0">
                <a:solidFill>
                  <a:srgbClr val="BED5C3"/>
                </a:solidFill>
              </a:defRPr>
            </a:lvl5pPr>
            <a:lvl6pPr>
              <a:defRPr sz="1725" b="0">
                <a:solidFill>
                  <a:srgbClr val="BED5C3"/>
                </a:solidFill>
              </a:defRPr>
            </a:lvl6pPr>
            <a:lvl7pPr>
              <a:defRPr sz="1725" b="0">
                <a:solidFill>
                  <a:srgbClr val="BED5C3"/>
                </a:solidFill>
              </a:defRPr>
            </a:lvl7pPr>
            <a:lvl8pPr>
              <a:defRPr sz="1725" b="0">
                <a:solidFill>
                  <a:srgbClr val="BED5C3"/>
                </a:solidFill>
              </a:defRPr>
            </a:lvl8pPr>
            <a:lvl9pPr>
              <a:defRPr sz="17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5C3"/>
                </a:solidFill>
              </a:defRPr>
            </a:pPr>
            <a:r>
              <a:rPr sz="1725" b="0">
                <a:solidFill>
                  <a:srgbClr val="BED5C3"/>
                </a:solidFill>
              </a:rPr>
              <a:t>Provide students with visible updates and a protected concern-submission channel.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770749-4A03-46C8-B362-1D18BAAE4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335250" y="4581525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71E0A0"/>
                </a:solidFill>
              </a:defRPr>
            </a:defPPr>
            <a:lvl1pPr>
              <a:defRPr sz="2325" b="1">
                <a:solidFill>
                  <a:srgbClr val="71E0A0"/>
                </a:solidFill>
              </a:defRPr>
            </a:lvl1pPr>
            <a:lvl2pPr>
              <a:defRPr sz="2325" b="1">
                <a:solidFill>
                  <a:srgbClr val="71E0A0"/>
                </a:solidFill>
              </a:defRPr>
            </a:lvl2pPr>
            <a:lvl3pPr>
              <a:defRPr sz="2325" b="1">
                <a:solidFill>
                  <a:srgbClr val="71E0A0"/>
                </a:solidFill>
              </a:defRPr>
            </a:lvl3pPr>
            <a:lvl4pPr>
              <a:defRPr sz="2325" b="1">
                <a:solidFill>
                  <a:srgbClr val="71E0A0"/>
                </a:solidFill>
              </a:defRPr>
            </a:lvl4pPr>
            <a:lvl5pPr>
              <a:defRPr sz="2325" b="1">
                <a:solidFill>
                  <a:srgbClr val="71E0A0"/>
                </a:solidFill>
              </a:defRPr>
            </a:lvl5pPr>
            <a:lvl6pPr>
              <a:defRPr sz="2325" b="1">
                <a:solidFill>
                  <a:srgbClr val="71E0A0"/>
                </a:solidFill>
              </a:defRPr>
            </a:lvl6pPr>
            <a:lvl7pPr>
              <a:defRPr sz="2325" b="1">
                <a:solidFill>
                  <a:srgbClr val="71E0A0"/>
                </a:solidFill>
              </a:defRPr>
            </a:lvl7pPr>
            <a:lvl8pPr>
              <a:defRPr sz="2325" b="1">
                <a:solidFill>
                  <a:srgbClr val="71E0A0"/>
                </a:solidFill>
              </a:defRPr>
            </a:lvl8pPr>
            <a:lvl9pPr>
              <a:defRPr sz="23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71E0A0"/>
                </a:solidFill>
              </a:defRPr>
            </a:pPr>
            <a:r>
              <a:rPr sz="2325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F16A07-308A-4BF8-B1BC-5C998CEC2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11475" y="4581525"/>
            <a:ext cx="129444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0">
                <a:solidFill>
                  <a:srgbClr val="BED5C3"/>
                </a:solidFill>
              </a:defRPr>
            </a:defPPr>
            <a:lvl1pPr>
              <a:defRPr sz="1725" b="0">
                <a:solidFill>
                  <a:srgbClr val="BED5C3"/>
                </a:solidFill>
              </a:defRPr>
            </a:lvl1pPr>
            <a:lvl2pPr>
              <a:defRPr sz="1725" b="0">
                <a:solidFill>
                  <a:srgbClr val="BED5C3"/>
                </a:solidFill>
              </a:defRPr>
            </a:lvl2pPr>
            <a:lvl3pPr>
              <a:defRPr sz="1725" b="0">
                <a:solidFill>
                  <a:srgbClr val="BED5C3"/>
                </a:solidFill>
              </a:defRPr>
            </a:lvl3pPr>
            <a:lvl4pPr>
              <a:defRPr sz="1725" b="0">
                <a:solidFill>
                  <a:srgbClr val="BED5C3"/>
                </a:solidFill>
              </a:defRPr>
            </a:lvl4pPr>
            <a:lvl5pPr>
              <a:defRPr sz="1725" b="0">
                <a:solidFill>
                  <a:srgbClr val="BED5C3"/>
                </a:solidFill>
              </a:defRPr>
            </a:lvl5pPr>
            <a:lvl6pPr>
              <a:defRPr sz="1725" b="0">
                <a:solidFill>
                  <a:srgbClr val="BED5C3"/>
                </a:solidFill>
              </a:defRPr>
            </a:lvl6pPr>
            <a:lvl7pPr>
              <a:defRPr sz="1725" b="0">
                <a:solidFill>
                  <a:srgbClr val="BED5C3"/>
                </a:solidFill>
              </a:defRPr>
            </a:lvl7pPr>
            <a:lvl8pPr>
              <a:defRPr sz="1725" b="0">
                <a:solidFill>
                  <a:srgbClr val="BED5C3"/>
                </a:solidFill>
              </a:defRPr>
            </a:lvl8pPr>
            <a:lvl9pPr>
              <a:defRPr sz="17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725" b="0">
                <a:solidFill>
                  <a:srgbClr val="BED5C3"/>
                </a:solidFill>
              </a:defRPr>
            </a:pPr>
            <a:r>
              <a:rPr sz="1725" b="0">
                <a:solidFill>
                  <a:srgbClr val="BED5C3"/>
                </a:solidFill>
              </a:rPr>
              <a:t>Give administrators oversight without removing organization-level autonomy.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5057387-037B-4EF5-B437-A973479B0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0" y="2647950"/>
            <a:ext cx="13830300" cy="2724150"/>
          </a:xfrm>
          <a:prstGeom xmlns:a="http://schemas.openxmlformats.org/drawingml/2006/main" prst="roundRect">
            <a:avLst>
              <a:gd name="adj" fmla="val 4196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03B2E9-48D3-4D8F-A7C0-E07DC9988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0" y="288607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03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147350-506E-4B71-A534-520D99F5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0" y="2895600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Sustainable Development Goals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C559B-817C-40E0-86E7-B262E9AE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17975" y="3505200"/>
            <a:ext cx="3905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C51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298D3C-27E7-43CD-9599-BBFF80D45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7525" y="37242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SDG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A7B844-9DE1-4A17-9A32-6CDFF83B2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27525" y="39814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4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A6E74C-1BDE-40E7-BB44-C848B9A04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51450" y="38481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Quality Education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709137E-47C0-4DF6-8F92-4CE2F67D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37575" y="3505200"/>
            <a:ext cx="3905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D692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2F6ED8-9FC0-4721-8330-6C0252858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25" y="37242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SDG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050923B-DC11-4336-86A1-B68655BB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7125" y="39814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9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3153CB7-32C5-4DC9-A225-B2FBF65CC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71050" y="38481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Industry, Innovation</a:t>
            </a:r>
          </a:p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&amp; Infrastructure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E49890-6031-4211-A305-AC544B7BC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7175" y="3505200"/>
            <a:ext cx="3905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00689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EAF14C2-AADF-449B-B3C2-A541B52B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25" y="3724275"/>
            <a:ext cx="819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75" b="1">
                <a:solidFill>
                  <a:srgbClr val="F8F5DF"/>
                </a:solidFill>
              </a:defRPr>
            </a:defPPr>
            <a:lvl1pPr>
              <a:defRPr sz="1275" b="1">
                <a:solidFill>
                  <a:srgbClr val="F8F5DF"/>
                </a:solidFill>
              </a:defRPr>
            </a:lvl1pPr>
            <a:lvl2pPr>
              <a:defRPr sz="1275" b="1">
                <a:solidFill>
                  <a:srgbClr val="F8F5DF"/>
                </a:solidFill>
              </a:defRPr>
            </a:lvl2pPr>
            <a:lvl3pPr>
              <a:defRPr sz="1275" b="1">
                <a:solidFill>
                  <a:srgbClr val="F8F5DF"/>
                </a:solidFill>
              </a:defRPr>
            </a:lvl3pPr>
            <a:lvl4pPr>
              <a:defRPr sz="1275" b="1">
                <a:solidFill>
                  <a:srgbClr val="F8F5DF"/>
                </a:solidFill>
              </a:defRPr>
            </a:lvl4pPr>
            <a:lvl5pPr>
              <a:defRPr sz="1275" b="1">
                <a:solidFill>
                  <a:srgbClr val="F8F5DF"/>
                </a:solidFill>
              </a:defRPr>
            </a:lvl5pPr>
            <a:lvl6pPr>
              <a:defRPr sz="1275" b="1">
                <a:solidFill>
                  <a:srgbClr val="F8F5DF"/>
                </a:solidFill>
              </a:defRPr>
            </a:lvl6pPr>
            <a:lvl7pPr>
              <a:defRPr sz="1275" b="1">
                <a:solidFill>
                  <a:srgbClr val="F8F5DF"/>
                </a:solidFill>
              </a:defRPr>
            </a:lvl7pPr>
            <a:lvl8pPr>
              <a:defRPr sz="1275" b="1">
                <a:solidFill>
                  <a:srgbClr val="F8F5DF"/>
                </a:solidFill>
              </a:defRPr>
            </a:lvl8pPr>
            <a:lvl9pPr>
              <a:defRPr sz="12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275" b="1">
                <a:solidFill>
                  <a:srgbClr val="F8F5DF"/>
                </a:solidFill>
              </a:defRPr>
            </a:pPr>
            <a:r>
              <a:rPr sz="1275" b="1">
                <a:solidFill>
                  <a:srgbClr val="F8F5DF"/>
                </a:solidFill>
              </a:rPr>
              <a:t>SDG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C5A6E0F-0845-4DF8-8AA8-87A92E3E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66725" y="3981450"/>
            <a:ext cx="895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450" b="1">
                <a:solidFill>
                  <a:srgbClr val="F8F5DF"/>
                </a:solidFill>
              </a:defRPr>
            </a:defPPr>
            <a:lvl1pPr>
              <a:defRPr sz="3450" b="1">
                <a:solidFill>
                  <a:srgbClr val="F8F5DF"/>
                </a:solidFill>
              </a:defRPr>
            </a:lvl1pPr>
            <a:lvl2pPr>
              <a:defRPr sz="3450" b="1">
                <a:solidFill>
                  <a:srgbClr val="F8F5DF"/>
                </a:solidFill>
              </a:defRPr>
            </a:lvl2pPr>
            <a:lvl3pPr>
              <a:defRPr sz="3450" b="1">
                <a:solidFill>
                  <a:srgbClr val="F8F5DF"/>
                </a:solidFill>
              </a:defRPr>
            </a:lvl3pPr>
            <a:lvl4pPr>
              <a:defRPr sz="3450" b="1">
                <a:solidFill>
                  <a:srgbClr val="F8F5DF"/>
                </a:solidFill>
              </a:defRPr>
            </a:lvl4pPr>
            <a:lvl5pPr>
              <a:defRPr sz="3450" b="1">
                <a:solidFill>
                  <a:srgbClr val="F8F5DF"/>
                </a:solidFill>
              </a:defRPr>
            </a:lvl5pPr>
            <a:lvl6pPr>
              <a:defRPr sz="3450" b="1">
                <a:solidFill>
                  <a:srgbClr val="F8F5DF"/>
                </a:solidFill>
              </a:defRPr>
            </a:lvl6pPr>
            <a:lvl7pPr>
              <a:defRPr sz="3450" b="1">
                <a:solidFill>
                  <a:srgbClr val="F8F5DF"/>
                </a:solidFill>
              </a:defRPr>
            </a:lvl7pPr>
            <a:lvl8pPr>
              <a:defRPr sz="3450" b="1">
                <a:solidFill>
                  <a:srgbClr val="F8F5DF"/>
                </a:solidFill>
              </a:defRPr>
            </a:lvl8pPr>
            <a:lvl9pPr>
              <a:defRPr sz="34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3450" b="1">
                <a:solidFill>
                  <a:srgbClr val="F8F5DF"/>
                </a:solidFill>
              </a:defRPr>
            </a:pPr>
            <a:r>
              <a:rPr sz="3450" b="1">
                <a:solidFill>
                  <a:srgbClr val="F8F5DF"/>
                </a:solidFill>
              </a:rPr>
              <a:t>16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46C8DD-4B25-4EC9-BBF9-F5475C8E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90650" y="3848100"/>
            <a:ext cx="25527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8F5DF"/>
                </a:solidFill>
              </a:defRPr>
            </a:defPPr>
            <a:lvl1pPr>
              <a:defRPr sz="1425" b="1">
                <a:solidFill>
                  <a:srgbClr val="F8F5DF"/>
                </a:solidFill>
              </a:defRPr>
            </a:lvl1pPr>
            <a:lvl2pPr>
              <a:defRPr sz="1425" b="1">
                <a:solidFill>
                  <a:srgbClr val="F8F5DF"/>
                </a:solidFill>
              </a:defRPr>
            </a:lvl2pPr>
            <a:lvl3pPr>
              <a:defRPr sz="1425" b="1">
                <a:solidFill>
                  <a:srgbClr val="F8F5DF"/>
                </a:solidFill>
              </a:defRPr>
            </a:lvl3pPr>
            <a:lvl4pPr>
              <a:defRPr sz="1425" b="1">
                <a:solidFill>
                  <a:srgbClr val="F8F5DF"/>
                </a:solidFill>
              </a:defRPr>
            </a:lvl4pPr>
            <a:lvl5pPr>
              <a:defRPr sz="1425" b="1">
                <a:solidFill>
                  <a:srgbClr val="F8F5DF"/>
                </a:solidFill>
              </a:defRPr>
            </a:lvl5pPr>
            <a:lvl6pPr>
              <a:defRPr sz="1425" b="1">
                <a:solidFill>
                  <a:srgbClr val="F8F5DF"/>
                </a:solidFill>
              </a:defRPr>
            </a:lvl6pPr>
            <a:lvl7pPr>
              <a:defRPr sz="1425" b="1">
                <a:solidFill>
                  <a:srgbClr val="F8F5DF"/>
                </a:solidFill>
              </a:defRPr>
            </a:lvl7pPr>
            <a:lvl8pPr>
              <a:defRPr sz="1425" b="1">
                <a:solidFill>
                  <a:srgbClr val="F8F5DF"/>
                </a:solidFill>
              </a:defRPr>
            </a:lvl8pPr>
            <a:lvl9pPr>
              <a:defRPr sz="14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Peace, Justice &amp;</a:t>
            </a:r>
          </a:p>
          <a:p xmlns:a="http://schemas.openxmlformats.org/drawingml/2006/main">
            <a:pPr>
              <a:defRPr sz="1425" b="1">
                <a:solidFill>
                  <a:srgbClr val="F8F5DF"/>
                </a:solidFill>
              </a:defRPr>
            </a:pPr>
            <a:r>
              <a:rPr sz="1425" b="1">
                <a:solidFill>
                  <a:srgbClr val="F8F5DF"/>
                </a:solidFill>
              </a:rPr>
              <a:t>Strong Institutions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E2BF38D-7811-4A11-855F-72165090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43575"/>
            <a:ext cx="13830300" cy="3514725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ADF309-2D03-4710-B3C8-9E74DAF68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981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7BC7A68-6BC8-4E67-8446-965E3E1F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912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Key features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0737CE-EB8E-44D9-A51C-DFC80F970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65817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▣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E9EBDB5-717E-4407-B98A-5336BF03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5817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Task boards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4D11404-3148-4933-A17B-8C4871F12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68675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Assign, monitor, and review work.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C4A8CA-A893-4D76-930C-DF1239E4E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65817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◷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5D1BFA-6891-4F55-827A-8327FB30C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5817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Events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2871826-714E-4971-96C4-77A9FE4A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68675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Publish events and track joins.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77FC7FF-C6F1-4B3C-8A42-38FB1E34B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7381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!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2169D2-ACCC-4DB9-918D-48842A06C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73818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Concerns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B2E29BE-9DF7-47FD-A9EA-3EA5CF6D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Receive and resolve student issues.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F8166E8-05CE-4C3A-9E82-857023B27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73818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◉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1287E10-2E78-4D58-B10C-8D31170B2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73818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Voting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64473E9-4FB2-43BF-97F0-02E6E7933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76676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Run organized student decisions.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4AB80E-E70B-4638-8172-82FF60598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8181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₱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502191D-7454-4642-891E-ED3E26F39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81819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Budget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02E9866-8E6E-4E1C-8A7F-99CFB831F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84677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Track allocations and balances.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2C5EC45-A57C-4BBA-AC4D-403A6746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175" y="8181975"/>
            <a:ext cx="361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71E0A0"/>
                </a:solidFill>
              </a:defRPr>
            </a:defPPr>
            <a:lvl1pPr>
              <a:defRPr sz="2025" b="1">
                <a:solidFill>
                  <a:srgbClr val="71E0A0"/>
                </a:solidFill>
              </a:defRPr>
            </a:lvl1pPr>
            <a:lvl2pPr>
              <a:defRPr sz="2025" b="1">
                <a:solidFill>
                  <a:srgbClr val="71E0A0"/>
                </a:solidFill>
              </a:defRPr>
            </a:lvl2pPr>
            <a:lvl3pPr>
              <a:defRPr sz="2025" b="1">
                <a:solidFill>
                  <a:srgbClr val="71E0A0"/>
                </a:solidFill>
              </a:defRPr>
            </a:lvl3pPr>
            <a:lvl4pPr>
              <a:defRPr sz="2025" b="1">
                <a:solidFill>
                  <a:srgbClr val="71E0A0"/>
                </a:solidFill>
              </a:defRPr>
            </a:lvl4pPr>
            <a:lvl5pPr>
              <a:defRPr sz="2025" b="1">
                <a:solidFill>
                  <a:srgbClr val="71E0A0"/>
                </a:solidFill>
              </a:defRPr>
            </a:lvl5pPr>
            <a:lvl6pPr>
              <a:defRPr sz="2025" b="1">
                <a:solidFill>
                  <a:srgbClr val="71E0A0"/>
                </a:solidFill>
              </a:defRPr>
            </a:lvl6pPr>
            <a:lvl7pPr>
              <a:defRPr sz="2025" b="1">
                <a:solidFill>
                  <a:srgbClr val="71E0A0"/>
                </a:solidFill>
              </a:defRPr>
            </a:lvl7pPr>
            <a:lvl8pPr>
              <a:defRPr sz="2025" b="1">
                <a:solidFill>
                  <a:srgbClr val="71E0A0"/>
                </a:solidFill>
              </a:defRPr>
            </a:lvl8pPr>
            <a:lvl9pPr>
              <a:defRPr sz="2025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71E0A0"/>
                </a:solidFill>
              </a:defRPr>
            </a:pPr>
            <a:r>
              <a:rPr sz="2025" b="1">
                <a:solidFill>
                  <a:srgbClr val="71E0A0"/>
                </a:solidFill>
              </a:rPr>
              <a:t>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097CA32-1AE3-47CC-A97D-220106580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8181975"/>
            <a:ext cx="2047875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1">
                <a:solidFill>
                  <a:srgbClr val="F8F5DF"/>
                </a:solidFill>
              </a:defRPr>
            </a:defPPr>
            <a:lvl1pPr>
              <a:defRPr sz="1650" b="1">
                <a:solidFill>
                  <a:srgbClr val="F8F5DF"/>
                </a:solidFill>
              </a:defRPr>
            </a:lvl1pPr>
            <a:lvl2pPr>
              <a:defRPr sz="1650" b="1">
                <a:solidFill>
                  <a:srgbClr val="F8F5DF"/>
                </a:solidFill>
              </a:defRPr>
            </a:lvl2pPr>
            <a:lvl3pPr>
              <a:defRPr sz="1650" b="1">
                <a:solidFill>
                  <a:srgbClr val="F8F5DF"/>
                </a:solidFill>
              </a:defRPr>
            </a:lvl3pPr>
            <a:lvl4pPr>
              <a:defRPr sz="1650" b="1">
                <a:solidFill>
                  <a:srgbClr val="F8F5DF"/>
                </a:solidFill>
              </a:defRPr>
            </a:lvl4pPr>
            <a:lvl5pPr>
              <a:defRPr sz="1650" b="1">
                <a:solidFill>
                  <a:srgbClr val="F8F5DF"/>
                </a:solidFill>
              </a:defRPr>
            </a:lvl5pPr>
            <a:lvl6pPr>
              <a:defRPr sz="1650" b="1">
                <a:solidFill>
                  <a:srgbClr val="F8F5DF"/>
                </a:solidFill>
              </a:defRPr>
            </a:lvl6pPr>
            <a:lvl7pPr>
              <a:defRPr sz="1650" b="1">
                <a:solidFill>
                  <a:srgbClr val="F8F5DF"/>
                </a:solidFill>
              </a:defRPr>
            </a:lvl7pPr>
            <a:lvl8pPr>
              <a:defRPr sz="1650" b="1">
                <a:solidFill>
                  <a:srgbClr val="F8F5DF"/>
                </a:solidFill>
              </a:defRPr>
            </a:lvl8pPr>
            <a:lvl9pPr>
              <a:defRPr sz="16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650" b="1">
                <a:solidFill>
                  <a:srgbClr val="F8F5DF"/>
                </a:solidFill>
              </a:defRPr>
            </a:pPr>
            <a:r>
              <a:rPr sz="1650" b="1">
                <a:solidFill>
                  <a:srgbClr val="F8F5DF"/>
                </a:solidFill>
              </a:rPr>
              <a:t>Documents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659B89D-D91E-4B24-8A39-C787519FC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8467725"/>
            <a:ext cx="581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0">
                <a:solidFill>
                  <a:srgbClr val="BED5C3"/>
                </a:solidFill>
              </a:defRPr>
            </a:defPPr>
            <a:lvl1pPr>
              <a:defRPr sz="1350" b="0">
                <a:solidFill>
                  <a:srgbClr val="BED5C3"/>
                </a:solidFill>
              </a:defRPr>
            </a:lvl1pPr>
            <a:lvl2pPr>
              <a:defRPr sz="1350" b="0">
                <a:solidFill>
                  <a:srgbClr val="BED5C3"/>
                </a:solidFill>
              </a:defRPr>
            </a:lvl2pPr>
            <a:lvl3pPr>
              <a:defRPr sz="1350" b="0">
                <a:solidFill>
                  <a:srgbClr val="BED5C3"/>
                </a:solidFill>
              </a:defRPr>
            </a:lvl3pPr>
            <a:lvl4pPr>
              <a:defRPr sz="1350" b="0">
                <a:solidFill>
                  <a:srgbClr val="BED5C3"/>
                </a:solidFill>
              </a:defRPr>
            </a:lvl4pPr>
            <a:lvl5pPr>
              <a:defRPr sz="1350" b="0">
                <a:solidFill>
                  <a:srgbClr val="BED5C3"/>
                </a:solidFill>
              </a:defRPr>
            </a:lvl5pPr>
            <a:lvl6pPr>
              <a:defRPr sz="1350" b="0">
                <a:solidFill>
                  <a:srgbClr val="BED5C3"/>
                </a:solidFill>
              </a:defRPr>
            </a:lvl6pPr>
            <a:lvl7pPr>
              <a:defRPr sz="1350" b="0">
                <a:solidFill>
                  <a:srgbClr val="BED5C3"/>
                </a:solidFill>
              </a:defRPr>
            </a:lvl7pPr>
            <a:lvl8pPr>
              <a:defRPr sz="1350" b="0">
                <a:solidFill>
                  <a:srgbClr val="BED5C3"/>
                </a:solidFill>
              </a:defRPr>
            </a:lvl8pPr>
            <a:lvl9pPr>
              <a:defRPr sz="13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350" b="0">
                <a:solidFill>
                  <a:srgbClr val="BED5C3"/>
                </a:solidFill>
              </a:defRPr>
            </a:pPr>
            <a:r>
              <a:rPr sz="1350" b="0">
                <a:solidFill>
                  <a:srgbClr val="BED5C3"/>
                </a:solidFill>
              </a:rPr>
              <a:t>Keep council files accessible.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4CF86F0-B134-4D98-BC18-D79A8620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5743575"/>
            <a:ext cx="13830300" cy="3514725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44E31DB-A483-4A06-9AD8-4A2AD099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5981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05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1DE387D-8746-4B60-8079-64FFF736E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59912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System architecture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7FC95CD-C649-421D-8954-2FD45629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65532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6DDECB4-E34F-4C0B-B422-E07F76AB3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66579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Users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021F9F-C51D-4DD2-AAD0-15D3B4AF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66484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ED5C3"/>
                </a:solidFill>
              </a:defRPr>
            </a:defPPr>
            <a:lvl1pPr>
              <a:defRPr sz="1575" b="0">
                <a:solidFill>
                  <a:srgbClr val="BED5C3"/>
                </a:solidFill>
              </a:defRPr>
            </a:lvl1pPr>
            <a:lvl2pPr>
              <a:defRPr sz="1575" b="0">
                <a:solidFill>
                  <a:srgbClr val="BED5C3"/>
                </a:solidFill>
              </a:defRPr>
            </a:lvl2pPr>
            <a:lvl3pPr>
              <a:defRPr sz="1575" b="0">
                <a:solidFill>
                  <a:srgbClr val="BED5C3"/>
                </a:solidFill>
              </a:defRPr>
            </a:lvl3pPr>
            <a:lvl4pPr>
              <a:defRPr sz="1575" b="0">
                <a:solidFill>
                  <a:srgbClr val="BED5C3"/>
                </a:solidFill>
              </a:defRPr>
            </a:lvl4pPr>
            <a:lvl5pPr>
              <a:defRPr sz="1575" b="0">
                <a:solidFill>
                  <a:srgbClr val="BED5C3"/>
                </a:solidFill>
              </a:defRPr>
            </a:lvl5pPr>
            <a:lvl6pPr>
              <a:defRPr sz="1575" b="0">
                <a:solidFill>
                  <a:srgbClr val="BED5C3"/>
                </a:solidFill>
              </a:defRPr>
            </a:lvl6pPr>
            <a:lvl7pPr>
              <a:defRPr sz="1575" b="0">
                <a:solidFill>
                  <a:srgbClr val="BED5C3"/>
                </a:solidFill>
              </a:defRPr>
            </a:lvl7pPr>
            <a:lvl8pPr>
              <a:defRPr sz="1575" b="0">
                <a:solidFill>
                  <a:srgbClr val="BED5C3"/>
                </a:solidFill>
              </a:defRPr>
            </a:lvl8pPr>
            <a:lvl9pPr>
              <a:defRPr sz="15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ED5C3"/>
                </a:solidFill>
              </a:defRPr>
            </a:pPr>
            <a:r>
              <a:rPr sz="1575" b="0">
                <a:solidFill>
                  <a:srgbClr val="BED5C3"/>
                </a:solidFill>
              </a:rPr>
              <a:t>Students  •  Officers  •  OSA/Admin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B01FA5-58B2-45A8-98BB-34C2FCCDA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575" y="69627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1E0A0"/>
                </a:solidFill>
              </a:defRPr>
            </a:defPPr>
            <a:lvl1pPr>
              <a:defRPr sz="1500" b="1">
                <a:solidFill>
                  <a:srgbClr val="71E0A0"/>
                </a:solidFill>
              </a:defRPr>
            </a:lvl1pPr>
            <a:lvl2pPr>
              <a:defRPr sz="1500" b="1">
                <a:solidFill>
                  <a:srgbClr val="71E0A0"/>
                </a:solidFill>
              </a:defRPr>
            </a:lvl2pPr>
            <a:lvl3pPr>
              <a:defRPr sz="1500" b="1">
                <a:solidFill>
                  <a:srgbClr val="71E0A0"/>
                </a:solidFill>
              </a:defRPr>
            </a:lvl3pPr>
            <a:lvl4pPr>
              <a:defRPr sz="1500" b="1">
                <a:solidFill>
                  <a:srgbClr val="71E0A0"/>
                </a:solidFill>
              </a:defRPr>
            </a:lvl4pPr>
            <a:lvl5pPr>
              <a:defRPr sz="1500" b="1">
                <a:solidFill>
                  <a:srgbClr val="71E0A0"/>
                </a:solidFill>
              </a:defRPr>
            </a:lvl5pPr>
            <a:lvl6pPr>
              <a:defRPr sz="1500" b="1">
                <a:solidFill>
                  <a:srgbClr val="71E0A0"/>
                </a:solidFill>
              </a:defRPr>
            </a:lvl6pPr>
            <a:lvl7pPr>
              <a:defRPr sz="1500" b="1">
                <a:solidFill>
                  <a:srgbClr val="71E0A0"/>
                </a:solidFill>
              </a:defRPr>
            </a:lvl7pPr>
            <a:lvl8pPr>
              <a:defRPr sz="1500" b="1">
                <a:solidFill>
                  <a:srgbClr val="71E0A0"/>
                </a:solidFill>
              </a:defRPr>
            </a:lvl8pPr>
            <a:lvl9pPr>
              <a:defRPr sz="15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E0A0"/>
                </a:solidFill>
              </a:defRPr>
            </a:pPr>
            <a:r>
              <a:rPr sz="1500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7E57AD-AD0E-49E2-9748-8CD75B662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71628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B7C9F82-FBB5-4FB7-B5EE-2EEB29936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72675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Web platform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413AADB-08B9-4F38-BD1B-DE2F5F50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72580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BED5C3"/>
                </a:solidFill>
              </a:defRPr>
            </a:defPPr>
            <a:lvl1pPr>
              <a:defRPr sz="1575" b="1">
                <a:solidFill>
                  <a:srgbClr val="BED5C3"/>
                </a:solidFill>
              </a:defRPr>
            </a:lvl1pPr>
            <a:lvl2pPr>
              <a:defRPr sz="1575" b="1">
                <a:solidFill>
                  <a:srgbClr val="BED5C3"/>
                </a:solidFill>
              </a:defRPr>
            </a:lvl2pPr>
            <a:lvl3pPr>
              <a:defRPr sz="1575" b="1">
                <a:solidFill>
                  <a:srgbClr val="BED5C3"/>
                </a:solidFill>
              </a:defRPr>
            </a:lvl3pPr>
            <a:lvl4pPr>
              <a:defRPr sz="1575" b="1">
                <a:solidFill>
                  <a:srgbClr val="BED5C3"/>
                </a:solidFill>
              </a:defRPr>
            </a:lvl4pPr>
            <a:lvl5pPr>
              <a:defRPr sz="1575" b="1">
                <a:solidFill>
                  <a:srgbClr val="BED5C3"/>
                </a:solidFill>
              </a:defRPr>
            </a:lvl5pPr>
            <a:lvl6pPr>
              <a:defRPr sz="1575" b="1">
                <a:solidFill>
                  <a:srgbClr val="BED5C3"/>
                </a:solidFill>
              </a:defRPr>
            </a:lvl6pPr>
            <a:lvl7pPr>
              <a:defRPr sz="1575" b="1">
                <a:solidFill>
                  <a:srgbClr val="BED5C3"/>
                </a:solidFill>
              </a:defRPr>
            </a:lvl7pPr>
            <a:lvl8pPr>
              <a:defRPr sz="1575" b="1">
                <a:solidFill>
                  <a:srgbClr val="BED5C3"/>
                </a:solidFill>
              </a:defRPr>
            </a:lvl8pPr>
            <a:lvl9pPr>
              <a:defRPr sz="1575" b="1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BED5C3"/>
                </a:solidFill>
              </a:defRPr>
            </a:pPr>
            <a:r>
              <a:rPr sz="1575" b="1">
                <a:solidFill>
                  <a:srgbClr val="BED5C3"/>
                </a:solidFill>
              </a:rPr>
              <a:t>Role-aware modules and dashboards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A66A600-FB35-4DF7-AA53-F3E6F3B1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575" y="75723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1E0A0"/>
                </a:solidFill>
              </a:defRPr>
            </a:defPPr>
            <a:lvl1pPr>
              <a:defRPr sz="1500" b="1">
                <a:solidFill>
                  <a:srgbClr val="71E0A0"/>
                </a:solidFill>
              </a:defRPr>
            </a:lvl1pPr>
            <a:lvl2pPr>
              <a:defRPr sz="1500" b="1">
                <a:solidFill>
                  <a:srgbClr val="71E0A0"/>
                </a:solidFill>
              </a:defRPr>
            </a:lvl2pPr>
            <a:lvl3pPr>
              <a:defRPr sz="1500" b="1">
                <a:solidFill>
                  <a:srgbClr val="71E0A0"/>
                </a:solidFill>
              </a:defRPr>
            </a:lvl3pPr>
            <a:lvl4pPr>
              <a:defRPr sz="1500" b="1">
                <a:solidFill>
                  <a:srgbClr val="71E0A0"/>
                </a:solidFill>
              </a:defRPr>
            </a:lvl4pPr>
            <a:lvl5pPr>
              <a:defRPr sz="1500" b="1">
                <a:solidFill>
                  <a:srgbClr val="71E0A0"/>
                </a:solidFill>
              </a:defRPr>
            </a:lvl5pPr>
            <a:lvl6pPr>
              <a:defRPr sz="1500" b="1">
                <a:solidFill>
                  <a:srgbClr val="71E0A0"/>
                </a:solidFill>
              </a:defRPr>
            </a:lvl6pPr>
            <a:lvl7pPr>
              <a:defRPr sz="1500" b="1">
                <a:solidFill>
                  <a:srgbClr val="71E0A0"/>
                </a:solidFill>
              </a:defRPr>
            </a:lvl7pPr>
            <a:lvl8pPr>
              <a:defRPr sz="1500" b="1">
                <a:solidFill>
                  <a:srgbClr val="71E0A0"/>
                </a:solidFill>
              </a:defRPr>
            </a:lvl8pPr>
            <a:lvl9pPr>
              <a:defRPr sz="15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E0A0"/>
                </a:solidFill>
              </a:defRPr>
            </a:pPr>
            <a:r>
              <a:rPr sz="1500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A62CB791-F83E-4817-A56E-39A35B23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77724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F35A29E-C6B2-49C1-803D-567A0C2BD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78771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Services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5F591AD-417A-4907-B035-BE2462DC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78676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BED5C3"/>
                </a:solidFill>
              </a:defRPr>
            </a:defPPr>
            <a:lvl1pPr>
              <a:defRPr sz="1575" b="0">
                <a:solidFill>
                  <a:srgbClr val="BED5C3"/>
                </a:solidFill>
              </a:defRPr>
            </a:lvl1pPr>
            <a:lvl2pPr>
              <a:defRPr sz="1575" b="0">
                <a:solidFill>
                  <a:srgbClr val="BED5C3"/>
                </a:solidFill>
              </a:defRPr>
            </a:lvl2pPr>
            <a:lvl3pPr>
              <a:defRPr sz="1575" b="0">
                <a:solidFill>
                  <a:srgbClr val="BED5C3"/>
                </a:solidFill>
              </a:defRPr>
            </a:lvl3pPr>
            <a:lvl4pPr>
              <a:defRPr sz="1575" b="0">
                <a:solidFill>
                  <a:srgbClr val="BED5C3"/>
                </a:solidFill>
              </a:defRPr>
            </a:lvl4pPr>
            <a:lvl5pPr>
              <a:defRPr sz="1575" b="0">
                <a:solidFill>
                  <a:srgbClr val="BED5C3"/>
                </a:solidFill>
              </a:defRPr>
            </a:lvl5pPr>
            <a:lvl6pPr>
              <a:defRPr sz="1575" b="0">
                <a:solidFill>
                  <a:srgbClr val="BED5C3"/>
                </a:solidFill>
              </a:defRPr>
            </a:lvl6pPr>
            <a:lvl7pPr>
              <a:defRPr sz="1575" b="0">
                <a:solidFill>
                  <a:srgbClr val="BED5C3"/>
                </a:solidFill>
              </a:defRPr>
            </a:lvl7pPr>
            <a:lvl8pPr>
              <a:defRPr sz="1575" b="0">
                <a:solidFill>
                  <a:srgbClr val="BED5C3"/>
                </a:solidFill>
              </a:defRPr>
            </a:lvl8pPr>
            <a:lvl9pPr>
              <a:defRPr sz="157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BED5C3"/>
                </a:solidFill>
              </a:defRPr>
            </a:pPr>
            <a:r>
              <a:rPr sz="1575" b="0">
                <a:solidFill>
                  <a:srgbClr val="BED5C3"/>
                </a:solidFill>
              </a:rPr>
              <a:t>Authentication  •  Workflows  •  Notifications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FC1557ED-C813-4C27-A624-F6C00EB20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411575" y="8181975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71E0A0"/>
                </a:solidFill>
              </a:defRPr>
            </a:defPPr>
            <a:lvl1pPr>
              <a:defRPr sz="1500" b="1">
                <a:solidFill>
                  <a:srgbClr val="71E0A0"/>
                </a:solidFill>
              </a:defRPr>
            </a:lvl1pPr>
            <a:lvl2pPr>
              <a:defRPr sz="1500" b="1">
                <a:solidFill>
                  <a:srgbClr val="71E0A0"/>
                </a:solidFill>
              </a:defRPr>
            </a:lvl2pPr>
            <a:lvl3pPr>
              <a:defRPr sz="1500" b="1">
                <a:solidFill>
                  <a:srgbClr val="71E0A0"/>
                </a:solidFill>
              </a:defRPr>
            </a:lvl3pPr>
            <a:lvl4pPr>
              <a:defRPr sz="1500" b="1">
                <a:solidFill>
                  <a:srgbClr val="71E0A0"/>
                </a:solidFill>
              </a:defRPr>
            </a:lvl4pPr>
            <a:lvl5pPr>
              <a:defRPr sz="1500" b="1">
                <a:solidFill>
                  <a:srgbClr val="71E0A0"/>
                </a:solidFill>
              </a:defRPr>
            </a:lvl5pPr>
            <a:lvl6pPr>
              <a:defRPr sz="1500" b="1">
                <a:solidFill>
                  <a:srgbClr val="71E0A0"/>
                </a:solidFill>
              </a:defRPr>
            </a:lvl6pPr>
            <a:lvl7pPr>
              <a:defRPr sz="1500" b="1">
                <a:solidFill>
                  <a:srgbClr val="71E0A0"/>
                </a:solidFill>
              </a:defRPr>
            </a:lvl7pPr>
            <a:lvl8pPr>
              <a:defRPr sz="1500" b="1">
                <a:solidFill>
                  <a:srgbClr val="71E0A0"/>
                </a:solidFill>
              </a:defRPr>
            </a:lvl8pPr>
            <a:lvl9pPr>
              <a:defRPr sz="15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71E0A0"/>
                </a:solidFill>
              </a:defRPr>
            </a:pPr>
            <a:r>
              <a:rPr sz="1500" b="1">
                <a:solidFill>
                  <a:srgbClr val="71E0A0"/>
                </a:solidFill>
              </a:rPr>
              <a:t>↓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4606DB8-A288-4D56-8ABE-AEA546CFE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1450" y="8382000"/>
            <a:ext cx="2381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D2144CD-71B1-4A98-8B8F-C394DDD0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01950" y="8486775"/>
            <a:ext cx="2000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F8F5DF"/>
                </a:solidFill>
              </a:defRPr>
            </a:defPPr>
            <a:lvl1pPr>
              <a:defRPr sz="1350" b="1">
                <a:solidFill>
                  <a:srgbClr val="F8F5DF"/>
                </a:solidFill>
              </a:defRPr>
            </a:lvl1pPr>
            <a:lvl2pPr>
              <a:defRPr sz="1350" b="1">
                <a:solidFill>
                  <a:srgbClr val="F8F5DF"/>
                </a:solidFill>
              </a:defRPr>
            </a:lvl2pPr>
            <a:lvl3pPr>
              <a:defRPr sz="1350" b="1">
                <a:solidFill>
                  <a:srgbClr val="F8F5DF"/>
                </a:solidFill>
              </a:defRPr>
            </a:lvl3pPr>
            <a:lvl4pPr>
              <a:defRPr sz="1350" b="1">
                <a:solidFill>
                  <a:srgbClr val="F8F5DF"/>
                </a:solidFill>
              </a:defRPr>
            </a:lvl4pPr>
            <a:lvl5pPr>
              <a:defRPr sz="1350" b="1">
                <a:solidFill>
                  <a:srgbClr val="F8F5DF"/>
                </a:solidFill>
              </a:defRPr>
            </a:lvl5pPr>
            <a:lvl6pPr>
              <a:defRPr sz="1350" b="1">
                <a:solidFill>
                  <a:srgbClr val="F8F5DF"/>
                </a:solidFill>
              </a:defRPr>
            </a:lvl6pPr>
            <a:lvl7pPr>
              <a:defRPr sz="1350" b="1">
                <a:solidFill>
                  <a:srgbClr val="F8F5DF"/>
                </a:solidFill>
              </a:defRPr>
            </a:lvl7pPr>
            <a:lvl8pPr>
              <a:defRPr sz="1350" b="1">
                <a:solidFill>
                  <a:srgbClr val="F8F5DF"/>
                </a:solidFill>
              </a:defRPr>
            </a:lvl8pPr>
            <a:lvl9pPr>
              <a:defRPr sz="135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F8F5DF"/>
                </a:solidFill>
              </a:defRPr>
            </a:pPr>
            <a:r>
              <a:rPr sz="1350" b="1">
                <a:solidFill>
                  <a:srgbClr val="F8F5DF"/>
                </a:solidFill>
              </a:rPr>
              <a:t>Data layer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0F0F1455-5105-4971-9DE7-61A381B96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11800" y="8477250"/>
            <a:ext cx="10048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C9DD8A"/>
                </a:solidFill>
              </a:defRPr>
            </a:defPPr>
            <a:lvl1pPr>
              <a:defRPr sz="1575" b="0">
                <a:solidFill>
                  <a:srgbClr val="C9DD8A"/>
                </a:solidFill>
              </a:defRPr>
            </a:lvl1pPr>
            <a:lvl2pPr>
              <a:defRPr sz="1575" b="0">
                <a:solidFill>
                  <a:srgbClr val="C9DD8A"/>
                </a:solidFill>
              </a:defRPr>
            </a:lvl2pPr>
            <a:lvl3pPr>
              <a:defRPr sz="1575" b="0">
                <a:solidFill>
                  <a:srgbClr val="C9DD8A"/>
                </a:solidFill>
              </a:defRPr>
            </a:lvl3pPr>
            <a:lvl4pPr>
              <a:defRPr sz="1575" b="0">
                <a:solidFill>
                  <a:srgbClr val="C9DD8A"/>
                </a:solidFill>
              </a:defRPr>
            </a:lvl4pPr>
            <a:lvl5pPr>
              <a:defRPr sz="1575" b="0">
                <a:solidFill>
                  <a:srgbClr val="C9DD8A"/>
                </a:solidFill>
              </a:defRPr>
            </a:lvl5pPr>
            <a:lvl6pPr>
              <a:defRPr sz="1575" b="0">
                <a:solidFill>
                  <a:srgbClr val="C9DD8A"/>
                </a:solidFill>
              </a:defRPr>
            </a:lvl6pPr>
            <a:lvl7pPr>
              <a:defRPr sz="1575" b="0">
                <a:solidFill>
                  <a:srgbClr val="C9DD8A"/>
                </a:solidFill>
              </a:defRPr>
            </a:lvl7pPr>
            <a:lvl8pPr>
              <a:defRPr sz="1575" b="0">
                <a:solidFill>
                  <a:srgbClr val="C9DD8A"/>
                </a:solidFill>
              </a:defRPr>
            </a:lvl8pPr>
            <a:lvl9pPr>
              <a:defRPr sz="1575" b="0">
                <a:solidFill>
                  <a:srgbClr val="C9DD8A"/>
                </a:solidFill>
              </a:defRPr>
            </a:lvl9pPr>
          </a:lstStyle>
          <a:p xmlns:a="http://schemas.openxmlformats.org/drawingml/2006/main">
            <a:pPr>
              <a:defRPr sz="1575" b="0">
                <a:solidFill>
                  <a:srgbClr val="C9DD8A"/>
                </a:solidFill>
              </a:defRPr>
            </a:pPr>
            <a:r>
              <a:rPr sz="1575" b="0">
                <a:solidFill>
                  <a:srgbClr val="C9DD8A"/>
                </a:solidFill>
              </a:rPr>
              <a:t>Accounts  •  Organizations  •  Audit records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C2BFB2D-1113-40F3-BC14-C899DBD5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0" y="5743575"/>
            <a:ext cx="13830300" cy="3514725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9EDBA7E-4BC6-4442-A8E2-1185DD24D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0" y="5981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06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7BA67BBD-E583-48BB-AA2B-10448F35C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0" y="59912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RBAC &amp; security flow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0787A855-2414-46F3-A02F-5D62D018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84650" y="6591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Sign in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D4FC88CC-A411-4686-B73A-A15575B83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08700" y="6572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8CD3CD2B-B0BA-45AC-8C85-DBFE96513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84975" y="6591300"/>
            <a:ext cx="2619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Verify identity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83FB7F4-6BEA-42E2-8CDC-8337E846D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85300" y="6572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EEF19B95-6175-44B8-A9E0-0D0B893A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75850" y="6591300"/>
            <a:ext cx="2047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Check role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A43D45B2-20D1-4E92-B25D-A7889317B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57050" y="6572250"/>
            <a:ext cx="571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→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02EF639F-C5BD-433B-A407-A778C46D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47600" y="6591300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Allow action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CC32BBE-D46C-4B66-90E2-B590218C8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46550" y="7143750"/>
            <a:ext cx="130302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57D31C09-0968-48B2-AE40-49EB0FE5F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75" y="73723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0F9310B9-6371-41FB-BE58-86762CB8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7372350"/>
            <a:ext cx="1163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Role-based permissions limit each account to its allowed scope.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B4376D5-4A6A-48F2-B031-D28A243EB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75" y="78676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18CB1095-D42E-427F-92E6-7B0AF51D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7867650"/>
            <a:ext cx="1163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Separate administrator access, account verification, and logged identity reveals protect sensitive actions.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F456050-80F9-4553-8FB2-97EACF89B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22775" y="8362950"/>
            <a:ext cx="190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1">
                <a:solidFill>
                  <a:srgbClr val="71E0A0"/>
                </a:solidFill>
              </a:defRPr>
            </a:defPPr>
            <a:lvl1pPr>
              <a:defRPr sz="2250" b="1">
                <a:solidFill>
                  <a:srgbClr val="71E0A0"/>
                </a:solidFill>
              </a:defRPr>
            </a:lvl1pPr>
            <a:lvl2pPr>
              <a:defRPr sz="2250" b="1">
                <a:solidFill>
                  <a:srgbClr val="71E0A0"/>
                </a:solidFill>
              </a:defRPr>
            </a:lvl2pPr>
            <a:lvl3pPr>
              <a:defRPr sz="2250" b="1">
                <a:solidFill>
                  <a:srgbClr val="71E0A0"/>
                </a:solidFill>
              </a:defRPr>
            </a:lvl3pPr>
            <a:lvl4pPr>
              <a:defRPr sz="2250" b="1">
                <a:solidFill>
                  <a:srgbClr val="71E0A0"/>
                </a:solidFill>
              </a:defRPr>
            </a:lvl4pPr>
            <a:lvl5pPr>
              <a:defRPr sz="2250" b="1">
                <a:solidFill>
                  <a:srgbClr val="71E0A0"/>
                </a:solidFill>
              </a:defRPr>
            </a:lvl5pPr>
            <a:lvl6pPr>
              <a:defRPr sz="2250" b="1">
                <a:solidFill>
                  <a:srgbClr val="71E0A0"/>
                </a:solidFill>
              </a:defRPr>
            </a:lvl6pPr>
            <a:lvl7pPr>
              <a:defRPr sz="2250" b="1">
                <a:solidFill>
                  <a:srgbClr val="71E0A0"/>
                </a:solidFill>
              </a:defRPr>
            </a:lvl7pPr>
            <a:lvl8pPr>
              <a:defRPr sz="2250" b="1">
                <a:solidFill>
                  <a:srgbClr val="71E0A0"/>
                </a:solidFill>
              </a:defRPr>
            </a:lvl8pPr>
            <a:lvl9pPr>
              <a:defRPr sz="22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250" b="1">
                <a:solidFill>
                  <a:srgbClr val="71E0A0"/>
                </a:solidFill>
              </a:defRPr>
            </a:pPr>
            <a:r>
              <a:rPr sz="2250" b="1">
                <a:solidFill>
                  <a:srgbClr val="71E0A0"/>
                </a:solidFill>
              </a:rPr>
              <a:t>•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BAE60344-29E2-4A80-8891-9E9D0C98D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0" y="8362950"/>
            <a:ext cx="116300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BED5C3"/>
                </a:solidFill>
              </a:defRPr>
            </a:defPPr>
            <a:lvl1pPr>
              <a:defRPr sz="1650" b="0">
                <a:solidFill>
                  <a:srgbClr val="BED5C3"/>
                </a:solidFill>
              </a:defRPr>
            </a:lvl1pPr>
            <a:lvl2pPr>
              <a:defRPr sz="1650" b="0">
                <a:solidFill>
                  <a:srgbClr val="BED5C3"/>
                </a:solidFill>
              </a:defRPr>
            </a:lvl2pPr>
            <a:lvl3pPr>
              <a:defRPr sz="1650" b="0">
                <a:solidFill>
                  <a:srgbClr val="BED5C3"/>
                </a:solidFill>
              </a:defRPr>
            </a:lvl3pPr>
            <a:lvl4pPr>
              <a:defRPr sz="1650" b="0">
                <a:solidFill>
                  <a:srgbClr val="BED5C3"/>
                </a:solidFill>
              </a:defRPr>
            </a:lvl4pPr>
            <a:lvl5pPr>
              <a:defRPr sz="1650" b="0">
                <a:solidFill>
                  <a:srgbClr val="BED5C3"/>
                </a:solidFill>
              </a:defRPr>
            </a:lvl5pPr>
            <a:lvl6pPr>
              <a:defRPr sz="1650" b="0">
                <a:solidFill>
                  <a:srgbClr val="BED5C3"/>
                </a:solidFill>
              </a:defRPr>
            </a:lvl6pPr>
            <a:lvl7pPr>
              <a:defRPr sz="1650" b="0">
                <a:solidFill>
                  <a:srgbClr val="BED5C3"/>
                </a:solidFill>
              </a:defRPr>
            </a:lvl7pPr>
            <a:lvl8pPr>
              <a:defRPr sz="1650" b="0">
                <a:solidFill>
                  <a:srgbClr val="BED5C3"/>
                </a:solidFill>
              </a:defRPr>
            </a:lvl8pPr>
            <a:lvl9pPr>
              <a:defRPr sz="165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650" b="0">
                <a:solidFill>
                  <a:srgbClr val="BED5C3"/>
                </a:solidFill>
              </a:defRPr>
            </a:pPr>
            <a:r>
              <a:rPr sz="1650" b="0">
                <a:solidFill>
                  <a:srgbClr val="BED5C3"/>
                </a:solidFill>
              </a:rPr>
              <a:t>Anonymous concerns stay hidden from officers until authorized handling requires disclosure.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1568748-13D4-46E3-82AA-F1105F8D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9629775"/>
            <a:ext cx="138303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5ECA78B-755B-4E09-A2CE-6E13A256A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98679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07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5AA7C13-AE58-4D99-8ABE-95C6DF9CA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98774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Development methodology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2A8282D-472B-4997-B319-EBF767852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FDE3FA15-16E1-462D-86D1-7648EEBD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1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71ECB0F0-4753-4047-B733-6EF2513F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Discover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EF38B91C-3601-441A-BE75-70AE7BA7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Map council workflows and user needs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786CBCE-CDDC-4C8C-94AB-6FC046730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D69DC379-5284-495A-B63C-C005CD09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4AA208B-E149-4983-9E6D-3362B4465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2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5F1CC41-5CAD-4269-93C1-869509D8E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Design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1FDF4242-B5E9-4A63-9254-DBEAEB647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Define roles, modules, and interface flows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661EDA43-9E5A-4B0A-9EFF-B866EDA0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25A1D89-0223-4ECD-B474-38900D60B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FCF6CAB4-3F7C-43DA-BA9B-10BDBB392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64E17B6-C452-4228-8AEC-81AC13A1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Build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7B6352FB-6725-4F15-BE38-25690032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Develop and integrate core services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0B84C17-A690-432F-A4BE-5EC77E93E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5B2D37E-4C88-49B0-A068-11FDB8203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1A919FD-F749-4A33-8BA4-91DB7681F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4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ED3F113C-39C9-4DD0-AAA8-A1539A58A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Test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D9A9432-C32C-4B73-A134-1D300893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Validate functions, access, and usability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5363CDB2-0B0D-4ACE-A227-F59632B5B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96650" y="10668000"/>
            <a:ext cx="428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550" b="1">
                <a:solidFill>
                  <a:srgbClr val="71E0A0"/>
                </a:solidFill>
              </a:defRPr>
            </a:defPPr>
            <a:lvl1pPr>
              <a:defRPr sz="2550" b="1">
                <a:solidFill>
                  <a:srgbClr val="71E0A0"/>
                </a:solidFill>
              </a:defRPr>
            </a:lvl1pPr>
            <a:lvl2pPr>
              <a:defRPr sz="2550" b="1">
                <a:solidFill>
                  <a:srgbClr val="71E0A0"/>
                </a:solidFill>
              </a:defRPr>
            </a:lvl2pPr>
            <a:lvl3pPr>
              <a:defRPr sz="2550" b="1">
                <a:solidFill>
                  <a:srgbClr val="71E0A0"/>
                </a:solidFill>
              </a:defRPr>
            </a:lvl3pPr>
            <a:lvl4pPr>
              <a:defRPr sz="2550" b="1">
                <a:solidFill>
                  <a:srgbClr val="71E0A0"/>
                </a:solidFill>
              </a:defRPr>
            </a:lvl4pPr>
            <a:lvl5pPr>
              <a:defRPr sz="2550" b="1">
                <a:solidFill>
                  <a:srgbClr val="71E0A0"/>
                </a:solidFill>
              </a:defRPr>
            </a:lvl5pPr>
            <a:lvl6pPr>
              <a:defRPr sz="2550" b="1">
                <a:solidFill>
                  <a:srgbClr val="71E0A0"/>
                </a:solidFill>
              </a:defRPr>
            </a:lvl6pPr>
            <a:lvl7pPr>
              <a:defRPr sz="2550" b="1">
                <a:solidFill>
                  <a:srgbClr val="71E0A0"/>
                </a:solidFill>
              </a:defRPr>
            </a:lvl7pPr>
            <a:lvl8pPr>
              <a:defRPr sz="2550" b="1">
                <a:solidFill>
                  <a:srgbClr val="71E0A0"/>
                </a:solidFill>
              </a:defRPr>
            </a:lvl8pPr>
            <a:lvl9pPr>
              <a:defRPr sz="25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71E0A0"/>
                </a:solidFill>
              </a:defRPr>
            </a:pPr>
            <a:r>
              <a:rPr sz="2550" b="1">
                <a:solidFill>
                  <a:srgbClr val="71E0A0"/>
                </a:solidFill>
              </a:rPr>
              <a:t>›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F26D1B6-A5A8-4A1F-B8A1-C14A817D4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0515600"/>
            <a:ext cx="762000" cy="7620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944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9096512B-A258-41F8-A19C-079D3BEF7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066800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8F5DF"/>
                </a:solidFill>
              </a:defRPr>
            </a:defPPr>
            <a:lvl1pPr>
              <a:defRPr sz="2100" b="1">
                <a:solidFill>
                  <a:srgbClr val="F8F5DF"/>
                </a:solidFill>
              </a:defRPr>
            </a:lvl1pPr>
            <a:lvl2pPr>
              <a:defRPr sz="2100" b="1">
                <a:solidFill>
                  <a:srgbClr val="F8F5DF"/>
                </a:solidFill>
              </a:defRPr>
            </a:lvl2pPr>
            <a:lvl3pPr>
              <a:defRPr sz="2100" b="1">
                <a:solidFill>
                  <a:srgbClr val="F8F5DF"/>
                </a:solidFill>
              </a:defRPr>
            </a:lvl3pPr>
            <a:lvl4pPr>
              <a:defRPr sz="2100" b="1">
                <a:solidFill>
                  <a:srgbClr val="F8F5DF"/>
                </a:solidFill>
              </a:defRPr>
            </a:lvl4pPr>
            <a:lvl5pPr>
              <a:defRPr sz="2100" b="1">
                <a:solidFill>
                  <a:srgbClr val="F8F5DF"/>
                </a:solidFill>
              </a:defRPr>
            </a:lvl5pPr>
            <a:lvl6pPr>
              <a:defRPr sz="2100" b="1">
                <a:solidFill>
                  <a:srgbClr val="F8F5DF"/>
                </a:solidFill>
              </a:defRPr>
            </a:lvl6pPr>
            <a:lvl7pPr>
              <a:defRPr sz="2100" b="1">
                <a:solidFill>
                  <a:srgbClr val="F8F5DF"/>
                </a:solidFill>
              </a:defRPr>
            </a:lvl7pPr>
            <a:lvl8pPr>
              <a:defRPr sz="2100" b="1">
                <a:solidFill>
                  <a:srgbClr val="F8F5DF"/>
                </a:solidFill>
              </a:defRPr>
            </a:lvl8pPr>
            <a:lvl9pPr>
              <a:defRPr sz="21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8F5DF"/>
                </a:solidFill>
              </a:defRPr>
            </a:pPr>
            <a:r>
              <a:rPr sz="2100" b="1">
                <a:solidFill>
                  <a:srgbClr val="F8F5DF"/>
                </a:solidFill>
              </a:rPr>
              <a:t>5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1D87721-7A72-4BE7-B86F-392AFA1DE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14300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1">
                <a:solidFill>
                  <a:srgbClr val="F8F5DF"/>
                </a:solidFill>
              </a:defRPr>
            </a:defPPr>
            <a:lvl1pPr>
              <a:defRPr sz="1500" b="1">
                <a:solidFill>
                  <a:srgbClr val="F8F5DF"/>
                </a:solidFill>
              </a:defRPr>
            </a:lvl1pPr>
            <a:lvl2pPr>
              <a:defRPr sz="1500" b="1">
                <a:solidFill>
                  <a:srgbClr val="F8F5DF"/>
                </a:solidFill>
              </a:defRPr>
            </a:lvl2pPr>
            <a:lvl3pPr>
              <a:defRPr sz="1500" b="1">
                <a:solidFill>
                  <a:srgbClr val="F8F5DF"/>
                </a:solidFill>
              </a:defRPr>
            </a:lvl3pPr>
            <a:lvl4pPr>
              <a:defRPr sz="1500" b="1">
                <a:solidFill>
                  <a:srgbClr val="F8F5DF"/>
                </a:solidFill>
              </a:defRPr>
            </a:lvl4pPr>
            <a:lvl5pPr>
              <a:defRPr sz="1500" b="1">
                <a:solidFill>
                  <a:srgbClr val="F8F5DF"/>
                </a:solidFill>
              </a:defRPr>
            </a:lvl5pPr>
            <a:lvl6pPr>
              <a:defRPr sz="1500" b="1">
                <a:solidFill>
                  <a:srgbClr val="F8F5DF"/>
                </a:solidFill>
              </a:defRPr>
            </a:lvl6pPr>
            <a:lvl7pPr>
              <a:defRPr sz="1500" b="1">
                <a:solidFill>
                  <a:srgbClr val="F8F5DF"/>
                </a:solidFill>
              </a:defRPr>
            </a:lvl7pPr>
            <a:lvl8pPr>
              <a:defRPr sz="1500" b="1">
                <a:solidFill>
                  <a:srgbClr val="F8F5DF"/>
                </a:solidFill>
              </a:defRPr>
            </a:lvl8pPr>
            <a:lvl9pPr>
              <a:defRPr sz="1500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00" b="1">
                <a:solidFill>
                  <a:srgbClr val="F8F5DF"/>
                </a:solidFill>
              </a:defRPr>
            </a:pPr>
            <a:r>
              <a:rPr sz="1500" b="1">
                <a:solidFill>
                  <a:srgbClr val="F8F5DF"/>
                </a:solidFill>
              </a:rPr>
              <a:t>Refine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F5C5ED6-389E-4EBA-BA87-C094D1E9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30050" y="11715750"/>
            <a:ext cx="2362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200" b="0">
                <a:solidFill>
                  <a:srgbClr val="BED5C3"/>
                </a:solidFill>
              </a:defRPr>
            </a:defPPr>
            <a:lvl1pPr>
              <a:defRPr sz="1200" b="0">
                <a:solidFill>
                  <a:srgbClr val="BED5C3"/>
                </a:solidFill>
              </a:defRPr>
            </a:lvl1pPr>
            <a:lvl2pPr>
              <a:defRPr sz="1200" b="0">
                <a:solidFill>
                  <a:srgbClr val="BED5C3"/>
                </a:solidFill>
              </a:defRPr>
            </a:lvl2pPr>
            <a:lvl3pPr>
              <a:defRPr sz="1200" b="0">
                <a:solidFill>
                  <a:srgbClr val="BED5C3"/>
                </a:solidFill>
              </a:defRPr>
            </a:lvl3pPr>
            <a:lvl4pPr>
              <a:defRPr sz="1200" b="0">
                <a:solidFill>
                  <a:srgbClr val="BED5C3"/>
                </a:solidFill>
              </a:defRPr>
            </a:lvl4pPr>
            <a:lvl5pPr>
              <a:defRPr sz="1200" b="0">
                <a:solidFill>
                  <a:srgbClr val="BED5C3"/>
                </a:solidFill>
              </a:defRPr>
            </a:lvl5pPr>
            <a:lvl6pPr>
              <a:defRPr sz="1200" b="0">
                <a:solidFill>
                  <a:srgbClr val="BED5C3"/>
                </a:solidFill>
              </a:defRPr>
            </a:lvl6pPr>
            <a:lvl7pPr>
              <a:defRPr sz="1200" b="0">
                <a:solidFill>
                  <a:srgbClr val="BED5C3"/>
                </a:solidFill>
              </a:defRPr>
            </a:lvl7pPr>
            <a:lvl8pPr>
              <a:defRPr sz="1200" b="0">
                <a:solidFill>
                  <a:srgbClr val="BED5C3"/>
                </a:solidFill>
              </a:defRPr>
            </a:lvl8pPr>
            <a:lvl9pPr>
              <a:defRPr sz="12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200" b="0">
                <a:solidFill>
                  <a:srgbClr val="BED5C3"/>
                </a:solidFill>
              </a:defRPr>
            </a:pPr>
            <a:r>
              <a:rPr sz="1200" b="0">
                <a:solidFill>
                  <a:srgbClr val="BED5C3"/>
                </a:solidFill>
              </a:rPr>
              <a:t>Improve from feedback and observed issues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DE05DF6-B0BE-4A3F-930F-68D380CB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30450" y="9629775"/>
            <a:ext cx="13830300" cy="2838450"/>
          </a:xfrm>
          <a:prstGeom xmlns:a="http://schemas.openxmlformats.org/drawingml/2006/main" prst="roundRect">
            <a:avLst>
              <a:gd name="adj" fmla="val 402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44A5E38B-A915-40E4-B06B-58FBDA78C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7150" y="98679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08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970BB84B-C336-4F97-A162-446BED4A8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59150" y="98774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User roles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8DEE15DA-C0FC-4B29-9208-04FD7D2B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044892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2BB9ED"/>
                </a:solidFill>
              </a:defRPr>
            </a:defPPr>
            <a:lvl1pPr>
              <a:defRPr sz="1425" b="1">
                <a:solidFill>
                  <a:srgbClr val="2BB9ED"/>
                </a:solidFill>
              </a:defRPr>
            </a:lvl1pPr>
            <a:lvl2pPr>
              <a:defRPr sz="1425" b="1">
                <a:solidFill>
                  <a:srgbClr val="2BB9ED"/>
                </a:solidFill>
              </a:defRPr>
            </a:lvl2pPr>
            <a:lvl3pPr>
              <a:defRPr sz="1425" b="1">
                <a:solidFill>
                  <a:srgbClr val="2BB9ED"/>
                </a:solidFill>
              </a:defRPr>
            </a:lvl3pPr>
            <a:lvl4pPr>
              <a:defRPr sz="1425" b="1">
                <a:solidFill>
                  <a:srgbClr val="2BB9ED"/>
                </a:solidFill>
              </a:defRPr>
            </a:lvl4pPr>
            <a:lvl5pPr>
              <a:defRPr sz="1425" b="1">
                <a:solidFill>
                  <a:srgbClr val="2BB9ED"/>
                </a:solidFill>
              </a:defRPr>
            </a:lvl5pPr>
            <a:lvl6pPr>
              <a:defRPr sz="1425" b="1">
                <a:solidFill>
                  <a:srgbClr val="2BB9ED"/>
                </a:solidFill>
              </a:defRPr>
            </a:lvl6pPr>
            <a:lvl7pPr>
              <a:defRPr sz="1425" b="1">
                <a:solidFill>
                  <a:srgbClr val="2BB9ED"/>
                </a:solidFill>
              </a:defRPr>
            </a:lvl7pPr>
            <a:lvl8pPr>
              <a:defRPr sz="1425" b="1">
                <a:solidFill>
                  <a:srgbClr val="2BB9ED"/>
                </a:solidFill>
              </a:defRPr>
            </a:lvl8pPr>
            <a:lvl9pPr>
              <a:defRPr sz="1425" b="1">
                <a:solidFill>
                  <a:srgbClr val="2BB9ED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2BB9ED"/>
                </a:solidFill>
              </a:defRPr>
            </a:pPr>
            <a:r>
              <a:rPr sz="1425" b="1">
                <a:solidFill>
                  <a:srgbClr val="2BB9ED"/>
                </a:solidFill>
              </a:rPr>
              <a:t>●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011176D-6739-4119-A555-B432FC4A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044892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Student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703A776C-C391-4EDA-BB9F-31AE19BC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044892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Submit concerns, join events, view announcements.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D1074BA-8FC1-40CD-B811-36060A27D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089660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159447"/>
                </a:solidFill>
              </a:defRPr>
            </a:defPPr>
            <a:lvl1pPr>
              <a:defRPr sz="1425" b="1">
                <a:solidFill>
                  <a:srgbClr val="159447"/>
                </a:solidFill>
              </a:defRPr>
            </a:lvl1pPr>
            <a:lvl2pPr>
              <a:defRPr sz="1425" b="1">
                <a:solidFill>
                  <a:srgbClr val="159447"/>
                </a:solidFill>
              </a:defRPr>
            </a:lvl2pPr>
            <a:lvl3pPr>
              <a:defRPr sz="1425" b="1">
                <a:solidFill>
                  <a:srgbClr val="159447"/>
                </a:solidFill>
              </a:defRPr>
            </a:lvl3pPr>
            <a:lvl4pPr>
              <a:defRPr sz="1425" b="1">
                <a:solidFill>
                  <a:srgbClr val="159447"/>
                </a:solidFill>
              </a:defRPr>
            </a:lvl4pPr>
            <a:lvl5pPr>
              <a:defRPr sz="1425" b="1">
                <a:solidFill>
                  <a:srgbClr val="159447"/>
                </a:solidFill>
              </a:defRPr>
            </a:lvl5pPr>
            <a:lvl6pPr>
              <a:defRPr sz="1425" b="1">
                <a:solidFill>
                  <a:srgbClr val="159447"/>
                </a:solidFill>
              </a:defRPr>
            </a:lvl6pPr>
            <a:lvl7pPr>
              <a:defRPr sz="1425" b="1">
                <a:solidFill>
                  <a:srgbClr val="159447"/>
                </a:solidFill>
              </a:defRPr>
            </a:lvl7pPr>
            <a:lvl8pPr>
              <a:defRPr sz="1425" b="1">
                <a:solidFill>
                  <a:srgbClr val="159447"/>
                </a:solidFill>
              </a:defRPr>
            </a:lvl8pPr>
            <a:lvl9pPr>
              <a:defRPr sz="1425" b="1">
                <a:solidFill>
                  <a:srgbClr val="159447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159447"/>
                </a:solidFill>
              </a:defRPr>
            </a:pPr>
            <a:r>
              <a:rPr sz="1425" b="1">
                <a:solidFill>
                  <a:srgbClr val="159447"/>
                </a:solidFill>
              </a:rPr>
              <a:t>●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548E9FD-96EA-48F0-91CC-825EA211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089660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Officer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A62DFEB-FE5E-4D83-8DDE-DD2CDC8E9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089660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Manage tasks, members, budgets, and activities.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03DFD8CB-789B-431C-866F-AF73603C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13442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FF9A25"/>
                </a:solidFill>
              </a:defRPr>
            </a:defPPr>
            <a:lvl1pPr>
              <a:defRPr sz="1425" b="1">
                <a:solidFill>
                  <a:srgbClr val="FF9A25"/>
                </a:solidFill>
              </a:defRPr>
            </a:lvl1pPr>
            <a:lvl2pPr>
              <a:defRPr sz="1425" b="1">
                <a:solidFill>
                  <a:srgbClr val="FF9A25"/>
                </a:solidFill>
              </a:defRPr>
            </a:lvl2pPr>
            <a:lvl3pPr>
              <a:defRPr sz="1425" b="1">
                <a:solidFill>
                  <a:srgbClr val="FF9A25"/>
                </a:solidFill>
              </a:defRPr>
            </a:lvl3pPr>
            <a:lvl4pPr>
              <a:defRPr sz="1425" b="1">
                <a:solidFill>
                  <a:srgbClr val="FF9A25"/>
                </a:solidFill>
              </a:defRPr>
            </a:lvl4pPr>
            <a:lvl5pPr>
              <a:defRPr sz="1425" b="1">
                <a:solidFill>
                  <a:srgbClr val="FF9A25"/>
                </a:solidFill>
              </a:defRPr>
            </a:lvl5pPr>
            <a:lvl6pPr>
              <a:defRPr sz="1425" b="1">
                <a:solidFill>
                  <a:srgbClr val="FF9A25"/>
                </a:solidFill>
              </a:defRPr>
            </a:lvl6pPr>
            <a:lvl7pPr>
              <a:defRPr sz="1425" b="1">
                <a:solidFill>
                  <a:srgbClr val="FF9A25"/>
                </a:solidFill>
              </a:defRPr>
            </a:lvl7pPr>
            <a:lvl8pPr>
              <a:defRPr sz="1425" b="1">
                <a:solidFill>
                  <a:srgbClr val="FF9A25"/>
                </a:solidFill>
              </a:defRPr>
            </a:lvl8pPr>
            <a:lvl9pPr>
              <a:defRPr sz="1425" b="1">
                <a:solidFill>
                  <a:srgbClr val="FF9A25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FF9A25"/>
                </a:solidFill>
              </a:defRPr>
            </a:pPr>
            <a:r>
              <a:rPr sz="1425" b="1">
                <a:solidFill>
                  <a:srgbClr val="FF9A25"/>
                </a:solidFill>
              </a:rPr>
              <a:t>●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5F06065-9C05-4963-AD9A-8150F943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1344275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President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E96E6146-1F3F-448F-B4A9-2558E851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1344275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Coordinate organization-wide council operations.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998AD87-3706-498E-84DC-A8EC7C621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49550" y="11791950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1">
                <a:solidFill>
                  <a:srgbClr val="9B6BFF"/>
                </a:solidFill>
              </a:defRPr>
            </a:defPPr>
            <a:lvl1pPr>
              <a:defRPr sz="1425" b="1">
                <a:solidFill>
                  <a:srgbClr val="9B6BFF"/>
                </a:solidFill>
              </a:defRPr>
            </a:lvl1pPr>
            <a:lvl2pPr>
              <a:defRPr sz="1425" b="1">
                <a:solidFill>
                  <a:srgbClr val="9B6BFF"/>
                </a:solidFill>
              </a:defRPr>
            </a:lvl2pPr>
            <a:lvl3pPr>
              <a:defRPr sz="1425" b="1">
                <a:solidFill>
                  <a:srgbClr val="9B6BFF"/>
                </a:solidFill>
              </a:defRPr>
            </a:lvl3pPr>
            <a:lvl4pPr>
              <a:defRPr sz="1425" b="1">
                <a:solidFill>
                  <a:srgbClr val="9B6BFF"/>
                </a:solidFill>
              </a:defRPr>
            </a:lvl4pPr>
            <a:lvl5pPr>
              <a:defRPr sz="1425" b="1">
                <a:solidFill>
                  <a:srgbClr val="9B6BFF"/>
                </a:solidFill>
              </a:defRPr>
            </a:lvl5pPr>
            <a:lvl6pPr>
              <a:defRPr sz="1425" b="1">
                <a:solidFill>
                  <a:srgbClr val="9B6BFF"/>
                </a:solidFill>
              </a:defRPr>
            </a:lvl6pPr>
            <a:lvl7pPr>
              <a:defRPr sz="1425" b="1">
                <a:solidFill>
                  <a:srgbClr val="9B6BFF"/>
                </a:solidFill>
              </a:defRPr>
            </a:lvl7pPr>
            <a:lvl8pPr>
              <a:defRPr sz="1425" b="1">
                <a:solidFill>
                  <a:srgbClr val="9B6BFF"/>
                </a:solidFill>
              </a:defRPr>
            </a:lvl8pPr>
            <a:lvl9pPr>
              <a:defRPr sz="1425" b="1">
                <a:solidFill>
                  <a:srgbClr val="9B6BFF"/>
                </a:solidFill>
              </a:defRPr>
            </a:lvl9pPr>
          </a:lstStyle>
          <a:p xmlns:a="http://schemas.openxmlformats.org/drawingml/2006/main">
            <a:pPr>
              <a:defRPr sz="1425" b="1">
                <a:solidFill>
                  <a:srgbClr val="9B6BFF"/>
                </a:solidFill>
              </a:defRPr>
            </a:pPr>
            <a:r>
              <a:rPr sz="1425" b="1">
                <a:solidFill>
                  <a:srgbClr val="9B6BFF"/>
                </a:solidFill>
              </a:rPr>
              <a:t>●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FF92587E-46B8-44B7-A8B1-156C8283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30550" y="11791950"/>
            <a:ext cx="2000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1">
                <a:solidFill>
                  <a:srgbClr val="F8F5DF"/>
                </a:solidFill>
              </a:defRPr>
            </a:defPPr>
            <a:lvl1pPr>
              <a:defRPr sz="1575" b="1">
                <a:solidFill>
                  <a:srgbClr val="F8F5DF"/>
                </a:solidFill>
              </a:defRPr>
            </a:lvl1pPr>
            <a:lvl2pPr>
              <a:defRPr sz="1575" b="1">
                <a:solidFill>
                  <a:srgbClr val="F8F5DF"/>
                </a:solidFill>
              </a:defRPr>
            </a:lvl2pPr>
            <a:lvl3pPr>
              <a:defRPr sz="1575" b="1">
                <a:solidFill>
                  <a:srgbClr val="F8F5DF"/>
                </a:solidFill>
              </a:defRPr>
            </a:lvl3pPr>
            <a:lvl4pPr>
              <a:defRPr sz="1575" b="1">
                <a:solidFill>
                  <a:srgbClr val="F8F5DF"/>
                </a:solidFill>
              </a:defRPr>
            </a:lvl4pPr>
            <a:lvl5pPr>
              <a:defRPr sz="1575" b="1">
                <a:solidFill>
                  <a:srgbClr val="F8F5DF"/>
                </a:solidFill>
              </a:defRPr>
            </a:lvl5pPr>
            <a:lvl6pPr>
              <a:defRPr sz="1575" b="1">
                <a:solidFill>
                  <a:srgbClr val="F8F5DF"/>
                </a:solidFill>
              </a:defRPr>
            </a:lvl6pPr>
            <a:lvl7pPr>
              <a:defRPr sz="1575" b="1">
                <a:solidFill>
                  <a:srgbClr val="F8F5DF"/>
                </a:solidFill>
              </a:defRPr>
            </a:lvl7pPr>
            <a:lvl8pPr>
              <a:defRPr sz="1575" b="1">
                <a:solidFill>
                  <a:srgbClr val="F8F5DF"/>
                </a:solidFill>
              </a:defRPr>
            </a:lvl8pPr>
            <a:lvl9pPr>
              <a:defRPr sz="157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575" b="1">
                <a:solidFill>
                  <a:srgbClr val="F8F5DF"/>
                </a:solidFill>
              </a:defRPr>
            </a:pPr>
            <a:r>
              <a:rPr sz="1575" b="1">
                <a:solidFill>
                  <a:srgbClr val="F8F5DF"/>
                </a:solidFill>
              </a:rPr>
              <a:t>Administrator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642777A8-04AB-4DE2-BB41-2D5B914C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87950" y="11791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Verify accounts, oversee records, and audit access.</a:t>
            </a:r>
          </a:p>
        </p:txBody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95304C5-E757-4869-88AF-5E350FA33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2839700"/>
            <a:ext cx="28003500" cy="2266950"/>
          </a:xfrm>
          <a:prstGeom xmlns:a="http://schemas.openxmlformats.org/drawingml/2006/main" prst="roundRect">
            <a:avLst>
              <a:gd name="adj" fmla="val 5042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A524EE5B-ED27-4B4A-859D-E821E1DE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30778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10</a:t>
            </a:r>
          </a:p>
        </p:txBody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10998F08-8D98-4116-A412-EDF8BC0A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13087350"/>
            <a:ext cx="267081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System agenda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060B47EA-CD3C-48F3-9774-301F31736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3658850"/>
            <a:ext cx="2667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0">
                <a:solidFill>
                  <a:srgbClr val="F8F5DF"/>
                </a:solidFill>
              </a:defRPr>
            </a:defPPr>
            <a:lvl1pPr>
              <a:defRPr sz="2025" b="0">
                <a:solidFill>
                  <a:srgbClr val="F8F5DF"/>
                </a:solidFill>
              </a:defRPr>
            </a:lvl1pPr>
            <a:lvl2pPr>
              <a:defRPr sz="2025" b="0">
                <a:solidFill>
                  <a:srgbClr val="F8F5DF"/>
                </a:solidFill>
              </a:defRPr>
            </a:lvl2pPr>
            <a:lvl3pPr>
              <a:defRPr sz="2025" b="0">
                <a:solidFill>
                  <a:srgbClr val="F8F5DF"/>
                </a:solidFill>
              </a:defRPr>
            </a:lvl3pPr>
            <a:lvl4pPr>
              <a:defRPr sz="2025" b="0">
                <a:solidFill>
                  <a:srgbClr val="F8F5DF"/>
                </a:solidFill>
              </a:defRPr>
            </a:lvl4pPr>
            <a:lvl5pPr>
              <a:defRPr sz="2025" b="0">
                <a:solidFill>
                  <a:srgbClr val="F8F5DF"/>
                </a:solidFill>
              </a:defRPr>
            </a:lvl5pPr>
            <a:lvl6pPr>
              <a:defRPr sz="2025" b="0">
                <a:solidFill>
                  <a:srgbClr val="F8F5DF"/>
                </a:solidFill>
              </a:defRPr>
            </a:lvl6pPr>
            <a:lvl7pPr>
              <a:defRPr sz="2025" b="0">
                <a:solidFill>
                  <a:srgbClr val="F8F5DF"/>
                </a:solidFill>
              </a:defRPr>
            </a:lvl7pPr>
            <a:lvl8pPr>
              <a:defRPr sz="2025" b="0">
                <a:solidFill>
                  <a:srgbClr val="F8F5DF"/>
                </a:solidFill>
              </a:defRPr>
            </a:lvl8pPr>
            <a:lvl9pPr>
              <a:defRPr sz="2025" b="0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F8F5DF"/>
                </a:solidFill>
              </a:defRPr>
            </a:pPr>
            <a:r>
              <a:rPr sz="2025" b="0">
                <a:solidFill>
                  <a:srgbClr val="F8F5DF"/>
                </a:solidFill>
              </a:rPr>
              <a:t>CouncilForge supports a student-governance cycle that keeps decisions, responsibilities, and feedback visible to the people they serve.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4B72EAD4-0492-44AB-9E73-45656CCD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306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2BB9ED"/>
                </a:solidFill>
              </a:defRPr>
            </a:defPPr>
            <a:lvl1pPr>
              <a:defRPr sz="2100" b="1">
                <a:solidFill>
                  <a:srgbClr val="2BB9ED"/>
                </a:solidFill>
              </a:defRPr>
            </a:lvl1pPr>
            <a:lvl2pPr>
              <a:defRPr sz="2100" b="1">
                <a:solidFill>
                  <a:srgbClr val="2BB9ED"/>
                </a:solidFill>
              </a:defRPr>
            </a:lvl2pPr>
            <a:lvl3pPr>
              <a:defRPr sz="2100" b="1">
                <a:solidFill>
                  <a:srgbClr val="2BB9ED"/>
                </a:solidFill>
              </a:defRPr>
            </a:lvl3pPr>
            <a:lvl4pPr>
              <a:defRPr sz="2100" b="1">
                <a:solidFill>
                  <a:srgbClr val="2BB9ED"/>
                </a:solidFill>
              </a:defRPr>
            </a:lvl4pPr>
            <a:lvl5pPr>
              <a:defRPr sz="2100" b="1">
                <a:solidFill>
                  <a:srgbClr val="2BB9ED"/>
                </a:solidFill>
              </a:defRPr>
            </a:lvl5pPr>
            <a:lvl6pPr>
              <a:defRPr sz="2100" b="1">
                <a:solidFill>
                  <a:srgbClr val="2BB9ED"/>
                </a:solidFill>
              </a:defRPr>
            </a:lvl6pPr>
            <a:lvl7pPr>
              <a:defRPr sz="2100" b="1">
                <a:solidFill>
                  <a:srgbClr val="2BB9ED"/>
                </a:solidFill>
              </a:defRPr>
            </a:lvl7pPr>
            <a:lvl8pPr>
              <a:defRPr sz="2100" b="1">
                <a:solidFill>
                  <a:srgbClr val="2BB9ED"/>
                </a:solidFill>
              </a:defRPr>
            </a:lvl8pPr>
            <a:lvl9pPr>
              <a:defRPr sz="2100" b="1">
                <a:solidFill>
                  <a:srgbClr val="2BB9ED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2BB9ED"/>
                </a:solidFill>
              </a:defRPr>
            </a:pPr>
            <a:r>
              <a:rPr sz="2100" b="1">
                <a:solidFill>
                  <a:srgbClr val="2BB9ED"/>
                </a:solidFill>
              </a:rPr>
              <a:t>◉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73C68ADB-961D-4777-9AF8-5BD7B605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2970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Transparent operations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2F14D8BF-7D70-4251-B7FA-DB3801F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45923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Clear task, budget, document, and activity records.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C159621-F213-4477-855A-5B2B2191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14306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71E0A0"/>
                </a:solidFill>
              </a:defRPr>
            </a:defPPr>
            <a:lvl1pPr>
              <a:defRPr sz="2100" b="1">
                <a:solidFill>
                  <a:srgbClr val="71E0A0"/>
                </a:solidFill>
              </a:defRPr>
            </a:lvl1pPr>
            <a:lvl2pPr>
              <a:defRPr sz="2100" b="1">
                <a:solidFill>
                  <a:srgbClr val="71E0A0"/>
                </a:solidFill>
              </a:defRPr>
            </a:lvl2pPr>
            <a:lvl3pPr>
              <a:defRPr sz="2100" b="1">
                <a:solidFill>
                  <a:srgbClr val="71E0A0"/>
                </a:solidFill>
              </a:defRPr>
            </a:lvl3pPr>
            <a:lvl4pPr>
              <a:defRPr sz="2100" b="1">
                <a:solidFill>
                  <a:srgbClr val="71E0A0"/>
                </a:solidFill>
              </a:defRPr>
            </a:lvl4pPr>
            <a:lvl5pPr>
              <a:defRPr sz="2100" b="1">
                <a:solidFill>
                  <a:srgbClr val="71E0A0"/>
                </a:solidFill>
              </a:defRPr>
            </a:lvl5pPr>
            <a:lvl6pPr>
              <a:defRPr sz="2100" b="1">
                <a:solidFill>
                  <a:srgbClr val="71E0A0"/>
                </a:solidFill>
              </a:defRPr>
            </a:lvl6pPr>
            <a:lvl7pPr>
              <a:defRPr sz="2100" b="1">
                <a:solidFill>
                  <a:srgbClr val="71E0A0"/>
                </a:solidFill>
              </a:defRPr>
            </a:lvl7pPr>
            <a:lvl8pPr>
              <a:defRPr sz="2100" b="1">
                <a:solidFill>
                  <a:srgbClr val="71E0A0"/>
                </a:solidFill>
              </a:defRPr>
            </a:lvl8pPr>
            <a:lvl9pPr>
              <a:defRPr sz="21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71E0A0"/>
                </a:solidFill>
              </a:defRPr>
            </a:pPr>
            <a:r>
              <a:rPr sz="2100" b="1">
                <a:solidFill>
                  <a:srgbClr val="71E0A0"/>
                </a:solidFill>
              </a:rPr>
              <a:t>◷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626A88E6-73B1-4744-B36C-60723F12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42970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Timely student response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A582C8B9-3669-428C-937E-B745D627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145923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A structured channel for concerns, updates, and events.</a:t>
            </a:r>
          </a:p>
        </p:txBody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D4433A56-FB10-4950-8105-5D3C5F20B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9550" y="14306550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1">
                <a:solidFill>
                  <a:srgbClr val="FF9A25"/>
                </a:solidFill>
              </a:defRPr>
            </a:defPPr>
            <a:lvl1pPr>
              <a:defRPr sz="2100" b="1">
                <a:solidFill>
                  <a:srgbClr val="FF9A25"/>
                </a:solidFill>
              </a:defRPr>
            </a:lvl1pPr>
            <a:lvl2pPr>
              <a:defRPr sz="2100" b="1">
                <a:solidFill>
                  <a:srgbClr val="FF9A25"/>
                </a:solidFill>
              </a:defRPr>
            </a:lvl2pPr>
            <a:lvl3pPr>
              <a:defRPr sz="2100" b="1">
                <a:solidFill>
                  <a:srgbClr val="FF9A25"/>
                </a:solidFill>
              </a:defRPr>
            </a:lvl3pPr>
            <a:lvl4pPr>
              <a:defRPr sz="2100" b="1">
                <a:solidFill>
                  <a:srgbClr val="FF9A25"/>
                </a:solidFill>
              </a:defRPr>
            </a:lvl4pPr>
            <a:lvl5pPr>
              <a:defRPr sz="2100" b="1">
                <a:solidFill>
                  <a:srgbClr val="FF9A25"/>
                </a:solidFill>
              </a:defRPr>
            </a:lvl5pPr>
            <a:lvl6pPr>
              <a:defRPr sz="2100" b="1">
                <a:solidFill>
                  <a:srgbClr val="FF9A25"/>
                </a:solidFill>
              </a:defRPr>
            </a:lvl6pPr>
            <a:lvl7pPr>
              <a:defRPr sz="2100" b="1">
                <a:solidFill>
                  <a:srgbClr val="FF9A25"/>
                </a:solidFill>
              </a:defRPr>
            </a:lvl7pPr>
            <a:lvl8pPr>
              <a:defRPr sz="2100" b="1">
                <a:solidFill>
                  <a:srgbClr val="FF9A25"/>
                </a:solidFill>
              </a:defRPr>
            </a:lvl8pPr>
            <a:lvl9pPr>
              <a:defRPr sz="2100" b="1">
                <a:solidFill>
                  <a:srgbClr val="FF9A25"/>
                </a:solidFill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FF9A25"/>
                </a:solidFill>
              </a:defRPr>
            </a:pPr>
            <a:r>
              <a:rPr sz="2100" b="1">
                <a:solidFill>
                  <a:srgbClr val="FF9A25"/>
                </a:solidFill>
              </a:rPr>
              <a:t>▣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0B3415EF-B85A-4968-ABFC-8854C640A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0" y="14297025"/>
            <a:ext cx="742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725" b="1">
                <a:solidFill>
                  <a:srgbClr val="F8F5DF"/>
                </a:solidFill>
              </a:defRPr>
            </a:defPPr>
            <a:lvl1pPr>
              <a:defRPr sz="1725" b="1">
                <a:solidFill>
                  <a:srgbClr val="F8F5DF"/>
                </a:solidFill>
              </a:defRPr>
            </a:lvl1pPr>
            <a:lvl2pPr>
              <a:defRPr sz="1725" b="1">
                <a:solidFill>
                  <a:srgbClr val="F8F5DF"/>
                </a:solidFill>
              </a:defRPr>
            </a:lvl2pPr>
            <a:lvl3pPr>
              <a:defRPr sz="1725" b="1">
                <a:solidFill>
                  <a:srgbClr val="F8F5DF"/>
                </a:solidFill>
              </a:defRPr>
            </a:lvl3pPr>
            <a:lvl4pPr>
              <a:defRPr sz="1725" b="1">
                <a:solidFill>
                  <a:srgbClr val="F8F5DF"/>
                </a:solidFill>
              </a:defRPr>
            </a:lvl4pPr>
            <a:lvl5pPr>
              <a:defRPr sz="1725" b="1">
                <a:solidFill>
                  <a:srgbClr val="F8F5DF"/>
                </a:solidFill>
              </a:defRPr>
            </a:lvl5pPr>
            <a:lvl6pPr>
              <a:defRPr sz="1725" b="1">
                <a:solidFill>
                  <a:srgbClr val="F8F5DF"/>
                </a:solidFill>
              </a:defRPr>
            </a:lvl6pPr>
            <a:lvl7pPr>
              <a:defRPr sz="1725" b="1">
                <a:solidFill>
                  <a:srgbClr val="F8F5DF"/>
                </a:solidFill>
              </a:defRPr>
            </a:lvl7pPr>
            <a:lvl8pPr>
              <a:defRPr sz="1725" b="1">
                <a:solidFill>
                  <a:srgbClr val="F8F5DF"/>
                </a:solidFill>
              </a:defRPr>
            </a:lvl8pPr>
            <a:lvl9pPr>
              <a:defRPr sz="17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1725" b="1">
                <a:solidFill>
                  <a:srgbClr val="F8F5DF"/>
                </a:solidFill>
              </a:defRPr>
            </a:pPr>
            <a:r>
              <a:rPr sz="1725" b="1">
                <a:solidFill>
                  <a:srgbClr val="F8F5DF"/>
                </a:solidFill>
              </a:rPr>
              <a:t>Responsible governance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6FEBE27E-E9EB-4425-968F-B45C59DFF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0" y="14592300"/>
            <a:ext cx="752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425" b="0">
                <a:solidFill>
                  <a:srgbClr val="BED5C3"/>
                </a:solidFill>
              </a:defRPr>
            </a:defPPr>
            <a:lvl1pPr>
              <a:defRPr sz="1425" b="0">
                <a:solidFill>
                  <a:srgbClr val="BED5C3"/>
                </a:solidFill>
              </a:defRPr>
            </a:lvl1pPr>
            <a:lvl2pPr>
              <a:defRPr sz="1425" b="0">
                <a:solidFill>
                  <a:srgbClr val="BED5C3"/>
                </a:solidFill>
              </a:defRPr>
            </a:lvl2pPr>
            <a:lvl3pPr>
              <a:defRPr sz="1425" b="0">
                <a:solidFill>
                  <a:srgbClr val="BED5C3"/>
                </a:solidFill>
              </a:defRPr>
            </a:lvl3pPr>
            <a:lvl4pPr>
              <a:defRPr sz="1425" b="0">
                <a:solidFill>
                  <a:srgbClr val="BED5C3"/>
                </a:solidFill>
              </a:defRPr>
            </a:lvl4pPr>
            <a:lvl5pPr>
              <a:defRPr sz="1425" b="0">
                <a:solidFill>
                  <a:srgbClr val="BED5C3"/>
                </a:solidFill>
              </a:defRPr>
            </a:lvl5pPr>
            <a:lvl6pPr>
              <a:defRPr sz="1425" b="0">
                <a:solidFill>
                  <a:srgbClr val="BED5C3"/>
                </a:solidFill>
              </a:defRPr>
            </a:lvl6pPr>
            <a:lvl7pPr>
              <a:defRPr sz="1425" b="0">
                <a:solidFill>
                  <a:srgbClr val="BED5C3"/>
                </a:solidFill>
              </a:defRPr>
            </a:lvl7pPr>
            <a:lvl8pPr>
              <a:defRPr sz="1425" b="0">
                <a:solidFill>
                  <a:srgbClr val="BED5C3"/>
                </a:solidFill>
              </a:defRPr>
            </a:lvl8pPr>
            <a:lvl9pPr>
              <a:defRPr sz="1425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425" b="0">
                <a:solidFill>
                  <a:srgbClr val="BED5C3"/>
                </a:solidFill>
              </a:defRPr>
            </a:pPr>
            <a:r>
              <a:rPr sz="1425" b="0">
                <a:solidFill>
                  <a:srgbClr val="BED5C3"/>
                </a:solidFill>
              </a:rPr>
              <a:t>Role-aware access and audit visibility for sensitive actions.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463CBD41-B145-4AC9-B52F-D38E7982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4600" y="9629775"/>
            <a:ext cx="13830300" cy="5476875"/>
          </a:xfrm>
          <a:prstGeom xmlns:a="http://schemas.openxmlformats.org/drawingml/2006/main" prst="roundRect">
            <a:avLst>
              <a:gd name="adj" fmla="val 2087"/>
            </a:avLst>
          </a:prstGeom>
          <a:solidFill xmlns:a="http://schemas.openxmlformats.org/drawingml/2006/main">
            <a:srgbClr val="102A1A"/>
          </a:solidFill>
          <a:ln xmlns:a="http://schemas.openxmlformats.org/drawingml/2006/main" w="19050">
            <a:solidFill>
              <a:srgbClr val="366746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8B4615FF-A6E3-413F-9074-4342DDCF8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51300" y="98679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400" b="1">
                <a:solidFill>
                  <a:srgbClr val="71E0A0"/>
                </a:solidFill>
              </a:defRPr>
            </a:defPPr>
            <a:lvl1pPr>
              <a:defRPr sz="2400" b="1">
                <a:solidFill>
                  <a:srgbClr val="71E0A0"/>
                </a:solidFill>
              </a:defRPr>
            </a:lvl1pPr>
            <a:lvl2pPr>
              <a:defRPr sz="2400" b="1">
                <a:solidFill>
                  <a:srgbClr val="71E0A0"/>
                </a:solidFill>
              </a:defRPr>
            </a:lvl2pPr>
            <a:lvl3pPr>
              <a:defRPr sz="2400" b="1">
                <a:solidFill>
                  <a:srgbClr val="71E0A0"/>
                </a:solidFill>
              </a:defRPr>
            </a:lvl3pPr>
            <a:lvl4pPr>
              <a:defRPr sz="2400" b="1">
                <a:solidFill>
                  <a:srgbClr val="71E0A0"/>
                </a:solidFill>
              </a:defRPr>
            </a:lvl4pPr>
            <a:lvl5pPr>
              <a:defRPr sz="2400" b="1">
                <a:solidFill>
                  <a:srgbClr val="71E0A0"/>
                </a:solidFill>
              </a:defRPr>
            </a:lvl5pPr>
            <a:lvl6pPr>
              <a:defRPr sz="2400" b="1">
                <a:solidFill>
                  <a:srgbClr val="71E0A0"/>
                </a:solidFill>
              </a:defRPr>
            </a:lvl6pPr>
            <a:lvl7pPr>
              <a:defRPr sz="2400" b="1">
                <a:solidFill>
                  <a:srgbClr val="71E0A0"/>
                </a:solidFill>
              </a:defRPr>
            </a:lvl7pPr>
            <a:lvl8pPr>
              <a:defRPr sz="2400" b="1">
                <a:solidFill>
                  <a:srgbClr val="71E0A0"/>
                </a:solidFill>
              </a:defRPr>
            </a:lvl8pPr>
            <a:lvl9pPr>
              <a:defRPr sz="240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71E0A0"/>
                </a:solidFill>
              </a:defRPr>
            </a:pPr>
            <a:r>
              <a:rPr sz="2400" b="1">
                <a:solidFill>
                  <a:srgbClr val="71E0A0"/>
                </a:solidFill>
              </a:rPr>
              <a:t>09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509536E-4E92-40E3-8091-EFC28E311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13300" y="9877425"/>
            <a:ext cx="12534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1">
                <a:solidFill>
                  <a:srgbClr val="F8F5DF"/>
                </a:solidFill>
              </a:defRPr>
            </a:defPPr>
            <a:lvl1pPr>
              <a:defRPr sz="2325" b="1">
                <a:solidFill>
                  <a:srgbClr val="F8F5DF"/>
                </a:solidFill>
              </a:defRPr>
            </a:lvl1pPr>
            <a:lvl2pPr>
              <a:defRPr sz="2325" b="1">
                <a:solidFill>
                  <a:srgbClr val="F8F5DF"/>
                </a:solidFill>
              </a:defRPr>
            </a:lvl2pPr>
            <a:lvl3pPr>
              <a:defRPr sz="2325" b="1">
                <a:solidFill>
                  <a:srgbClr val="F8F5DF"/>
                </a:solidFill>
              </a:defRPr>
            </a:lvl3pPr>
            <a:lvl4pPr>
              <a:defRPr sz="2325" b="1">
                <a:solidFill>
                  <a:srgbClr val="F8F5DF"/>
                </a:solidFill>
              </a:defRPr>
            </a:lvl4pPr>
            <a:lvl5pPr>
              <a:defRPr sz="2325" b="1">
                <a:solidFill>
                  <a:srgbClr val="F8F5DF"/>
                </a:solidFill>
              </a:defRPr>
            </a:lvl5pPr>
            <a:lvl6pPr>
              <a:defRPr sz="2325" b="1">
                <a:solidFill>
                  <a:srgbClr val="F8F5DF"/>
                </a:solidFill>
              </a:defRPr>
            </a:lvl6pPr>
            <a:lvl7pPr>
              <a:defRPr sz="2325" b="1">
                <a:solidFill>
                  <a:srgbClr val="F8F5DF"/>
                </a:solidFill>
              </a:defRPr>
            </a:lvl7pPr>
            <a:lvl8pPr>
              <a:defRPr sz="2325" b="1">
                <a:solidFill>
                  <a:srgbClr val="F8F5DF"/>
                </a:solidFill>
              </a:defRPr>
            </a:lvl8pPr>
            <a:lvl9pPr>
              <a:defRPr sz="23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325" b="1">
                <a:solidFill>
                  <a:srgbClr val="F8F5DF"/>
                </a:solidFill>
              </a:defRPr>
            </a:pPr>
            <a:r>
              <a:rPr sz="2325" b="1">
                <a:solidFill>
                  <a:srgbClr val="F8F5DF"/>
                </a:solidFill>
              </a:rPr>
              <a:t>System screenshots</a:t>
            </a:r>
          </a:p>
        </p:txBody>
      </p:sp>
      <p:pic>
        <p:nvPic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D470E223-36DE-4083-AE63-99C3801D9DD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bb30f9cbb34884"/>
          <a:srcRect xmlns:a="http://schemas.openxmlformats.org/drawingml/2006/main" l="0" t="5653" r="0" b="5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17975" y="1045845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E864E8EA-DEB7-49C6-A123-6E4F921C16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75b41175b472d"/>
          <a:srcRect xmlns:a="http://schemas.openxmlformats.org/drawingml/2006/main" l="0" t="5997" r="0" b="599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56625" y="1045845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5ADBF7F8-5714-42FB-9368-AE58B3B18E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14ce0d76584c97"/>
          <a:srcRect xmlns:a="http://schemas.openxmlformats.org/drawingml/2006/main" l="0" t="5372" r="0" b="53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395275" y="1045845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3FD9894-0217-42F6-B939-14456DD1E4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9e1ed00514aa9"/>
          <a:srcRect xmlns:a="http://schemas.openxmlformats.org/drawingml/2006/main" l="0" t="5464" r="0" b="54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517975" y="1261110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pic>
        <p:nvPic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67BCFD9F-E4B5-4570-9F11-206F045FF4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c206b936924621"/>
          <a:srcRect xmlns:a="http://schemas.openxmlformats.org/drawingml/2006/main" l="0" t="5927" r="0" b="59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56625" y="1261110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</p:spPr>
      </p:pic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46F53ADD-C149-4746-A116-A753AE83A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95275" y="12611100"/>
            <a:ext cx="4057650" cy="1828800"/>
          </a:xfrm>
          <a:prstGeom xmlns:a="http://schemas.openxmlformats.org/drawingml/2006/main" prst="roundRect">
            <a:avLst>
              <a:gd name="adj" fmla="val 4167"/>
            </a:avLst>
          </a:prstGeom>
          <a:solidFill xmlns:a="http://schemas.openxmlformats.org/drawingml/2006/main">
            <a:srgbClr val="12382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BC8D76DB-D620-4E81-85B4-BC2CCD02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728650" y="12954000"/>
            <a:ext cx="3390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025" b="1">
                <a:solidFill>
                  <a:srgbClr val="F8F5DF"/>
                </a:solidFill>
              </a:defRPr>
            </a:defPPr>
            <a:lvl1pPr>
              <a:defRPr sz="2025" b="1">
                <a:solidFill>
                  <a:srgbClr val="F8F5DF"/>
                </a:solidFill>
              </a:defRPr>
            </a:lvl1pPr>
            <a:lvl2pPr>
              <a:defRPr sz="2025" b="1">
                <a:solidFill>
                  <a:srgbClr val="F8F5DF"/>
                </a:solidFill>
              </a:defRPr>
            </a:lvl2pPr>
            <a:lvl3pPr>
              <a:defRPr sz="2025" b="1">
                <a:solidFill>
                  <a:srgbClr val="F8F5DF"/>
                </a:solidFill>
              </a:defRPr>
            </a:lvl3pPr>
            <a:lvl4pPr>
              <a:defRPr sz="2025" b="1">
                <a:solidFill>
                  <a:srgbClr val="F8F5DF"/>
                </a:solidFill>
              </a:defRPr>
            </a:lvl4pPr>
            <a:lvl5pPr>
              <a:defRPr sz="2025" b="1">
                <a:solidFill>
                  <a:srgbClr val="F8F5DF"/>
                </a:solidFill>
              </a:defRPr>
            </a:lvl5pPr>
            <a:lvl6pPr>
              <a:defRPr sz="2025" b="1">
                <a:solidFill>
                  <a:srgbClr val="F8F5DF"/>
                </a:solidFill>
              </a:defRPr>
            </a:lvl6pPr>
            <a:lvl7pPr>
              <a:defRPr sz="2025" b="1">
                <a:solidFill>
                  <a:srgbClr val="F8F5DF"/>
                </a:solidFill>
              </a:defRPr>
            </a:lvl7pPr>
            <a:lvl8pPr>
              <a:defRPr sz="2025" b="1">
                <a:solidFill>
                  <a:srgbClr val="F8F5DF"/>
                </a:solidFill>
              </a:defRPr>
            </a:lvl8pPr>
            <a:lvl9pPr>
              <a:defRPr sz="2025" b="1">
                <a:solidFill>
                  <a:srgbClr val="F8F5DF"/>
                </a:solidFill>
              </a:defRPr>
            </a:lvl9pPr>
          </a:lstStyle>
          <a:p xmlns:a="http://schemas.openxmlformats.org/drawingml/2006/main">
            <a:pPr>
              <a:defRPr sz="2025" b="1">
                <a:solidFill>
                  <a:srgbClr val="F8F5DF"/>
                </a:solidFill>
              </a:defRPr>
            </a:pPr>
            <a:r>
              <a:rPr sz="2025" b="1">
                <a:solidFill>
                  <a:srgbClr val="F8F5DF"/>
                </a:solidFill>
              </a:rPr>
              <a:t>CouncilForge connects participation with accountable council operations.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367090DF-B4C5-4885-BC0E-75E66383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14350" y="13982700"/>
            <a:ext cx="36195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350" b="1">
                <a:solidFill>
                  <a:srgbClr val="71E0A0"/>
                </a:solidFill>
              </a:defRPr>
            </a:defPPr>
            <a:lvl1pPr>
              <a:defRPr sz="1350" b="1">
                <a:solidFill>
                  <a:srgbClr val="71E0A0"/>
                </a:solidFill>
              </a:defRPr>
            </a:lvl1pPr>
            <a:lvl2pPr>
              <a:defRPr sz="1350" b="1">
                <a:solidFill>
                  <a:srgbClr val="71E0A0"/>
                </a:solidFill>
              </a:defRPr>
            </a:lvl2pPr>
            <a:lvl3pPr>
              <a:defRPr sz="1350" b="1">
                <a:solidFill>
                  <a:srgbClr val="71E0A0"/>
                </a:solidFill>
              </a:defRPr>
            </a:lvl3pPr>
            <a:lvl4pPr>
              <a:defRPr sz="1350" b="1">
                <a:solidFill>
                  <a:srgbClr val="71E0A0"/>
                </a:solidFill>
              </a:defRPr>
            </a:lvl4pPr>
            <a:lvl5pPr>
              <a:defRPr sz="1350" b="1">
                <a:solidFill>
                  <a:srgbClr val="71E0A0"/>
                </a:solidFill>
              </a:defRPr>
            </a:lvl5pPr>
            <a:lvl6pPr>
              <a:defRPr sz="1350" b="1">
                <a:solidFill>
                  <a:srgbClr val="71E0A0"/>
                </a:solidFill>
              </a:defRPr>
            </a:lvl6pPr>
            <a:lvl7pPr>
              <a:defRPr sz="1350" b="1">
                <a:solidFill>
                  <a:srgbClr val="71E0A0"/>
                </a:solidFill>
              </a:defRPr>
            </a:lvl7pPr>
            <a:lvl8pPr>
              <a:defRPr sz="1350" b="1">
                <a:solidFill>
                  <a:srgbClr val="71E0A0"/>
                </a:solidFill>
              </a:defRPr>
            </a:lvl8pPr>
            <a:lvl9pPr>
              <a:defRPr sz="1350" b="1">
                <a:solidFill>
                  <a:srgbClr val="71E0A0"/>
                </a:solidFill>
              </a:defRPr>
            </a:lvl9pPr>
          </a:lstStyle>
          <a:p xmlns:a="http://schemas.openxmlformats.org/drawingml/2006/main">
            <a:pPr>
              <a:defRPr sz="1350" b="1">
                <a:solidFill>
                  <a:srgbClr val="71E0A0"/>
                </a:solidFill>
              </a:defRPr>
            </a:pPr>
            <a:r>
              <a:rPr sz="1350" b="1">
                <a:solidFill>
                  <a:srgbClr val="71E0A0"/>
                </a:solidFill>
              </a:rPr>
              <a:t>Students  •  Councils  •  Administration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CD7EA151-33B7-46AD-ADDF-4E9CB3D99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640050"/>
            <a:ext cx="41605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00" b="0">
                <a:solidFill>
                  <a:srgbClr val="BED5C3"/>
                </a:solidFill>
              </a:defRPr>
            </a:defPPr>
            <a:lvl1pPr>
              <a:defRPr sz="1500" b="0">
                <a:solidFill>
                  <a:srgbClr val="BED5C3"/>
                </a:solidFill>
              </a:defRPr>
            </a:lvl1pPr>
            <a:lvl2pPr>
              <a:defRPr sz="1500" b="0">
                <a:solidFill>
                  <a:srgbClr val="BED5C3"/>
                </a:solidFill>
              </a:defRPr>
            </a:lvl2pPr>
            <a:lvl3pPr>
              <a:defRPr sz="1500" b="0">
                <a:solidFill>
                  <a:srgbClr val="BED5C3"/>
                </a:solidFill>
              </a:defRPr>
            </a:lvl3pPr>
            <a:lvl4pPr>
              <a:defRPr sz="1500" b="0">
                <a:solidFill>
                  <a:srgbClr val="BED5C3"/>
                </a:solidFill>
              </a:defRPr>
            </a:lvl4pPr>
            <a:lvl5pPr>
              <a:defRPr sz="1500" b="0">
                <a:solidFill>
                  <a:srgbClr val="BED5C3"/>
                </a:solidFill>
              </a:defRPr>
            </a:lvl5pPr>
            <a:lvl6pPr>
              <a:defRPr sz="1500" b="0">
                <a:solidFill>
                  <a:srgbClr val="BED5C3"/>
                </a:solidFill>
              </a:defRPr>
            </a:lvl6pPr>
            <a:lvl7pPr>
              <a:defRPr sz="1500" b="0">
                <a:solidFill>
                  <a:srgbClr val="BED5C3"/>
                </a:solidFill>
              </a:defRPr>
            </a:lvl7pPr>
            <a:lvl8pPr>
              <a:defRPr sz="1500" b="0">
                <a:solidFill>
                  <a:srgbClr val="BED5C3"/>
                </a:solidFill>
              </a:defRPr>
            </a:lvl8pPr>
            <a:lvl9pPr>
              <a:defRPr sz="1500" b="0">
                <a:solidFill>
                  <a:srgbClr val="BED5C3"/>
                </a:solidFill>
              </a:defRPr>
            </a:lvl9pPr>
          </a:lstStyle>
          <a:p xmlns:a="http://schemas.openxmlformats.org/drawingml/2006/main">
            <a:pPr>
              <a:defRPr sz="1500" b="0">
                <a:solidFill>
                  <a:srgbClr val="BED5C3"/>
                </a:solidFill>
              </a:defRPr>
            </a:pPr>
            <a:r>
              <a:rPr sz="1500" b="0">
                <a:solidFill>
                  <a:srgbClr val="BED5C3"/>
                </a:solidFill>
              </a:rPr>
              <a:t>CouncilForge  |  Student Council Management System  |  Built for campus participation, coordination, and transparent governance</a:t>
            </a:r>
          </a:p>
        </p:txBody>
      </p:sp>
    </p:spTree>
    <p:extLst>
      <p:ext uri="{BB962C8B-B14F-4D97-AF65-F5344CB8AC3E}">
        <p14:creationId xmlns:p14="http://schemas.microsoft.com/office/powerpoint/2010/main" val="211720207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2026-10-19T05:27:58.3620000Z</dcterms:created>
  <dcterms:modified xsi:type="dcterms:W3CDTF">2026-10-19T05:27:58.3620000Z</dcterms:modified>
</coreProperties>
</file>