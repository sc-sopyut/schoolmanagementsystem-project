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36b783536c44bc" /><Relationship Type="http://schemas.openxmlformats.org/officeDocument/2006/relationships/extended-properties" Target="/docProps/app.xml" Id="R702a989f743b49c6" /><Relationship Type="http://schemas.openxmlformats.org/officeDocument/2006/relationships/officeDocument" Target="/ppt/presentation.xml" Id="R86fac35a849644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6171d1ac884fb8"/>
  </p:sldMasterIdLst>
  <p:notesMasterIdLst>
    <p:notesMasterId xmlns:r="http://schemas.openxmlformats.org/officeDocument/2006/relationships" r:id="Ra8cd49c0fc064c39"/>
  </p:notesMasterIdLst>
  <p:sldIdLst>
    <p:sldId xmlns:r="http://schemas.openxmlformats.org/officeDocument/2006/relationships" id="256" r:id="R017a8c1204214c54"/>
  </p:sldIdLst>
  <p:sldSz cx="43891200" cy="16459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0d96d72afc47dc" /><Relationship Type="http://schemas.openxmlformats.org/officeDocument/2006/relationships/slideMaster" Target="/ppt/slideMasters/slideMaster1.xml" Id="Rb36171d1ac884fb8" /><Relationship Type="http://schemas.openxmlformats.org/officeDocument/2006/relationships/notesMaster" Target="/ppt/notesMasters/notesMaster1.xml" Id="Ra8cd49c0fc064c39" /><Relationship Type="http://schemas.openxmlformats.org/officeDocument/2006/relationships/presProps" Target="/ppt/presProps.xml" Id="Rce6d0871cd174446" /><Relationship Type="http://schemas.openxmlformats.org/officeDocument/2006/relationships/tableStyles" Target="/ppt/tableStyles.xml" Id="R47a35b0147c74a80" /><Relationship Type="http://schemas.openxmlformats.org/officeDocument/2006/relationships/slide" Target="/ppt/slides/slide1.xml" Id="R017a8c1204214c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265b34bda142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4a9e26d3e149e5" /><Relationship Type="http://schemas.openxmlformats.org/officeDocument/2006/relationships/notesMaster" Target="/ppt/notesMasters/notesMaster1.xml" Id="Rd8d820e6651541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1bd0749a3f49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6e7f5c3f1348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62fa4a392147d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863edab0247b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ddb2d4b3843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6e45246f04e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702837-294C-4707-A554-539B8514EC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89120" y="6217920"/>
            <a:ext cx="35112960" cy="237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077CD66-11B5-4DF0-BE56-CD072570B8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583680" y="9052560"/>
            <a:ext cx="3072384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3B359A5-F909-45A7-96DF-E6B441A0DC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89120" y="6858000"/>
            <a:ext cx="3511296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E514EE-5336-4C0D-AB23-43AC8838E6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68880" y="1280160"/>
            <a:ext cx="3895344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463FC7-45D7-4712-9072-98EF2EB0F2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468880" y="4572000"/>
            <a:ext cx="38953440" cy="10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486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2801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0116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7432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47472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2062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9377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6692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64008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54FBAFF-486C-46F6-B1A1-7B3145EDFE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68880" y="1280160"/>
            <a:ext cx="3895344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B54400-09B3-450C-ABA4-7008E9F5F5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468880" y="4572000"/>
            <a:ext cx="18105120" cy="10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486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2801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0116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7432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47472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2062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9377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6692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64008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E69DAE-A729-4A33-99E6-782682FF1B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317200" y="4572000"/>
            <a:ext cx="18105120" cy="10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486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2801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0116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7432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47472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2062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9377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6692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64008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EB1DB5-8504-4EF5-B14B-A4C0E1846E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68880" y="1280160"/>
            <a:ext cx="3895344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3B126E-54CC-4DAE-A80C-95FBF877FE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468880" y="4572000"/>
            <a:ext cx="18105120" cy="10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486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2801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0116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7432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47472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2062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9377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6692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64008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a323a72d0e47d5" /><Relationship Type="http://schemas.openxmlformats.org/officeDocument/2006/relationships/slideLayout" Target="/ppt/slideLayouts/slideLayout1.xml" Id="R5d6c64c6758346e0" /><Relationship Type="http://schemas.openxmlformats.org/officeDocument/2006/relationships/slideLayout" Target="/ppt/slideLayouts/slideLayout2.xml" Id="R7a156252efb04cbc" /><Relationship Type="http://schemas.openxmlformats.org/officeDocument/2006/relationships/slideLayout" Target="/ppt/slideLayouts/slideLayout3.xml" Id="R543444eff0d445d5" /><Relationship Type="http://schemas.openxmlformats.org/officeDocument/2006/relationships/slideLayout" Target="/ppt/slideLayouts/slideLayout4.xml" Id="Rb29f8ded048e4e96" /><Relationship Type="http://schemas.openxmlformats.org/officeDocument/2006/relationships/slideLayout" Target="/ppt/slideLayouts/slideLayout5.xml" Id="R0ebb858290ee431d" /><Relationship Type="http://schemas.openxmlformats.org/officeDocument/2006/relationships/slideLayout" Target="/ppt/slideLayouts/slideLayout6.xml" Id="R852a75c9729542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6c64c6758346e0"/>
    <p:sldLayoutId xmlns:r="http://schemas.openxmlformats.org/officeDocument/2006/relationships" id="2147483650" r:id="R7a156252efb04cbc"/>
    <p:sldLayoutId xmlns:r="http://schemas.openxmlformats.org/officeDocument/2006/relationships" id="2147483651" r:id="R543444eff0d445d5"/>
    <p:sldLayoutId xmlns:r="http://schemas.openxmlformats.org/officeDocument/2006/relationships" id="2147483652" r:id="Rb29f8ded048e4e96"/>
    <p:sldLayoutId xmlns:r="http://schemas.openxmlformats.org/officeDocument/2006/relationships" id="2147483653" r:id="R0ebb858290ee431d"/>
    <p:sldLayoutId xmlns:r="http://schemas.openxmlformats.org/officeDocument/2006/relationships" id="2147483654" r:id="R852a75c9729542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43e08eef3b4afc" /><Relationship Type="http://schemas.openxmlformats.org/officeDocument/2006/relationships/image" Target="/ppt/media/image.png" Id="R6ef722c516234069" /><Relationship Type="http://schemas.openxmlformats.org/officeDocument/2006/relationships/image" Target="/ppt/media/image2.png" Id="Rcf5b51d308df49a4" /><Relationship Type="http://schemas.openxmlformats.org/officeDocument/2006/relationships/image" Target="/ppt/media/image3.png" Id="R41bda571d1b7443e" /><Relationship Type="http://schemas.openxmlformats.org/officeDocument/2006/relationships/image" Target="/ppt/media/image4.png" Id="R698a03dcef904995" /><Relationship Type="http://schemas.openxmlformats.org/officeDocument/2006/relationships/image" Target="/ppt/media/image5.png" Id="Reaf6e13e54cf4c5a" /><Relationship Type="http://schemas.openxmlformats.org/officeDocument/2006/relationships/notesSlide" Target="/ppt/notesSlides/notesSlide1.xml" Id="R9c345078b01e48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FDFB6D0-8B39-4760-A7C7-BF695D45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7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FD8AA-0314-4350-8C44-957F5FEC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F8F5DF"/>
                </a:solidFill>
              </a:defRPr>
            </a:defPPr>
            <a:lvl1pPr>
              <a:defRPr sz="4950" b="1">
                <a:solidFill>
                  <a:srgbClr val="F8F5DF"/>
                </a:solidFill>
              </a:defRPr>
            </a:lvl1pPr>
            <a:lvl2pPr>
              <a:defRPr sz="4950" b="1">
                <a:solidFill>
                  <a:srgbClr val="F8F5DF"/>
                </a:solidFill>
              </a:defRPr>
            </a:lvl2pPr>
            <a:lvl3pPr>
              <a:defRPr sz="4950" b="1">
                <a:solidFill>
                  <a:srgbClr val="F8F5DF"/>
                </a:solidFill>
              </a:defRPr>
            </a:lvl3pPr>
            <a:lvl4pPr>
              <a:defRPr sz="4950" b="1">
                <a:solidFill>
                  <a:srgbClr val="F8F5DF"/>
                </a:solidFill>
              </a:defRPr>
            </a:lvl4pPr>
            <a:lvl5pPr>
              <a:defRPr sz="4950" b="1">
                <a:solidFill>
                  <a:srgbClr val="F8F5DF"/>
                </a:solidFill>
              </a:defRPr>
            </a:lvl5pPr>
            <a:lvl6pPr>
              <a:defRPr sz="4950" b="1">
                <a:solidFill>
                  <a:srgbClr val="F8F5DF"/>
                </a:solidFill>
              </a:defRPr>
            </a:lvl6pPr>
            <a:lvl7pPr>
              <a:defRPr sz="4950" b="1">
                <a:solidFill>
                  <a:srgbClr val="F8F5DF"/>
                </a:solidFill>
              </a:defRPr>
            </a:lvl7pPr>
            <a:lvl8pPr>
              <a:defRPr sz="4950" b="1">
                <a:solidFill>
                  <a:srgbClr val="F8F5DF"/>
                </a:solidFill>
              </a:defRPr>
            </a:lvl8pPr>
            <a:lvl9pPr>
              <a:defRPr sz="49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8F5DF"/>
                </a:solidFill>
              </a:defRPr>
            </a:pPr>
            <a:r>
              <a:rPr sz="4950" b="1">
                <a:solidFill>
                  <a:srgbClr val="F8F5DF"/>
                </a:solidFill>
              </a:rPr>
              <a:t>CouncilForge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330AC-CDF2-42AA-9293-7EF02F43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2001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71E0A0"/>
                </a:solidFill>
              </a:defRPr>
            </a:defPPr>
            <a:lvl1pPr>
              <a:defRPr sz="1800" b="1">
                <a:solidFill>
                  <a:srgbClr val="71E0A0"/>
                </a:solidFill>
              </a:defRPr>
            </a:lvl1pPr>
            <a:lvl2pPr>
              <a:defRPr sz="1800" b="1">
                <a:solidFill>
                  <a:srgbClr val="71E0A0"/>
                </a:solidFill>
              </a:defRPr>
            </a:lvl2pPr>
            <a:lvl3pPr>
              <a:defRPr sz="1800" b="1">
                <a:solidFill>
                  <a:srgbClr val="71E0A0"/>
                </a:solidFill>
              </a:defRPr>
            </a:lvl3pPr>
            <a:lvl4pPr>
              <a:defRPr sz="1800" b="1">
                <a:solidFill>
                  <a:srgbClr val="71E0A0"/>
                </a:solidFill>
              </a:defRPr>
            </a:lvl4pPr>
            <a:lvl5pPr>
              <a:defRPr sz="1800" b="1">
                <a:solidFill>
                  <a:srgbClr val="71E0A0"/>
                </a:solidFill>
              </a:defRPr>
            </a:lvl5pPr>
            <a:lvl6pPr>
              <a:defRPr sz="1800" b="1">
                <a:solidFill>
                  <a:srgbClr val="71E0A0"/>
                </a:solidFill>
              </a:defRPr>
            </a:lvl6pPr>
            <a:lvl7pPr>
              <a:defRPr sz="1800" b="1">
                <a:solidFill>
                  <a:srgbClr val="71E0A0"/>
                </a:solidFill>
              </a:defRPr>
            </a:lvl7pPr>
            <a:lvl8pPr>
              <a:defRPr sz="1800" b="1">
                <a:solidFill>
                  <a:srgbClr val="71E0A0"/>
                </a:solidFill>
              </a:defRPr>
            </a:lvl8pPr>
            <a:lvl9pPr>
              <a:defRPr sz="18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71E0A0"/>
                </a:solidFill>
              </a:defRPr>
            </a:pPr>
            <a:r>
              <a:rPr sz="1800" b="1">
                <a:solidFill>
                  <a:srgbClr val="71E0A0"/>
                </a:solidFill>
              </a:rPr>
              <a:t>STUDENT COUNCIL MANAGEMENT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5B0BC-3C50-4E28-A27C-38A102FE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9055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8F5DF"/>
                </a:solidFill>
              </a:defRPr>
            </a:defPPr>
            <a:lvl1pPr>
              <a:defRPr sz="3225" b="1">
                <a:solidFill>
                  <a:srgbClr val="F8F5DF"/>
                </a:solidFill>
              </a:defRPr>
            </a:lvl1pPr>
            <a:lvl2pPr>
              <a:defRPr sz="3225" b="1">
                <a:solidFill>
                  <a:srgbClr val="F8F5DF"/>
                </a:solidFill>
              </a:defRPr>
            </a:lvl2pPr>
            <a:lvl3pPr>
              <a:defRPr sz="3225" b="1">
                <a:solidFill>
                  <a:srgbClr val="F8F5DF"/>
                </a:solidFill>
              </a:defRPr>
            </a:lvl3pPr>
            <a:lvl4pPr>
              <a:defRPr sz="3225" b="1">
                <a:solidFill>
                  <a:srgbClr val="F8F5DF"/>
                </a:solidFill>
              </a:defRPr>
            </a:lvl4pPr>
            <a:lvl5pPr>
              <a:defRPr sz="3225" b="1">
                <a:solidFill>
                  <a:srgbClr val="F8F5DF"/>
                </a:solidFill>
              </a:defRPr>
            </a:lvl5pPr>
            <a:lvl6pPr>
              <a:defRPr sz="3225" b="1">
                <a:solidFill>
                  <a:srgbClr val="F8F5DF"/>
                </a:solidFill>
              </a:defRPr>
            </a:lvl6pPr>
            <a:lvl7pPr>
              <a:defRPr sz="3225" b="1">
                <a:solidFill>
                  <a:srgbClr val="F8F5DF"/>
                </a:solidFill>
              </a:defRPr>
            </a:lvl7pPr>
            <a:lvl8pPr>
              <a:defRPr sz="3225" b="1">
                <a:solidFill>
                  <a:srgbClr val="F8F5DF"/>
                </a:solidFill>
              </a:defRPr>
            </a:lvl8pPr>
            <a:lvl9pPr>
              <a:defRPr sz="32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8F5DF"/>
                </a:solidFill>
              </a:defRPr>
            </a:pPr>
            <a:r>
              <a:rPr sz="3225" b="1">
                <a:solidFill>
                  <a:srgbClr val="F8F5DF"/>
                </a:solidFill>
              </a:rPr>
              <a:t>One campus platform for accountable student leadership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2DA95-9AD0-4444-B20A-E36A3DA4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04925"/>
            <a:ext cx="1562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ED5C3"/>
                </a:solidFill>
              </a:defRPr>
            </a:defPPr>
            <a:lvl1pPr>
              <a:defRPr sz="1650" b="0">
                <a:solidFill>
                  <a:srgbClr val="BED5C3"/>
                </a:solidFill>
              </a:defRPr>
            </a:lvl1pPr>
            <a:lvl2pPr>
              <a:defRPr sz="1650" b="0">
                <a:solidFill>
                  <a:srgbClr val="BED5C3"/>
                </a:solidFill>
              </a:defRPr>
            </a:lvl2pPr>
            <a:lvl3pPr>
              <a:defRPr sz="1650" b="0">
                <a:solidFill>
                  <a:srgbClr val="BED5C3"/>
                </a:solidFill>
              </a:defRPr>
            </a:lvl3pPr>
            <a:lvl4pPr>
              <a:defRPr sz="1650" b="0">
                <a:solidFill>
                  <a:srgbClr val="BED5C3"/>
                </a:solidFill>
              </a:defRPr>
            </a:lvl4pPr>
            <a:lvl5pPr>
              <a:defRPr sz="1650" b="0">
                <a:solidFill>
                  <a:srgbClr val="BED5C3"/>
                </a:solidFill>
              </a:defRPr>
            </a:lvl5pPr>
            <a:lvl6pPr>
              <a:defRPr sz="1650" b="0">
                <a:solidFill>
                  <a:srgbClr val="BED5C3"/>
                </a:solidFill>
              </a:defRPr>
            </a:lvl6pPr>
            <a:lvl7pPr>
              <a:defRPr sz="1650" b="0">
                <a:solidFill>
                  <a:srgbClr val="BED5C3"/>
                </a:solidFill>
              </a:defRPr>
            </a:lvl7pPr>
            <a:lvl8pPr>
              <a:defRPr sz="1650" b="0">
                <a:solidFill>
                  <a:srgbClr val="BED5C3"/>
                </a:solidFill>
              </a:defRPr>
            </a:lvl8pPr>
            <a:lvl9pPr>
              <a:defRPr sz="16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ED5C3"/>
                </a:solidFill>
              </a:defRPr>
            </a:pPr>
            <a:r>
              <a:rPr sz="1650" b="0">
                <a:solidFill>
                  <a:srgbClr val="BED5C3"/>
                </a:solidFill>
              </a:rPr>
              <a:t>Academic Project Poster  |  Print size: 8 ft × 3 ft (landscape)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BFD10-B459-4C9F-A555-8A2A1E4D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7100" y="409575"/>
            <a:ext cx="4476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46034-82B1-4EFA-A4FD-EAAF76AB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2850" y="6572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CIVIC TECH SUITE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D1BD1-8C99-45AC-816E-4F60FC04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2850" y="9906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8F5DF"/>
                </a:solidFill>
              </a:defRPr>
            </a:defPPr>
            <a:lvl1pPr>
              <a:defRPr sz="1350" b="0">
                <a:solidFill>
                  <a:srgbClr val="F8F5DF"/>
                </a:solidFill>
              </a:defRPr>
            </a:lvl1pPr>
            <a:lvl2pPr>
              <a:defRPr sz="1350" b="0">
                <a:solidFill>
                  <a:srgbClr val="F8F5DF"/>
                </a:solidFill>
              </a:defRPr>
            </a:lvl2pPr>
            <a:lvl3pPr>
              <a:defRPr sz="1350" b="0">
                <a:solidFill>
                  <a:srgbClr val="F8F5DF"/>
                </a:solidFill>
              </a:defRPr>
            </a:lvl3pPr>
            <a:lvl4pPr>
              <a:defRPr sz="1350" b="0">
                <a:solidFill>
                  <a:srgbClr val="F8F5DF"/>
                </a:solidFill>
              </a:defRPr>
            </a:lvl4pPr>
            <a:lvl5pPr>
              <a:defRPr sz="1350" b="0">
                <a:solidFill>
                  <a:srgbClr val="F8F5DF"/>
                </a:solidFill>
              </a:defRPr>
            </a:lvl5pPr>
            <a:lvl6pPr>
              <a:defRPr sz="1350" b="0">
                <a:solidFill>
                  <a:srgbClr val="F8F5DF"/>
                </a:solidFill>
              </a:defRPr>
            </a:lvl6pPr>
            <a:lvl7pPr>
              <a:defRPr sz="1350" b="0">
                <a:solidFill>
                  <a:srgbClr val="F8F5DF"/>
                </a:solidFill>
              </a:defRPr>
            </a:lvl7pPr>
            <a:lvl8pPr>
              <a:defRPr sz="1350" b="0">
                <a:solidFill>
                  <a:srgbClr val="F8F5DF"/>
                </a:solidFill>
              </a:defRPr>
            </a:lvl8pPr>
            <a:lvl9pPr>
              <a:defRPr sz="1350" b="0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8F5DF"/>
                </a:solidFill>
              </a:defRPr>
            </a:pPr>
            <a:r>
              <a:rPr sz="1350" b="0">
                <a:solidFill>
                  <a:srgbClr val="F8F5DF"/>
                </a:solidFill>
              </a:rPr>
              <a:t>Abuyog Community College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192499-D40C-4CAD-9B20-2CAE4FA4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38303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C25C60-E737-4D34-8E4F-AA5D4493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860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1E0A0"/>
                </a:solidFill>
              </a:defRPr>
            </a:defPPr>
            <a:lvl1pPr>
              <a:defRPr sz="2550" b="1">
                <a:solidFill>
                  <a:srgbClr val="71E0A0"/>
                </a:solidFill>
              </a:defRPr>
            </a:lvl1pPr>
            <a:lvl2pPr>
              <a:defRPr sz="2550" b="1">
                <a:solidFill>
                  <a:srgbClr val="71E0A0"/>
                </a:solidFill>
              </a:defRPr>
            </a:lvl2pPr>
            <a:lvl3pPr>
              <a:defRPr sz="2550" b="1">
                <a:solidFill>
                  <a:srgbClr val="71E0A0"/>
                </a:solidFill>
              </a:defRPr>
            </a:lvl3pPr>
            <a:lvl4pPr>
              <a:defRPr sz="2550" b="1">
                <a:solidFill>
                  <a:srgbClr val="71E0A0"/>
                </a:solidFill>
              </a:defRPr>
            </a:lvl4pPr>
            <a:lvl5pPr>
              <a:defRPr sz="2550" b="1">
                <a:solidFill>
                  <a:srgbClr val="71E0A0"/>
                </a:solidFill>
              </a:defRPr>
            </a:lvl5pPr>
            <a:lvl6pPr>
              <a:defRPr sz="2550" b="1">
                <a:solidFill>
                  <a:srgbClr val="71E0A0"/>
                </a:solidFill>
              </a:defRPr>
            </a:lvl6pPr>
            <a:lvl7pPr>
              <a:defRPr sz="2550" b="1">
                <a:solidFill>
                  <a:srgbClr val="71E0A0"/>
                </a:solidFill>
              </a:defRPr>
            </a:lvl7pPr>
            <a:lvl8pPr>
              <a:defRPr sz="2550" b="1">
                <a:solidFill>
                  <a:srgbClr val="71E0A0"/>
                </a:solidFill>
              </a:defRPr>
            </a:lvl8pPr>
            <a:lvl9pPr>
              <a:defRPr sz="25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1E0A0"/>
                </a:solidFill>
              </a:defRPr>
            </a:pPr>
            <a:r>
              <a:rPr sz="2550" b="1">
                <a:solidFill>
                  <a:srgbClr val="71E0A0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2D5E5-0D0F-49FC-A2BE-F32E7DF8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95600"/>
            <a:ext cx="1276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Why CouncilForge?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8FE70-982F-44F2-83E9-65B398FB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76625"/>
            <a:ext cx="13182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BED5C3"/>
                </a:solidFill>
              </a:defRPr>
            </a:defPPr>
            <a:lvl1pPr>
              <a:defRPr sz="2100" b="0">
                <a:solidFill>
                  <a:srgbClr val="BED5C3"/>
                </a:solidFill>
              </a:defRPr>
            </a:lvl1pPr>
            <a:lvl2pPr>
              <a:defRPr sz="2100" b="0">
                <a:solidFill>
                  <a:srgbClr val="BED5C3"/>
                </a:solidFill>
              </a:defRPr>
            </a:lvl2pPr>
            <a:lvl3pPr>
              <a:defRPr sz="2100" b="0">
                <a:solidFill>
                  <a:srgbClr val="BED5C3"/>
                </a:solidFill>
              </a:defRPr>
            </a:lvl3pPr>
            <a:lvl4pPr>
              <a:defRPr sz="2100" b="0">
                <a:solidFill>
                  <a:srgbClr val="BED5C3"/>
                </a:solidFill>
              </a:defRPr>
            </a:lvl4pPr>
            <a:lvl5pPr>
              <a:defRPr sz="2100" b="0">
                <a:solidFill>
                  <a:srgbClr val="BED5C3"/>
                </a:solidFill>
              </a:defRPr>
            </a:lvl5pPr>
            <a:lvl6pPr>
              <a:defRPr sz="2100" b="0">
                <a:solidFill>
                  <a:srgbClr val="BED5C3"/>
                </a:solidFill>
              </a:defRPr>
            </a:lvl6pPr>
            <a:lvl7pPr>
              <a:defRPr sz="2100" b="0">
                <a:solidFill>
                  <a:srgbClr val="BED5C3"/>
                </a:solidFill>
              </a:defRPr>
            </a:lvl7pPr>
            <a:lvl8pPr>
              <a:defRPr sz="2100" b="0">
                <a:solidFill>
                  <a:srgbClr val="BED5C3"/>
                </a:solidFill>
              </a:defRPr>
            </a:lvl8pPr>
            <a:lvl9pPr>
              <a:defRPr sz="21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ED5C3"/>
                </a:solidFill>
              </a:defRPr>
            </a:pPr>
            <a:r>
              <a:rPr sz="2100" b="0">
                <a:solidFill>
                  <a:srgbClr val="BED5C3"/>
                </a:solidFill>
              </a:rPr>
              <a:t>Student councils often work through scattered chat groups, files, and paper records. This makes tasks hard to track, limits transparency, and slows responses to student concerns.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3DA409-5EB5-49E4-B960-666B2356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57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9DD8A"/>
                </a:solidFill>
              </a:defRPr>
            </a:defPPr>
            <a:lvl1pPr>
              <a:defRPr sz="1650" b="1">
                <a:solidFill>
                  <a:srgbClr val="C9DD8A"/>
                </a:solidFill>
              </a:defRPr>
            </a:lvl1pPr>
            <a:lvl2pPr>
              <a:defRPr sz="1650" b="1">
                <a:solidFill>
                  <a:srgbClr val="C9DD8A"/>
                </a:solidFill>
              </a:defRPr>
            </a:lvl2pPr>
            <a:lvl3pPr>
              <a:defRPr sz="1650" b="1">
                <a:solidFill>
                  <a:srgbClr val="C9DD8A"/>
                </a:solidFill>
              </a:defRPr>
            </a:lvl3pPr>
            <a:lvl4pPr>
              <a:defRPr sz="1650" b="1">
                <a:solidFill>
                  <a:srgbClr val="C9DD8A"/>
                </a:solidFill>
              </a:defRPr>
            </a:lvl4pPr>
            <a:lvl5pPr>
              <a:defRPr sz="1650" b="1">
                <a:solidFill>
                  <a:srgbClr val="C9DD8A"/>
                </a:solidFill>
              </a:defRPr>
            </a:lvl5pPr>
            <a:lvl6pPr>
              <a:defRPr sz="1650" b="1">
                <a:solidFill>
                  <a:srgbClr val="C9DD8A"/>
                </a:solidFill>
              </a:defRPr>
            </a:lvl6pPr>
            <a:lvl7pPr>
              <a:defRPr sz="1650" b="1">
                <a:solidFill>
                  <a:srgbClr val="C9DD8A"/>
                </a:solidFill>
              </a:defRPr>
            </a:lvl7pPr>
            <a:lvl8pPr>
              <a:defRPr sz="1650" b="1">
                <a:solidFill>
                  <a:srgbClr val="C9DD8A"/>
                </a:solidFill>
              </a:defRPr>
            </a:lvl8pPr>
            <a:lvl9pPr>
              <a:defRPr sz="1650" b="1">
                <a:solidFill>
                  <a:srgbClr val="C9DD8A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C9DD8A"/>
                </a:solidFill>
              </a:defRPr>
            </a:pPr>
            <a:r>
              <a:rPr sz="1650" b="1">
                <a:solidFill>
                  <a:srgbClr val="C9DD8A"/>
                </a:solidFill>
              </a:rPr>
              <a:t>Agenda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47827-0E89-4F4E-86FA-84B2A1B9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577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8F5DF"/>
                </a:solidFill>
              </a:defRPr>
            </a:defPPr>
            <a:lvl1pPr>
              <a:defRPr sz="1650" b="0">
                <a:solidFill>
                  <a:srgbClr val="F8F5DF"/>
                </a:solidFill>
              </a:defRPr>
            </a:lvl1pPr>
            <a:lvl2pPr>
              <a:defRPr sz="1650" b="0">
                <a:solidFill>
                  <a:srgbClr val="F8F5DF"/>
                </a:solidFill>
              </a:defRPr>
            </a:lvl2pPr>
            <a:lvl3pPr>
              <a:defRPr sz="1650" b="0">
                <a:solidFill>
                  <a:srgbClr val="F8F5DF"/>
                </a:solidFill>
              </a:defRPr>
            </a:lvl3pPr>
            <a:lvl4pPr>
              <a:defRPr sz="1650" b="0">
                <a:solidFill>
                  <a:srgbClr val="F8F5DF"/>
                </a:solidFill>
              </a:defRPr>
            </a:lvl4pPr>
            <a:lvl5pPr>
              <a:defRPr sz="1650" b="0">
                <a:solidFill>
                  <a:srgbClr val="F8F5DF"/>
                </a:solidFill>
              </a:defRPr>
            </a:lvl5pPr>
            <a:lvl6pPr>
              <a:defRPr sz="1650" b="0">
                <a:solidFill>
                  <a:srgbClr val="F8F5DF"/>
                </a:solidFill>
              </a:defRPr>
            </a:lvl6pPr>
            <a:lvl7pPr>
              <a:defRPr sz="1650" b="0">
                <a:solidFill>
                  <a:srgbClr val="F8F5DF"/>
                </a:solidFill>
              </a:defRPr>
            </a:lvl7pPr>
            <a:lvl8pPr>
              <a:defRPr sz="1650" b="0">
                <a:solidFill>
                  <a:srgbClr val="F8F5DF"/>
                </a:solidFill>
              </a:defRPr>
            </a:lvl8pPr>
            <a:lvl9pPr>
              <a:defRPr sz="1650" b="0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8F5DF"/>
                </a:solidFill>
              </a:defRPr>
            </a:pPr>
            <a:r>
              <a:rPr sz="1650" b="0">
                <a:solidFill>
                  <a:srgbClr val="F8F5DF"/>
                </a:solidFill>
              </a:rPr>
              <a:t>centralize operations, strengthen accountability, and give students a clear channel to participate.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C7506-1FA6-4160-AA65-91CA73BB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2647950"/>
            <a:ext cx="138303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D6D9C-DEB9-4091-9C90-852DC0BD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28860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1E0A0"/>
                </a:solidFill>
              </a:defRPr>
            </a:defPPr>
            <a:lvl1pPr>
              <a:defRPr sz="2550" b="1">
                <a:solidFill>
                  <a:srgbClr val="71E0A0"/>
                </a:solidFill>
              </a:defRPr>
            </a:lvl1pPr>
            <a:lvl2pPr>
              <a:defRPr sz="2550" b="1">
                <a:solidFill>
                  <a:srgbClr val="71E0A0"/>
                </a:solidFill>
              </a:defRPr>
            </a:lvl2pPr>
            <a:lvl3pPr>
              <a:defRPr sz="2550" b="1">
                <a:solidFill>
                  <a:srgbClr val="71E0A0"/>
                </a:solidFill>
              </a:defRPr>
            </a:lvl3pPr>
            <a:lvl4pPr>
              <a:defRPr sz="2550" b="1">
                <a:solidFill>
                  <a:srgbClr val="71E0A0"/>
                </a:solidFill>
              </a:defRPr>
            </a:lvl4pPr>
            <a:lvl5pPr>
              <a:defRPr sz="2550" b="1">
                <a:solidFill>
                  <a:srgbClr val="71E0A0"/>
                </a:solidFill>
              </a:defRPr>
            </a:lvl5pPr>
            <a:lvl6pPr>
              <a:defRPr sz="2550" b="1">
                <a:solidFill>
                  <a:srgbClr val="71E0A0"/>
                </a:solidFill>
              </a:defRPr>
            </a:lvl6pPr>
            <a:lvl7pPr>
              <a:defRPr sz="2550" b="1">
                <a:solidFill>
                  <a:srgbClr val="71E0A0"/>
                </a:solidFill>
              </a:defRPr>
            </a:lvl7pPr>
            <a:lvl8pPr>
              <a:defRPr sz="2550" b="1">
                <a:solidFill>
                  <a:srgbClr val="71E0A0"/>
                </a:solidFill>
              </a:defRPr>
            </a:lvl8pPr>
            <a:lvl9pPr>
              <a:defRPr sz="25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1E0A0"/>
                </a:solidFill>
              </a:defRPr>
            </a:pPr>
            <a:r>
              <a:rPr sz="2550" b="1">
                <a:solidFill>
                  <a:srgbClr val="71E0A0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DC1BE-027D-410A-989E-AF6549A0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2895600"/>
            <a:ext cx="1276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Project objectives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785F10-1728-4AC2-B334-72B94DA0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3476625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71E0A0"/>
                </a:solidFill>
              </a:defRPr>
            </a:defPPr>
            <a:lvl1pPr>
              <a:defRPr sz="2325" b="1">
                <a:solidFill>
                  <a:srgbClr val="71E0A0"/>
                </a:solidFill>
              </a:defRPr>
            </a:lvl1pPr>
            <a:lvl2pPr>
              <a:defRPr sz="2325" b="1">
                <a:solidFill>
                  <a:srgbClr val="71E0A0"/>
                </a:solidFill>
              </a:defRPr>
            </a:lvl2pPr>
            <a:lvl3pPr>
              <a:defRPr sz="2325" b="1">
                <a:solidFill>
                  <a:srgbClr val="71E0A0"/>
                </a:solidFill>
              </a:defRPr>
            </a:lvl3pPr>
            <a:lvl4pPr>
              <a:defRPr sz="2325" b="1">
                <a:solidFill>
                  <a:srgbClr val="71E0A0"/>
                </a:solidFill>
              </a:defRPr>
            </a:lvl4pPr>
            <a:lvl5pPr>
              <a:defRPr sz="2325" b="1">
                <a:solidFill>
                  <a:srgbClr val="71E0A0"/>
                </a:solidFill>
              </a:defRPr>
            </a:lvl5pPr>
            <a:lvl6pPr>
              <a:defRPr sz="2325" b="1">
                <a:solidFill>
                  <a:srgbClr val="71E0A0"/>
                </a:solidFill>
              </a:defRPr>
            </a:lvl6pPr>
            <a:lvl7pPr>
              <a:defRPr sz="2325" b="1">
                <a:solidFill>
                  <a:srgbClr val="71E0A0"/>
                </a:solidFill>
              </a:defRPr>
            </a:lvl7pPr>
            <a:lvl8pPr>
              <a:defRPr sz="2325" b="1">
                <a:solidFill>
                  <a:srgbClr val="71E0A0"/>
                </a:solidFill>
              </a:defRPr>
            </a:lvl8pPr>
            <a:lvl9pPr>
              <a:defRPr sz="23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71E0A0"/>
                </a:solidFill>
              </a:defRPr>
            </a:pPr>
            <a:r>
              <a:rPr sz="2325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15BD2E-F7EC-410B-9844-9EA2971E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3476625"/>
            <a:ext cx="12944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ED5C3"/>
                </a:solidFill>
              </a:defRPr>
            </a:defPPr>
            <a:lvl1pPr>
              <a:defRPr sz="1725" b="0">
                <a:solidFill>
                  <a:srgbClr val="BED5C3"/>
                </a:solidFill>
              </a:defRPr>
            </a:lvl1pPr>
            <a:lvl2pPr>
              <a:defRPr sz="1725" b="0">
                <a:solidFill>
                  <a:srgbClr val="BED5C3"/>
                </a:solidFill>
              </a:defRPr>
            </a:lvl2pPr>
            <a:lvl3pPr>
              <a:defRPr sz="1725" b="0">
                <a:solidFill>
                  <a:srgbClr val="BED5C3"/>
                </a:solidFill>
              </a:defRPr>
            </a:lvl3pPr>
            <a:lvl4pPr>
              <a:defRPr sz="1725" b="0">
                <a:solidFill>
                  <a:srgbClr val="BED5C3"/>
                </a:solidFill>
              </a:defRPr>
            </a:lvl4pPr>
            <a:lvl5pPr>
              <a:defRPr sz="1725" b="0">
                <a:solidFill>
                  <a:srgbClr val="BED5C3"/>
                </a:solidFill>
              </a:defRPr>
            </a:lvl5pPr>
            <a:lvl6pPr>
              <a:defRPr sz="1725" b="0">
                <a:solidFill>
                  <a:srgbClr val="BED5C3"/>
                </a:solidFill>
              </a:defRPr>
            </a:lvl6pPr>
            <a:lvl7pPr>
              <a:defRPr sz="1725" b="0">
                <a:solidFill>
                  <a:srgbClr val="BED5C3"/>
                </a:solidFill>
              </a:defRPr>
            </a:lvl7pPr>
            <a:lvl8pPr>
              <a:defRPr sz="1725" b="0">
                <a:solidFill>
                  <a:srgbClr val="BED5C3"/>
                </a:solidFill>
              </a:defRPr>
            </a:lvl8pPr>
            <a:lvl9pPr>
              <a:defRPr sz="17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ED5C3"/>
                </a:solidFill>
              </a:defRPr>
            </a:pPr>
            <a:r>
              <a:rPr sz="1725" b="0">
                <a:solidFill>
                  <a:srgbClr val="BED5C3"/>
                </a:solidFill>
              </a:rPr>
              <a:t>Organize council work, events, budgets, documents, and voting in one system.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89EC85-CD0B-4F41-8BB2-DEFCD43F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4029075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71E0A0"/>
                </a:solidFill>
              </a:defRPr>
            </a:defPPr>
            <a:lvl1pPr>
              <a:defRPr sz="2325" b="1">
                <a:solidFill>
                  <a:srgbClr val="71E0A0"/>
                </a:solidFill>
              </a:defRPr>
            </a:lvl1pPr>
            <a:lvl2pPr>
              <a:defRPr sz="2325" b="1">
                <a:solidFill>
                  <a:srgbClr val="71E0A0"/>
                </a:solidFill>
              </a:defRPr>
            </a:lvl2pPr>
            <a:lvl3pPr>
              <a:defRPr sz="2325" b="1">
                <a:solidFill>
                  <a:srgbClr val="71E0A0"/>
                </a:solidFill>
              </a:defRPr>
            </a:lvl3pPr>
            <a:lvl4pPr>
              <a:defRPr sz="2325" b="1">
                <a:solidFill>
                  <a:srgbClr val="71E0A0"/>
                </a:solidFill>
              </a:defRPr>
            </a:lvl4pPr>
            <a:lvl5pPr>
              <a:defRPr sz="2325" b="1">
                <a:solidFill>
                  <a:srgbClr val="71E0A0"/>
                </a:solidFill>
              </a:defRPr>
            </a:lvl5pPr>
            <a:lvl6pPr>
              <a:defRPr sz="2325" b="1">
                <a:solidFill>
                  <a:srgbClr val="71E0A0"/>
                </a:solidFill>
              </a:defRPr>
            </a:lvl6pPr>
            <a:lvl7pPr>
              <a:defRPr sz="2325" b="1">
                <a:solidFill>
                  <a:srgbClr val="71E0A0"/>
                </a:solidFill>
              </a:defRPr>
            </a:lvl7pPr>
            <a:lvl8pPr>
              <a:defRPr sz="2325" b="1">
                <a:solidFill>
                  <a:srgbClr val="71E0A0"/>
                </a:solidFill>
              </a:defRPr>
            </a:lvl8pPr>
            <a:lvl9pPr>
              <a:defRPr sz="23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71E0A0"/>
                </a:solidFill>
              </a:defRPr>
            </a:pPr>
            <a:r>
              <a:rPr sz="2325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6E0AB2-3020-46A4-B933-00D9C7E7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4029075"/>
            <a:ext cx="12944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ED5C3"/>
                </a:solidFill>
              </a:defRPr>
            </a:defPPr>
            <a:lvl1pPr>
              <a:defRPr sz="1725" b="0">
                <a:solidFill>
                  <a:srgbClr val="BED5C3"/>
                </a:solidFill>
              </a:defRPr>
            </a:lvl1pPr>
            <a:lvl2pPr>
              <a:defRPr sz="1725" b="0">
                <a:solidFill>
                  <a:srgbClr val="BED5C3"/>
                </a:solidFill>
              </a:defRPr>
            </a:lvl2pPr>
            <a:lvl3pPr>
              <a:defRPr sz="1725" b="0">
                <a:solidFill>
                  <a:srgbClr val="BED5C3"/>
                </a:solidFill>
              </a:defRPr>
            </a:lvl3pPr>
            <a:lvl4pPr>
              <a:defRPr sz="1725" b="0">
                <a:solidFill>
                  <a:srgbClr val="BED5C3"/>
                </a:solidFill>
              </a:defRPr>
            </a:lvl4pPr>
            <a:lvl5pPr>
              <a:defRPr sz="1725" b="0">
                <a:solidFill>
                  <a:srgbClr val="BED5C3"/>
                </a:solidFill>
              </a:defRPr>
            </a:lvl5pPr>
            <a:lvl6pPr>
              <a:defRPr sz="1725" b="0">
                <a:solidFill>
                  <a:srgbClr val="BED5C3"/>
                </a:solidFill>
              </a:defRPr>
            </a:lvl6pPr>
            <a:lvl7pPr>
              <a:defRPr sz="1725" b="0">
                <a:solidFill>
                  <a:srgbClr val="BED5C3"/>
                </a:solidFill>
              </a:defRPr>
            </a:lvl7pPr>
            <a:lvl8pPr>
              <a:defRPr sz="1725" b="0">
                <a:solidFill>
                  <a:srgbClr val="BED5C3"/>
                </a:solidFill>
              </a:defRPr>
            </a:lvl8pPr>
            <a:lvl9pPr>
              <a:defRPr sz="17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ED5C3"/>
                </a:solidFill>
              </a:defRPr>
            </a:pPr>
            <a:r>
              <a:rPr sz="1725" b="0">
                <a:solidFill>
                  <a:srgbClr val="BED5C3"/>
                </a:solidFill>
              </a:rPr>
              <a:t>Provide students with visible updates and a protected concern-submission channel.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3C7008-096E-46D5-AD0D-761E8233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4581525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71E0A0"/>
                </a:solidFill>
              </a:defRPr>
            </a:defPPr>
            <a:lvl1pPr>
              <a:defRPr sz="2325" b="1">
                <a:solidFill>
                  <a:srgbClr val="71E0A0"/>
                </a:solidFill>
              </a:defRPr>
            </a:lvl1pPr>
            <a:lvl2pPr>
              <a:defRPr sz="2325" b="1">
                <a:solidFill>
                  <a:srgbClr val="71E0A0"/>
                </a:solidFill>
              </a:defRPr>
            </a:lvl2pPr>
            <a:lvl3pPr>
              <a:defRPr sz="2325" b="1">
                <a:solidFill>
                  <a:srgbClr val="71E0A0"/>
                </a:solidFill>
              </a:defRPr>
            </a:lvl3pPr>
            <a:lvl4pPr>
              <a:defRPr sz="2325" b="1">
                <a:solidFill>
                  <a:srgbClr val="71E0A0"/>
                </a:solidFill>
              </a:defRPr>
            </a:lvl4pPr>
            <a:lvl5pPr>
              <a:defRPr sz="2325" b="1">
                <a:solidFill>
                  <a:srgbClr val="71E0A0"/>
                </a:solidFill>
              </a:defRPr>
            </a:lvl5pPr>
            <a:lvl6pPr>
              <a:defRPr sz="2325" b="1">
                <a:solidFill>
                  <a:srgbClr val="71E0A0"/>
                </a:solidFill>
              </a:defRPr>
            </a:lvl6pPr>
            <a:lvl7pPr>
              <a:defRPr sz="2325" b="1">
                <a:solidFill>
                  <a:srgbClr val="71E0A0"/>
                </a:solidFill>
              </a:defRPr>
            </a:lvl7pPr>
            <a:lvl8pPr>
              <a:defRPr sz="2325" b="1">
                <a:solidFill>
                  <a:srgbClr val="71E0A0"/>
                </a:solidFill>
              </a:defRPr>
            </a:lvl8pPr>
            <a:lvl9pPr>
              <a:defRPr sz="23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71E0A0"/>
                </a:solidFill>
              </a:defRPr>
            </a:pPr>
            <a:r>
              <a:rPr sz="2325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F4ABA4-ADAB-4CF3-93C1-9C6F6D68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4581525"/>
            <a:ext cx="12944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ED5C3"/>
                </a:solidFill>
              </a:defRPr>
            </a:defPPr>
            <a:lvl1pPr>
              <a:defRPr sz="1725" b="0">
                <a:solidFill>
                  <a:srgbClr val="BED5C3"/>
                </a:solidFill>
              </a:defRPr>
            </a:lvl1pPr>
            <a:lvl2pPr>
              <a:defRPr sz="1725" b="0">
                <a:solidFill>
                  <a:srgbClr val="BED5C3"/>
                </a:solidFill>
              </a:defRPr>
            </a:lvl2pPr>
            <a:lvl3pPr>
              <a:defRPr sz="1725" b="0">
                <a:solidFill>
                  <a:srgbClr val="BED5C3"/>
                </a:solidFill>
              </a:defRPr>
            </a:lvl3pPr>
            <a:lvl4pPr>
              <a:defRPr sz="1725" b="0">
                <a:solidFill>
                  <a:srgbClr val="BED5C3"/>
                </a:solidFill>
              </a:defRPr>
            </a:lvl4pPr>
            <a:lvl5pPr>
              <a:defRPr sz="1725" b="0">
                <a:solidFill>
                  <a:srgbClr val="BED5C3"/>
                </a:solidFill>
              </a:defRPr>
            </a:lvl5pPr>
            <a:lvl6pPr>
              <a:defRPr sz="1725" b="0">
                <a:solidFill>
                  <a:srgbClr val="BED5C3"/>
                </a:solidFill>
              </a:defRPr>
            </a:lvl6pPr>
            <a:lvl7pPr>
              <a:defRPr sz="1725" b="0">
                <a:solidFill>
                  <a:srgbClr val="BED5C3"/>
                </a:solidFill>
              </a:defRPr>
            </a:lvl7pPr>
            <a:lvl8pPr>
              <a:defRPr sz="1725" b="0">
                <a:solidFill>
                  <a:srgbClr val="BED5C3"/>
                </a:solidFill>
              </a:defRPr>
            </a:lvl8pPr>
            <a:lvl9pPr>
              <a:defRPr sz="17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ED5C3"/>
                </a:solidFill>
              </a:defRPr>
            </a:pPr>
            <a:r>
              <a:rPr sz="1725" b="0">
                <a:solidFill>
                  <a:srgbClr val="BED5C3"/>
                </a:solidFill>
              </a:rPr>
              <a:t>Give administrators oversight without removing organization-level autonomy.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9D3485-2B9B-45E8-BA79-53B068C3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0" y="2647950"/>
            <a:ext cx="138303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CB514C-E7C7-4619-9C1B-18E7C33D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0" y="28860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1E0A0"/>
                </a:solidFill>
              </a:defRPr>
            </a:defPPr>
            <a:lvl1pPr>
              <a:defRPr sz="2550" b="1">
                <a:solidFill>
                  <a:srgbClr val="71E0A0"/>
                </a:solidFill>
              </a:defRPr>
            </a:lvl1pPr>
            <a:lvl2pPr>
              <a:defRPr sz="2550" b="1">
                <a:solidFill>
                  <a:srgbClr val="71E0A0"/>
                </a:solidFill>
              </a:defRPr>
            </a:lvl2pPr>
            <a:lvl3pPr>
              <a:defRPr sz="2550" b="1">
                <a:solidFill>
                  <a:srgbClr val="71E0A0"/>
                </a:solidFill>
              </a:defRPr>
            </a:lvl3pPr>
            <a:lvl4pPr>
              <a:defRPr sz="2550" b="1">
                <a:solidFill>
                  <a:srgbClr val="71E0A0"/>
                </a:solidFill>
              </a:defRPr>
            </a:lvl4pPr>
            <a:lvl5pPr>
              <a:defRPr sz="2550" b="1">
                <a:solidFill>
                  <a:srgbClr val="71E0A0"/>
                </a:solidFill>
              </a:defRPr>
            </a:lvl5pPr>
            <a:lvl6pPr>
              <a:defRPr sz="2550" b="1">
                <a:solidFill>
                  <a:srgbClr val="71E0A0"/>
                </a:solidFill>
              </a:defRPr>
            </a:lvl6pPr>
            <a:lvl7pPr>
              <a:defRPr sz="2550" b="1">
                <a:solidFill>
                  <a:srgbClr val="71E0A0"/>
                </a:solidFill>
              </a:defRPr>
            </a:lvl7pPr>
            <a:lvl8pPr>
              <a:defRPr sz="2550" b="1">
                <a:solidFill>
                  <a:srgbClr val="71E0A0"/>
                </a:solidFill>
              </a:defRPr>
            </a:lvl8pPr>
            <a:lvl9pPr>
              <a:defRPr sz="25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1E0A0"/>
                </a:solidFill>
              </a:defRPr>
            </a:pPr>
            <a:r>
              <a:rPr sz="2550" b="1">
                <a:solidFill>
                  <a:srgbClr val="71E0A0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A14478-048F-4C1F-98C1-203F86CA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84700" y="2895600"/>
            <a:ext cx="1276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Sustainable Development Goals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5E9912-D414-41AA-88AE-2DDAF89A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7975" y="3505200"/>
            <a:ext cx="3905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C519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45438A-B10D-4FEE-A499-6FFBFF76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7525" y="37242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8F5DF"/>
                </a:solidFill>
              </a:defRPr>
            </a:defPPr>
            <a:lvl1pPr>
              <a:defRPr sz="1275" b="1">
                <a:solidFill>
                  <a:srgbClr val="F8F5DF"/>
                </a:solidFill>
              </a:defRPr>
            </a:lvl1pPr>
            <a:lvl2pPr>
              <a:defRPr sz="1275" b="1">
                <a:solidFill>
                  <a:srgbClr val="F8F5DF"/>
                </a:solidFill>
              </a:defRPr>
            </a:lvl2pPr>
            <a:lvl3pPr>
              <a:defRPr sz="1275" b="1">
                <a:solidFill>
                  <a:srgbClr val="F8F5DF"/>
                </a:solidFill>
              </a:defRPr>
            </a:lvl3pPr>
            <a:lvl4pPr>
              <a:defRPr sz="1275" b="1">
                <a:solidFill>
                  <a:srgbClr val="F8F5DF"/>
                </a:solidFill>
              </a:defRPr>
            </a:lvl4pPr>
            <a:lvl5pPr>
              <a:defRPr sz="1275" b="1">
                <a:solidFill>
                  <a:srgbClr val="F8F5DF"/>
                </a:solidFill>
              </a:defRPr>
            </a:lvl5pPr>
            <a:lvl6pPr>
              <a:defRPr sz="1275" b="1">
                <a:solidFill>
                  <a:srgbClr val="F8F5DF"/>
                </a:solidFill>
              </a:defRPr>
            </a:lvl6pPr>
            <a:lvl7pPr>
              <a:defRPr sz="1275" b="1">
                <a:solidFill>
                  <a:srgbClr val="F8F5DF"/>
                </a:solidFill>
              </a:defRPr>
            </a:lvl7pPr>
            <a:lvl8pPr>
              <a:defRPr sz="1275" b="1">
                <a:solidFill>
                  <a:srgbClr val="F8F5DF"/>
                </a:solidFill>
              </a:defRPr>
            </a:lvl8pPr>
            <a:lvl9pPr>
              <a:defRPr sz="12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8F5DF"/>
                </a:solidFill>
              </a:defRPr>
            </a:pPr>
            <a:r>
              <a:rPr sz="1275" b="1">
                <a:solidFill>
                  <a:srgbClr val="F8F5DF"/>
                </a:solidFill>
              </a:rPr>
              <a:t>SDG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C6E5F9-ABC5-43C3-9E70-C1300111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7525" y="3981450"/>
            <a:ext cx="895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8F5DF"/>
                </a:solidFill>
              </a:defRPr>
            </a:defPPr>
            <a:lvl1pPr>
              <a:defRPr sz="3450" b="1">
                <a:solidFill>
                  <a:srgbClr val="F8F5DF"/>
                </a:solidFill>
              </a:defRPr>
            </a:lvl1pPr>
            <a:lvl2pPr>
              <a:defRPr sz="3450" b="1">
                <a:solidFill>
                  <a:srgbClr val="F8F5DF"/>
                </a:solidFill>
              </a:defRPr>
            </a:lvl2pPr>
            <a:lvl3pPr>
              <a:defRPr sz="3450" b="1">
                <a:solidFill>
                  <a:srgbClr val="F8F5DF"/>
                </a:solidFill>
              </a:defRPr>
            </a:lvl3pPr>
            <a:lvl4pPr>
              <a:defRPr sz="3450" b="1">
                <a:solidFill>
                  <a:srgbClr val="F8F5DF"/>
                </a:solidFill>
              </a:defRPr>
            </a:lvl4pPr>
            <a:lvl5pPr>
              <a:defRPr sz="3450" b="1">
                <a:solidFill>
                  <a:srgbClr val="F8F5DF"/>
                </a:solidFill>
              </a:defRPr>
            </a:lvl5pPr>
            <a:lvl6pPr>
              <a:defRPr sz="3450" b="1">
                <a:solidFill>
                  <a:srgbClr val="F8F5DF"/>
                </a:solidFill>
              </a:defRPr>
            </a:lvl6pPr>
            <a:lvl7pPr>
              <a:defRPr sz="3450" b="1">
                <a:solidFill>
                  <a:srgbClr val="F8F5DF"/>
                </a:solidFill>
              </a:defRPr>
            </a:lvl7pPr>
            <a:lvl8pPr>
              <a:defRPr sz="3450" b="1">
                <a:solidFill>
                  <a:srgbClr val="F8F5DF"/>
                </a:solidFill>
              </a:defRPr>
            </a:lvl8pPr>
            <a:lvl9pPr>
              <a:defRPr sz="34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8F5DF"/>
                </a:solidFill>
              </a:defRPr>
            </a:pPr>
            <a:r>
              <a:rPr sz="3450" b="1">
                <a:solidFill>
                  <a:srgbClr val="F8F5D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BAB168-9BFC-48AC-A711-11192C5A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0" y="384810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8F5DF"/>
                </a:solidFill>
              </a:defRPr>
            </a:defPPr>
            <a:lvl1pPr>
              <a:defRPr sz="1425" b="1">
                <a:solidFill>
                  <a:srgbClr val="F8F5DF"/>
                </a:solidFill>
              </a:defRPr>
            </a:lvl1pPr>
            <a:lvl2pPr>
              <a:defRPr sz="1425" b="1">
                <a:solidFill>
                  <a:srgbClr val="F8F5DF"/>
                </a:solidFill>
              </a:defRPr>
            </a:lvl2pPr>
            <a:lvl3pPr>
              <a:defRPr sz="1425" b="1">
                <a:solidFill>
                  <a:srgbClr val="F8F5DF"/>
                </a:solidFill>
              </a:defRPr>
            </a:lvl3pPr>
            <a:lvl4pPr>
              <a:defRPr sz="1425" b="1">
                <a:solidFill>
                  <a:srgbClr val="F8F5DF"/>
                </a:solidFill>
              </a:defRPr>
            </a:lvl4pPr>
            <a:lvl5pPr>
              <a:defRPr sz="1425" b="1">
                <a:solidFill>
                  <a:srgbClr val="F8F5DF"/>
                </a:solidFill>
              </a:defRPr>
            </a:lvl5pPr>
            <a:lvl6pPr>
              <a:defRPr sz="1425" b="1">
                <a:solidFill>
                  <a:srgbClr val="F8F5DF"/>
                </a:solidFill>
              </a:defRPr>
            </a:lvl6pPr>
            <a:lvl7pPr>
              <a:defRPr sz="1425" b="1">
                <a:solidFill>
                  <a:srgbClr val="F8F5DF"/>
                </a:solidFill>
              </a:defRPr>
            </a:lvl7pPr>
            <a:lvl8pPr>
              <a:defRPr sz="1425" b="1">
                <a:solidFill>
                  <a:srgbClr val="F8F5DF"/>
                </a:solidFill>
              </a:defRPr>
            </a:lvl8pPr>
            <a:lvl9pPr>
              <a:defRPr sz="14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5DF"/>
                </a:solidFill>
              </a:defRPr>
            </a:pPr>
            <a:r>
              <a:rPr sz="1425" b="1">
                <a:solidFill>
                  <a:srgbClr val="F8F5DF"/>
                </a:solidFill>
              </a:rPr>
              <a:t>Quality Education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ECBA60-FCC7-478B-9B96-DD6067B9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7575" y="3505200"/>
            <a:ext cx="3905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D69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A4246C-376A-4EA5-A321-9119565E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25" y="37242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8F5DF"/>
                </a:solidFill>
              </a:defRPr>
            </a:defPPr>
            <a:lvl1pPr>
              <a:defRPr sz="1275" b="1">
                <a:solidFill>
                  <a:srgbClr val="F8F5DF"/>
                </a:solidFill>
              </a:defRPr>
            </a:lvl1pPr>
            <a:lvl2pPr>
              <a:defRPr sz="1275" b="1">
                <a:solidFill>
                  <a:srgbClr val="F8F5DF"/>
                </a:solidFill>
              </a:defRPr>
            </a:lvl2pPr>
            <a:lvl3pPr>
              <a:defRPr sz="1275" b="1">
                <a:solidFill>
                  <a:srgbClr val="F8F5DF"/>
                </a:solidFill>
              </a:defRPr>
            </a:lvl3pPr>
            <a:lvl4pPr>
              <a:defRPr sz="1275" b="1">
                <a:solidFill>
                  <a:srgbClr val="F8F5DF"/>
                </a:solidFill>
              </a:defRPr>
            </a:lvl4pPr>
            <a:lvl5pPr>
              <a:defRPr sz="1275" b="1">
                <a:solidFill>
                  <a:srgbClr val="F8F5DF"/>
                </a:solidFill>
              </a:defRPr>
            </a:lvl5pPr>
            <a:lvl6pPr>
              <a:defRPr sz="1275" b="1">
                <a:solidFill>
                  <a:srgbClr val="F8F5DF"/>
                </a:solidFill>
              </a:defRPr>
            </a:lvl6pPr>
            <a:lvl7pPr>
              <a:defRPr sz="1275" b="1">
                <a:solidFill>
                  <a:srgbClr val="F8F5DF"/>
                </a:solidFill>
              </a:defRPr>
            </a:lvl7pPr>
            <a:lvl8pPr>
              <a:defRPr sz="1275" b="1">
                <a:solidFill>
                  <a:srgbClr val="F8F5DF"/>
                </a:solidFill>
              </a:defRPr>
            </a:lvl8pPr>
            <a:lvl9pPr>
              <a:defRPr sz="12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8F5DF"/>
                </a:solidFill>
              </a:defRPr>
            </a:pPr>
            <a:r>
              <a:rPr sz="1275" b="1">
                <a:solidFill>
                  <a:srgbClr val="F8F5DF"/>
                </a:solidFill>
              </a:rPr>
              <a:t>SDG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C4C4F9-95EA-41D4-976D-F471C718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25" y="3981450"/>
            <a:ext cx="895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8F5DF"/>
                </a:solidFill>
              </a:defRPr>
            </a:defPPr>
            <a:lvl1pPr>
              <a:defRPr sz="3450" b="1">
                <a:solidFill>
                  <a:srgbClr val="F8F5DF"/>
                </a:solidFill>
              </a:defRPr>
            </a:lvl1pPr>
            <a:lvl2pPr>
              <a:defRPr sz="3450" b="1">
                <a:solidFill>
                  <a:srgbClr val="F8F5DF"/>
                </a:solidFill>
              </a:defRPr>
            </a:lvl2pPr>
            <a:lvl3pPr>
              <a:defRPr sz="3450" b="1">
                <a:solidFill>
                  <a:srgbClr val="F8F5DF"/>
                </a:solidFill>
              </a:defRPr>
            </a:lvl3pPr>
            <a:lvl4pPr>
              <a:defRPr sz="3450" b="1">
                <a:solidFill>
                  <a:srgbClr val="F8F5DF"/>
                </a:solidFill>
              </a:defRPr>
            </a:lvl4pPr>
            <a:lvl5pPr>
              <a:defRPr sz="3450" b="1">
                <a:solidFill>
                  <a:srgbClr val="F8F5DF"/>
                </a:solidFill>
              </a:defRPr>
            </a:lvl5pPr>
            <a:lvl6pPr>
              <a:defRPr sz="3450" b="1">
                <a:solidFill>
                  <a:srgbClr val="F8F5DF"/>
                </a:solidFill>
              </a:defRPr>
            </a:lvl6pPr>
            <a:lvl7pPr>
              <a:defRPr sz="3450" b="1">
                <a:solidFill>
                  <a:srgbClr val="F8F5DF"/>
                </a:solidFill>
              </a:defRPr>
            </a:lvl7pPr>
            <a:lvl8pPr>
              <a:defRPr sz="3450" b="1">
                <a:solidFill>
                  <a:srgbClr val="F8F5DF"/>
                </a:solidFill>
              </a:defRPr>
            </a:lvl8pPr>
            <a:lvl9pPr>
              <a:defRPr sz="34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8F5DF"/>
                </a:solidFill>
              </a:defRPr>
            </a:pPr>
            <a:r>
              <a:rPr sz="3450" b="1">
                <a:solidFill>
                  <a:srgbClr val="F8F5DF"/>
                </a:solidFill>
              </a:rPr>
              <a:t>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3BA19D-D880-47EE-B7BB-DE648E5F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1050" y="384810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8F5DF"/>
                </a:solidFill>
              </a:defRPr>
            </a:defPPr>
            <a:lvl1pPr>
              <a:defRPr sz="1425" b="1">
                <a:solidFill>
                  <a:srgbClr val="F8F5DF"/>
                </a:solidFill>
              </a:defRPr>
            </a:lvl1pPr>
            <a:lvl2pPr>
              <a:defRPr sz="1425" b="1">
                <a:solidFill>
                  <a:srgbClr val="F8F5DF"/>
                </a:solidFill>
              </a:defRPr>
            </a:lvl2pPr>
            <a:lvl3pPr>
              <a:defRPr sz="1425" b="1">
                <a:solidFill>
                  <a:srgbClr val="F8F5DF"/>
                </a:solidFill>
              </a:defRPr>
            </a:lvl3pPr>
            <a:lvl4pPr>
              <a:defRPr sz="1425" b="1">
                <a:solidFill>
                  <a:srgbClr val="F8F5DF"/>
                </a:solidFill>
              </a:defRPr>
            </a:lvl4pPr>
            <a:lvl5pPr>
              <a:defRPr sz="1425" b="1">
                <a:solidFill>
                  <a:srgbClr val="F8F5DF"/>
                </a:solidFill>
              </a:defRPr>
            </a:lvl5pPr>
            <a:lvl6pPr>
              <a:defRPr sz="1425" b="1">
                <a:solidFill>
                  <a:srgbClr val="F8F5DF"/>
                </a:solidFill>
              </a:defRPr>
            </a:lvl6pPr>
            <a:lvl7pPr>
              <a:defRPr sz="1425" b="1">
                <a:solidFill>
                  <a:srgbClr val="F8F5DF"/>
                </a:solidFill>
              </a:defRPr>
            </a:lvl7pPr>
            <a:lvl8pPr>
              <a:defRPr sz="1425" b="1">
                <a:solidFill>
                  <a:srgbClr val="F8F5DF"/>
                </a:solidFill>
              </a:defRPr>
            </a:lvl8pPr>
            <a:lvl9pPr>
              <a:defRPr sz="14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5DF"/>
                </a:solidFill>
              </a:defRPr>
            </a:pPr>
            <a:r>
              <a:rPr sz="1425" b="1">
                <a:solidFill>
                  <a:srgbClr val="F8F5DF"/>
                </a:solidFill>
              </a:rPr>
              <a:t>Industry, Innovation</a:t>
            </a:r>
          </a:p>
          <a:p xmlns:a="http://schemas.openxmlformats.org/drawingml/2006/main">
            <a:pPr>
              <a:defRPr sz="1425" b="1">
                <a:solidFill>
                  <a:srgbClr val="F8F5DF"/>
                </a:solidFill>
              </a:defRPr>
            </a:pPr>
            <a:r>
              <a:rPr sz="1425" b="1">
                <a:solidFill>
                  <a:srgbClr val="F8F5DF"/>
                </a:solidFill>
              </a:rPr>
              <a:t>&amp; Infrastructure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2066B0-57FE-4811-B93A-1CAF2B45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7175" y="3505200"/>
            <a:ext cx="3905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068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E34F09-A456-4926-ACA3-109CD23C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6725" y="37242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8F5DF"/>
                </a:solidFill>
              </a:defRPr>
            </a:defPPr>
            <a:lvl1pPr>
              <a:defRPr sz="1275" b="1">
                <a:solidFill>
                  <a:srgbClr val="F8F5DF"/>
                </a:solidFill>
              </a:defRPr>
            </a:lvl1pPr>
            <a:lvl2pPr>
              <a:defRPr sz="1275" b="1">
                <a:solidFill>
                  <a:srgbClr val="F8F5DF"/>
                </a:solidFill>
              </a:defRPr>
            </a:lvl2pPr>
            <a:lvl3pPr>
              <a:defRPr sz="1275" b="1">
                <a:solidFill>
                  <a:srgbClr val="F8F5DF"/>
                </a:solidFill>
              </a:defRPr>
            </a:lvl3pPr>
            <a:lvl4pPr>
              <a:defRPr sz="1275" b="1">
                <a:solidFill>
                  <a:srgbClr val="F8F5DF"/>
                </a:solidFill>
              </a:defRPr>
            </a:lvl4pPr>
            <a:lvl5pPr>
              <a:defRPr sz="1275" b="1">
                <a:solidFill>
                  <a:srgbClr val="F8F5DF"/>
                </a:solidFill>
              </a:defRPr>
            </a:lvl5pPr>
            <a:lvl6pPr>
              <a:defRPr sz="1275" b="1">
                <a:solidFill>
                  <a:srgbClr val="F8F5DF"/>
                </a:solidFill>
              </a:defRPr>
            </a:lvl6pPr>
            <a:lvl7pPr>
              <a:defRPr sz="1275" b="1">
                <a:solidFill>
                  <a:srgbClr val="F8F5DF"/>
                </a:solidFill>
              </a:defRPr>
            </a:lvl7pPr>
            <a:lvl8pPr>
              <a:defRPr sz="1275" b="1">
                <a:solidFill>
                  <a:srgbClr val="F8F5DF"/>
                </a:solidFill>
              </a:defRPr>
            </a:lvl8pPr>
            <a:lvl9pPr>
              <a:defRPr sz="12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8F5DF"/>
                </a:solidFill>
              </a:defRPr>
            </a:pPr>
            <a:r>
              <a:rPr sz="1275" b="1">
                <a:solidFill>
                  <a:srgbClr val="F8F5DF"/>
                </a:solidFill>
              </a:rPr>
              <a:t>SDG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09588D-7EA6-4AC5-ADAB-9AA3EAE6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6725" y="3981450"/>
            <a:ext cx="895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8F5DF"/>
                </a:solidFill>
              </a:defRPr>
            </a:defPPr>
            <a:lvl1pPr>
              <a:defRPr sz="3450" b="1">
                <a:solidFill>
                  <a:srgbClr val="F8F5DF"/>
                </a:solidFill>
              </a:defRPr>
            </a:lvl1pPr>
            <a:lvl2pPr>
              <a:defRPr sz="3450" b="1">
                <a:solidFill>
                  <a:srgbClr val="F8F5DF"/>
                </a:solidFill>
              </a:defRPr>
            </a:lvl2pPr>
            <a:lvl3pPr>
              <a:defRPr sz="3450" b="1">
                <a:solidFill>
                  <a:srgbClr val="F8F5DF"/>
                </a:solidFill>
              </a:defRPr>
            </a:lvl3pPr>
            <a:lvl4pPr>
              <a:defRPr sz="3450" b="1">
                <a:solidFill>
                  <a:srgbClr val="F8F5DF"/>
                </a:solidFill>
              </a:defRPr>
            </a:lvl4pPr>
            <a:lvl5pPr>
              <a:defRPr sz="3450" b="1">
                <a:solidFill>
                  <a:srgbClr val="F8F5DF"/>
                </a:solidFill>
              </a:defRPr>
            </a:lvl5pPr>
            <a:lvl6pPr>
              <a:defRPr sz="3450" b="1">
                <a:solidFill>
                  <a:srgbClr val="F8F5DF"/>
                </a:solidFill>
              </a:defRPr>
            </a:lvl6pPr>
            <a:lvl7pPr>
              <a:defRPr sz="3450" b="1">
                <a:solidFill>
                  <a:srgbClr val="F8F5DF"/>
                </a:solidFill>
              </a:defRPr>
            </a:lvl7pPr>
            <a:lvl8pPr>
              <a:defRPr sz="3450" b="1">
                <a:solidFill>
                  <a:srgbClr val="F8F5DF"/>
                </a:solidFill>
              </a:defRPr>
            </a:lvl8pPr>
            <a:lvl9pPr>
              <a:defRPr sz="34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8F5DF"/>
                </a:solidFill>
              </a:defRPr>
            </a:pPr>
            <a:r>
              <a:rPr sz="3450" b="1">
                <a:solidFill>
                  <a:srgbClr val="F8F5DF"/>
                </a:solidFill>
              </a:rPr>
              <a:t>16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1C6C9D-22E6-40AE-A700-550C1A57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0650" y="384810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8F5DF"/>
                </a:solidFill>
              </a:defRPr>
            </a:defPPr>
            <a:lvl1pPr>
              <a:defRPr sz="1425" b="1">
                <a:solidFill>
                  <a:srgbClr val="F8F5DF"/>
                </a:solidFill>
              </a:defRPr>
            </a:lvl1pPr>
            <a:lvl2pPr>
              <a:defRPr sz="1425" b="1">
                <a:solidFill>
                  <a:srgbClr val="F8F5DF"/>
                </a:solidFill>
              </a:defRPr>
            </a:lvl2pPr>
            <a:lvl3pPr>
              <a:defRPr sz="1425" b="1">
                <a:solidFill>
                  <a:srgbClr val="F8F5DF"/>
                </a:solidFill>
              </a:defRPr>
            </a:lvl3pPr>
            <a:lvl4pPr>
              <a:defRPr sz="1425" b="1">
                <a:solidFill>
                  <a:srgbClr val="F8F5DF"/>
                </a:solidFill>
              </a:defRPr>
            </a:lvl4pPr>
            <a:lvl5pPr>
              <a:defRPr sz="1425" b="1">
                <a:solidFill>
                  <a:srgbClr val="F8F5DF"/>
                </a:solidFill>
              </a:defRPr>
            </a:lvl5pPr>
            <a:lvl6pPr>
              <a:defRPr sz="1425" b="1">
                <a:solidFill>
                  <a:srgbClr val="F8F5DF"/>
                </a:solidFill>
              </a:defRPr>
            </a:lvl6pPr>
            <a:lvl7pPr>
              <a:defRPr sz="1425" b="1">
                <a:solidFill>
                  <a:srgbClr val="F8F5DF"/>
                </a:solidFill>
              </a:defRPr>
            </a:lvl7pPr>
            <a:lvl8pPr>
              <a:defRPr sz="1425" b="1">
                <a:solidFill>
                  <a:srgbClr val="F8F5DF"/>
                </a:solidFill>
              </a:defRPr>
            </a:lvl8pPr>
            <a:lvl9pPr>
              <a:defRPr sz="14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5DF"/>
                </a:solidFill>
              </a:defRPr>
            </a:pPr>
            <a:r>
              <a:rPr sz="1425" b="1">
                <a:solidFill>
                  <a:srgbClr val="F8F5DF"/>
                </a:solidFill>
              </a:rPr>
              <a:t>Peace, Justice &amp;</a:t>
            </a:r>
          </a:p>
          <a:p xmlns:a="http://schemas.openxmlformats.org/drawingml/2006/main">
            <a:pPr>
              <a:defRPr sz="1425" b="1">
                <a:solidFill>
                  <a:srgbClr val="F8F5DF"/>
                </a:solidFill>
              </a:defRPr>
            </a:pPr>
            <a:r>
              <a:rPr sz="1425" b="1">
                <a:solidFill>
                  <a:srgbClr val="F8F5DF"/>
                </a:solidFill>
              </a:rPr>
              <a:t>Strong Institutions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50B20A-E309-447D-A833-EFC25E49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43575"/>
            <a:ext cx="13830300" cy="3514725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C99E1A-C307-4173-A9A2-31F93446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817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1E0A0"/>
                </a:solidFill>
              </a:defRPr>
            </a:defPPr>
            <a:lvl1pPr>
              <a:defRPr sz="2550" b="1">
                <a:solidFill>
                  <a:srgbClr val="71E0A0"/>
                </a:solidFill>
              </a:defRPr>
            </a:lvl1pPr>
            <a:lvl2pPr>
              <a:defRPr sz="2550" b="1">
                <a:solidFill>
                  <a:srgbClr val="71E0A0"/>
                </a:solidFill>
              </a:defRPr>
            </a:lvl2pPr>
            <a:lvl3pPr>
              <a:defRPr sz="2550" b="1">
                <a:solidFill>
                  <a:srgbClr val="71E0A0"/>
                </a:solidFill>
              </a:defRPr>
            </a:lvl3pPr>
            <a:lvl4pPr>
              <a:defRPr sz="2550" b="1">
                <a:solidFill>
                  <a:srgbClr val="71E0A0"/>
                </a:solidFill>
              </a:defRPr>
            </a:lvl4pPr>
            <a:lvl5pPr>
              <a:defRPr sz="2550" b="1">
                <a:solidFill>
                  <a:srgbClr val="71E0A0"/>
                </a:solidFill>
              </a:defRPr>
            </a:lvl5pPr>
            <a:lvl6pPr>
              <a:defRPr sz="2550" b="1">
                <a:solidFill>
                  <a:srgbClr val="71E0A0"/>
                </a:solidFill>
              </a:defRPr>
            </a:lvl6pPr>
            <a:lvl7pPr>
              <a:defRPr sz="2550" b="1">
                <a:solidFill>
                  <a:srgbClr val="71E0A0"/>
                </a:solidFill>
              </a:defRPr>
            </a:lvl7pPr>
            <a:lvl8pPr>
              <a:defRPr sz="2550" b="1">
                <a:solidFill>
                  <a:srgbClr val="71E0A0"/>
                </a:solidFill>
              </a:defRPr>
            </a:lvl8pPr>
            <a:lvl9pPr>
              <a:defRPr sz="25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1E0A0"/>
                </a:solidFill>
              </a:defRPr>
            </a:pPr>
            <a:r>
              <a:rPr sz="2550" b="1">
                <a:solidFill>
                  <a:srgbClr val="71E0A0"/>
                </a:solidFill>
              </a:rPr>
              <a:t>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2E7339-4CD6-4A5C-AADD-407A691A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991225"/>
            <a:ext cx="1276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Key features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9B5162-5DFD-4150-BE72-873A6DB0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65817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1E0A0"/>
                </a:solidFill>
              </a:defRPr>
            </a:defPPr>
            <a:lvl1pPr>
              <a:defRPr sz="2025" b="1">
                <a:solidFill>
                  <a:srgbClr val="71E0A0"/>
                </a:solidFill>
              </a:defRPr>
            </a:lvl1pPr>
            <a:lvl2pPr>
              <a:defRPr sz="2025" b="1">
                <a:solidFill>
                  <a:srgbClr val="71E0A0"/>
                </a:solidFill>
              </a:defRPr>
            </a:lvl2pPr>
            <a:lvl3pPr>
              <a:defRPr sz="2025" b="1">
                <a:solidFill>
                  <a:srgbClr val="71E0A0"/>
                </a:solidFill>
              </a:defRPr>
            </a:lvl3pPr>
            <a:lvl4pPr>
              <a:defRPr sz="2025" b="1">
                <a:solidFill>
                  <a:srgbClr val="71E0A0"/>
                </a:solidFill>
              </a:defRPr>
            </a:lvl4pPr>
            <a:lvl5pPr>
              <a:defRPr sz="2025" b="1">
                <a:solidFill>
                  <a:srgbClr val="71E0A0"/>
                </a:solidFill>
              </a:defRPr>
            </a:lvl5pPr>
            <a:lvl6pPr>
              <a:defRPr sz="2025" b="1">
                <a:solidFill>
                  <a:srgbClr val="71E0A0"/>
                </a:solidFill>
              </a:defRPr>
            </a:lvl6pPr>
            <a:lvl7pPr>
              <a:defRPr sz="2025" b="1">
                <a:solidFill>
                  <a:srgbClr val="71E0A0"/>
                </a:solidFill>
              </a:defRPr>
            </a:lvl7pPr>
            <a:lvl8pPr>
              <a:defRPr sz="2025" b="1">
                <a:solidFill>
                  <a:srgbClr val="71E0A0"/>
                </a:solidFill>
              </a:defRPr>
            </a:lvl8pPr>
            <a:lvl9pPr>
              <a:defRPr sz="20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1E0A0"/>
                </a:solidFill>
              </a:defRPr>
            </a:pPr>
            <a:r>
              <a:rPr sz="2025" b="1">
                <a:solidFill>
                  <a:srgbClr val="71E0A0"/>
                </a:solidFill>
              </a:rPr>
              <a:t>▣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3C95B7-BC3D-47B8-9A7F-2217CAE0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6581775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8F5DF"/>
                </a:solidFill>
              </a:defRPr>
            </a:defPPr>
            <a:lvl1pPr>
              <a:defRPr sz="1650" b="1">
                <a:solidFill>
                  <a:srgbClr val="F8F5DF"/>
                </a:solidFill>
              </a:defRPr>
            </a:lvl1pPr>
            <a:lvl2pPr>
              <a:defRPr sz="1650" b="1">
                <a:solidFill>
                  <a:srgbClr val="F8F5DF"/>
                </a:solidFill>
              </a:defRPr>
            </a:lvl2pPr>
            <a:lvl3pPr>
              <a:defRPr sz="1650" b="1">
                <a:solidFill>
                  <a:srgbClr val="F8F5DF"/>
                </a:solidFill>
              </a:defRPr>
            </a:lvl3pPr>
            <a:lvl4pPr>
              <a:defRPr sz="1650" b="1">
                <a:solidFill>
                  <a:srgbClr val="F8F5DF"/>
                </a:solidFill>
              </a:defRPr>
            </a:lvl4pPr>
            <a:lvl5pPr>
              <a:defRPr sz="1650" b="1">
                <a:solidFill>
                  <a:srgbClr val="F8F5DF"/>
                </a:solidFill>
              </a:defRPr>
            </a:lvl5pPr>
            <a:lvl6pPr>
              <a:defRPr sz="1650" b="1">
                <a:solidFill>
                  <a:srgbClr val="F8F5DF"/>
                </a:solidFill>
              </a:defRPr>
            </a:lvl6pPr>
            <a:lvl7pPr>
              <a:defRPr sz="1650" b="1">
                <a:solidFill>
                  <a:srgbClr val="F8F5DF"/>
                </a:solidFill>
              </a:defRPr>
            </a:lvl7pPr>
            <a:lvl8pPr>
              <a:defRPr sz="1650" b="1">
                <a:solidFill>
                  <a:srgbClr val="F8F5DF"/>
                </a:solidFill>
              </a:defRPr>
            </a:lvl8pPr>
            <a:lvl9pPr>
              <a:defRPr sz="16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8F5DF"/>
                </a:solidFill>
              </a:defRPr>
            </a:pPr>
            <a:r>
              <a:rPr sz="1650" b="1">
                <a:solidFill>
                  <a:srgbClr val="F8F5DF"/>
                </a:solidFill>
              </a:rPr>
              <a:t>Task boards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16C642-8A31-4741-8C12-7263E503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68675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ED5C3"/>
                </a:solidFill>
              </a:defRPr>
            </a:defPPr>
            <a:lvl1pPr>
              <a:defRPr sz="1350" b="0">
                <a:solidFill>
                  <a:srgbClr val="BED5C3"/>
                </a:solidFill>
              </a:defRPr>
            </a:lvl1pPr>
            <a:lvl2pPr>
              <a:defRPr sz="1350" b="0">
                <a:solidFill>
                  <a:srgbClr val="BED5C3"/>
                </a:solidFill>
              </a:defRPr>
            </a:lvl2pPr>
            <a:lvl3pPr>
              <a:defRPr sz="1350" b="0">
                <a:solidFill>
                  <a:srgbClr val="BED5C3"/>
                </a:solidFill>
              </a:defRPr>
            </a:lvl3pPr>
            <a:lvl4pPr>
              <a:defRPr sz="1350" b="0">
                <a:solidFill>
                  <a:srgbClr val="BED5C3"/>
                </a:solidFill>
              </a:defRPr>
            </a:lvl4pPr>
            <a:lvl5pPr>
              <a:defRPr sz="1350" b="0">
                <a:solidFill>
                  <a:srgbClr val="BED5C3"/>
                </a:solidFill>
              </a:defRPr>
            </a:lvl5pPr>
            <a:lvl6pPr>
              <a:defRPr sz="1350" b="0">
                <a:solidFill>
                  <a:srgbClr val="BED5C3"/>
                </a:solidFill>
              </a:defRPr>
            </a:lvl6pPr>
            <a:lvl7pPr>
              <a:defRPr sz="1350" b="0">
                <a:solidFill>
                  <a:srgbClr val="BED5C3"/>
                </a:solidFill>
              </a:defRPr>
            </a:lvl7pPr>
            <a:lvl8pPr>
              <a:defRPr sz="1350" b="0">
                <a:solidFill>
                  <a:srgbClr val="BED5C3"/>
                </a:solidFill>
              </a:defRPr>
            </a:lvl8pPr>
            <a:lvl9pPr>
              <a:defRPr sz="13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ED5C3"/>
                </a:solidFill>
              </a:defRPr>
            </a:pPr>
            <a:r>
              <a:rPr sz="1350" b="0">
                <a:solidFill>
                  <a:srgbClr val="BED5C3"/>
                </a:solidFill>
              </a:rPr>
              <a:t>Assign, monitor, and review work.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212683-7E60-4937-9AA4-9519F697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65817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1E0A0"/>
                </a:solidFill>
              </a:defRPr>
            </a:defPPr>
            <a:lvl1pPr>
              <a:defRPr sz="2025" b="1">
                <a:solidFill>
                  <a:srgbClr val="71E0A0"/>
                </a:solidFill>
              </a:defRPr>
            </a:lvl1pPr>
            <a:lvl2pPr>
              <a:defRPr sz="2025" b="1">
                <a:solidFill>
                  <a:srgbClr val="71E0A0"/>
                </a:solidFill>
              </a:defRPr>
            </a:lvl2pPr>
            <a:lvl3pPr>
              <a:defRPr sz="2025" b="1">
                <a:solidFill>
                  <a:srgbClr val="71E0A0"/>
                </a:solidFill>
              </a:defRPr>
            </a:lvl3pPr>
            <a:lvl4pPr>
              <a:defRPr sz="2025" b="1">
                <a:solidFill>
                  <a:srgbClr val="71E0A0"/>
                </a:solidFill>
              </a:defRPr>
            </a:lvl4pPr>
            <a:lvl5pPr>
              <a:defRPr sz="2025" b="1">
                <a:solidFill>
                  <a:srgbClr val="71E0A0"/>
                </a:solidFill>
              </a:defRPr>
            </a:lvl5pPr>
            <a:lvl6pPr>
              <a:defRPr sz="2025" b="1">
                <a:solidFill>
                  <a:srgbClr val="71E0A0"/>
                </a:solidFill>
              </a:defRPr>
            </a:lvl6pPr>
            <a:lvl7pPr>
              <a:defRPr sz="2025" b="1">
                <a:solidFill>
                  <a:srgbClr val="71E0A0"/>
                </a:solidFill>
              </a:defRPr>
            </a:lvl7pPr>
            <a:lvl8pPr>
              <a:defRPr sz="2025" b="1">
                <a:solidFill>
                  <a:srgbClr val="71E0A0"/>
                </a:solidFill>
              </a:defRPr>
            </a:lvl8pPr>
            <a:lvl9pPr>
              <a:defRPr sz="20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1E0A0"/>
                </a:solidFill>
              </a:defRPr>
            </a:pPr>
            <a:r>
              <a:rPr sz="2025" b="1">
                <a:solidFill>
                  <a:srgbClr val="71E0A0"/>
                </a:solidFill>
              </a:rPr>
              <a:t>◷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3E66B6-EEB1-417B-968D-CAEB6501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6581775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8F5DF"/>
                </a:solidFill>
              </a:defRPr>
            </a:defPPr>
            <a:lvl1pPr>
              <a:defRPr sz="1650" b="1">
                <a:solidFill>
                  <a:srgbClr val="F8F5DF"/>
                </a:solidFill>
              </a:defRPr>
            </a:lvl1pPr>
            <a:lvl2pPr>
              <a:defRPr sz="1650" b="1">
                <a:solidFill>
                  <a:srgbClr val="F8F5DF"/>
                </a:solidFill>
              </a:defRPr>
            </a:lvl2pPr>
            <a:lvl3pPr>
              <a:defRPr sz="1650" b="1">
                <a:solidFill>
                  <a:srgbClr val="F8F5DF"/>
                </a:solidFill>
              </a:defRPr>
            </a:lvl3pPr>
            <a:lvl4pPr>
              <a:defRPr sz="1650" b="1">
                <a:solidFill>
                  <a:srgbClr val="F8F5DF"/>
                </a:solidFill>
              </a:defRPr>
            </a:lvl4pPr>
            <a:lvl5pPr>
              <a:defRPr sz="1650" b="1">
                <a:solidFill>
                  <a:srgbClr val="F8F5DF"/>
                </a:solidFill>
              </a:defRPr>
            </a:lvl5pPr>
            <a:lvl6pPr>
              <a:defRPr sz="1650" b="1">
                <a:solidFill>
                  <a:srgbClr val="F8F5DF"/>
                </a:solidFill>
              </a:defRPr>
            </a:lvl6pPr>
            <a:lvl7pPr>
              <a:defRPr sz="1650" b="1">
                <a:solidFill>
                  <a:srgbClr val="F8F5DF"/>
                </a:solidFill>
              </a:defRPr>
            </a:lvl7pPr>
            <a:lvl8pPr>
              <a:defRPr sz="1650" b="1">
                <a:solidFill>
                  <a:srgbClr val="F8F5DF"/>
                </a:solidFill>
              </a:defRPr>
            </a:lvl8pPr>
            <a:lvl9pPr>
              <a:defRPr sz="16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8F5DF"/>
                </a:solidFill>
              </a:defRPr>
            </a:pPr>
            <a:r>
              <a:rPr sz="1650" b="1">
                <a:solidFill>
                  <a:srgbClr val="F8F5DF"/>
                </a:solidFill>
              </a:rPr>
              <a:t>Events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7E8C19-4A76-4410-B9CD-076B2EEA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68675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ED5C3"/>
                </a:solidFill>
              </a:defRPr>
            </a:defPPr>
            <a:lvl1pPr>
              <a:defRPr sz="1350" b="0">
                <a:solidFill>
                  <a:srgbClr val="BED5C3"/>
                </a:solidFill>
              </a:defRPr>
            </a:lvl1pPr>
            <a:lvl2pPr>
              <a:defRPr sz="1350" b="0">
                <a:solidFill>
                  <a:srgbClr val="BED5C3"/>
                </a:solidFill>
              </a:defRPr>
            </a:lvl2pPr>
            <a:lvl3pPr>
              <a:defRPr sz="1350" b="0">
                <a:solidFill>
                  <a:srgbClr val="BED5C3"/>
                </a:solidFill>
              </a:defRPr>
            </a:lvl3pPr>
            <a:lvl4pPr>
              <a:defRPr sz="1350" b="0">
                <a:solidFill>
                  <a:srgbClr val="BED5C3"/>
                </a:solidFill>
              </a:defRPr>
            </a:lvl4pPr>
            <a:lvl5pPr>
              <a:defRPr sz="1350" b="0">
                <a:solidFill>
                  <a:srgbClr val="BED5C3"/>
                </a:solidFill>
              </a:defRPr>
            </a:lvl5pPr>
            <a:lvl6pPr>
              <a:defRPr sz="1350" b="0">
                <a:solidFill>
                  <a:srgbClr val="BED5C3"/>
                </a:solidFill>
              </a:defRPr>
            </a:lvl6pPr>
            <a:lvl7pPr>
              <a:defRPr sz="1350" b="0">
                <a:solidFill>
                  <a:srgbClr val="BED5C3"/>
                </a:solidFill>
              </a:defRPr>
            </a:lvl7pPr>
            <a:lvl8pPr>
              <a:defRPr sz="1350" b="0">
                <a:solidFill>
                  <a:srgbClr val="BED5C3"/>
                </a:solidFill>
              </a:defRPr>
            </a:lvl8pPr>
            <a:lvl9pPr>
              <a:defRPr sz="13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ED5C3"/>
                </a:solidFill>
              </a:defRPr>
            </a:pPr>
            <a:r>
              <a:rPr sz="1350" b="0">
                <a:solidFill>
                  <a:srgbClr val="BED5C3"/>
                </a:solidFill>
              </a:rPr>
              <a:t>Publish events and track joins.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6820A1-CCCE-4D40-8B35-2B6E0A8A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7381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1E0A0"/>
                </a:solidFill>
              </a:defRPr>
            </a:defPPr>
            <a:lvl1pPr>
              <a:defRPr sz="2025" b="1">
                <a:solidFill>
                  <a:srgbClr val="71E0A0"/>
                </a:solidFill>
              </a:defRPr>
            </a:lvl1pPr>
            <a:lvl2pPr>
              <a:defRPr sz="2025" b="1">
                <a:solidFill>
                  <a:srgbClr val="71E0A0"/>
                </a:solidFill>
              </a:defRPr>
            </a:lvl2pPr>
            <a:lvl3pPr>
              <a:defRPr sz="2025" b="1">
                <a:solidFill>
                  <a:srgbClr val="71E0A0"/>
                </a:solidFill>
              </a:defRPr>
            </a:lvl3pPr>
            <a:lvl4pPr>
              <a:defRPr sz="2025" b="1">
                <a:solidFill>
                  <a:srgbClr val="71E0A0"/>
                </a:solidFill>
              </a:defRPr>
            </a:lvl4pPr>
            <a:lvl5pPr>
              <a:defRPr sz="2025" b="1">
                <a:solidFill>
                  <a:srgbClr val="71E0A0"/>
                </a:solidFill>
              </a:defRPr>
            </a:lvl5pPr>
            <a:lvl6pPr>
              <a:defRPr sz="2025" b="1">
                <a:solidFill>
                  <a:srgbClr val="71E0A0"/>
                </a:solidFill>
              </a:defRPr>
            </a:lvl6pPr>
            <a:lvl7pPr>
              <a:defRPr sz="2025" b="1">
                <a:solidFill>
                  <a:srgbClr val="71E0A0"/>
                </a:solidFill>
              </a:defRPr>
            </a:lvl7pPr>
            <a:lvl8pPr>
              <a:defRPr sz="2025" b="1">
                <a:solidFill>
                  <a:srgbClr val="71E0A0"/>
                </a:solidFill>
              </a:defRPr>
            </a:lvl8pPr>
            <a:lvl9pPr>
              <a:defRPr sz="20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1E0A0"/>
                </a:solidFill>
              </a:defRPr>
            </a:pPr>
            <a:r>
              <a:rPr sz="2025" b="1">
                <a:solidFill>
                  <a:srgbClr val="71E0A0"/>
                </a:solidFill>
              </a:rPr>
              <a:t>!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4CE1F2-FDA1-4758-BF72-CB5EB6EA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7381875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8F5DF"/>
                </a:solidFill>
              </a:defRPr>
            </a:defPPr>
            <a:lvl1pPr>
              <a:defRPr sz="1650" b="1">
                <a:solidFill>
                  <a:srgbClr val="F8F5DF"/>
                </a:solidFill>
              </a:defRPr>
            </a:lvl1pPr>
            <a:lvl2pPr>
              <a:defRPr sz="1650" b="1">
                <a:solidFill>
                  <a:srgbClr val="F8F5DF"/>
                </a:solidFill>
              </a:defRPr>
            </a:lvl2pPr>
            <a:lvl3pPr>
              <a:defRPr sz="1650" b="1">
                <a:solidFill>
                  <a:srgbClr val="F8F5DF"/>
                </a:solidFill>
              </a:defRPr>
            </a:lvl3pPr>
            <a:lvl4pPr>
              <a:defRPr sz="1650" b="1">
                <a:solidFill>
                  <a:srgbClr val="F8F5DF"/>
                </a:solidFill>
              </a:defRPr>
            </a:lvl4pPr>
            <a:lvl5pPr>
              <a:defRPr sz="1650" b="1">
                <a:solidFill>
                  <a:srgbClr val="F8F5DF"/>
                </a:solidFill>
              </a:defRPr>
            </a:lvl5pPr>
            <a:lvl6pPr>
              <a:defRPr sz="1650" b="1">
                <a:solidFill>
                  <a:srgbClr val="F8F5DF"/>
                </a:solidFill>
              </a:defRPr>
            </a:lvl6pPr>
            <a:lvl7pPr>
              <a:defRPr sz="1650" b="1">
                <a:solidFill>
                  <a:srgbClr val="F8F5DF"/>
                </a:solidFill>
              </a:defRPr>
            </a:lvl7pPr>
            <a:lvl8pPr>
              <a:defRPr sz="1650" b="1">
                <a:solidFill>
                  <a:srgbClr val="F8F5DF"/>
                </a:solidFill>
              </a:defRPr>
            </a:lvl8pPr>
            <a:lvl9pPr>
              <a:defRPr sz="16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8F5DF"/>
                </a:solidFill>
              </a:defRPr>
            </a:pPr>
            <a:r>
              <a:rPr sz="1650" b="1">
                <a:solidFill>
                  <a:srgbClr val="F8F5DF"/>
                </a:solidFill>
              </a:rPr>
              <a:t>Concerns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A38C43D-CEDA-4649-A494-EFDF4EB7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76676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ED5C3"/>
                </a:solidFill>
              </a:defRPr>
            </a:defPPr>
            <a:lvl1pPr>
              <a:defRPr sz="1350" b="0">
                <a:solidFill>
                  <a:srgbClr val="BED5C3"/>
                </a:solidFill>
              </a:defRPr>
            </a:lvl1pPr>
            <a:lvl2pPr>
              <a:defRPr sz="1350" b="0">
                <a:solidFill>
                  <a:srgbClr val="BED5C3"/>
                </a:solidFill>
              </a:defRPr>
            </a:lvl2pPr>
            <a:lvl3pPr>
              <a:defRPr sz="1350" b="0">
                <a:solidFill>
                  <a:srgbClr val="BED5C3"/>
                </a:solidFill>
              </a:defRPr>
            </a:lvl3pPr>
            <a:lvl4pPr>
              <a:defRPr sz="1350" b="0">
                <a:solidFill>
                  <a:srgbClr val="BED5C3"/>
                </a:solidFill>
              </a:defRPr>
            </a:lvl4pPr>
            <a:lvl5pPr>
              <a:defRPr sz="1350" b="0">
                <a:solidFill>
                  <a:srgbClr val="BED5C3"/>
                </a:solidFill>
              </a:defRPr>
            </a:lvl5pPr>
            <a:lvl6pPr>
              <a:defRPr sz="1350" b="0">
                <a:solidFill>
                  <a:srgbClr val="BED5C3"/>
                </a:solidFill>
              </a:defRPr>
            </a:lvl6pPr>
            <a:lvl7pPr>
              <a:defRPr sz="1350" b="0">
                <a:solidFill>
                  <a:srgbClr val="BED5C3"/>
                </a:solidFill>
              </a:defRPr>
            </a:lvl7pPr>
            <a:lvl8pPr>
              <a:defRPr sz="1350" b="0">
                <a:solidFill>
                  <a:srgbClr val="BED5C3"/>
                </a:solidFill>
              </a:defRPr>
            </a:lvl8pPr>
            <a:lvl9pPr>
              <a:defRPr sz="13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ED5C3"/>
                </a:solidFill>
              </a:defRPr>
            </a:pPr>
            <a:r>
              <a:rPr sz="1350" b="0">
                <a:solidFill>
                  <a:srgbClr val="BED5C3"/>
                </a:solidFill>
              </a:rPr>
              <a:t>Receive and resolve student issues.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96CE2E-941C-4A06-A284-1824F268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7381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1E0A0"/>
                </a:solidFill>
              </a:defRPr>
            </a:defPPr>
            <a:lvl1pPr>
              <a:defRPr sz="2025" b="1">
                <a:solidFill>
                  <a:srgbClr val="71E0A0"/>
                </a:solidFill>
              </a:defRPr>
            </a:lvl1pPr>
            <a:lvl2pPr>
              <a:defRPr sz="2025" b="1">
                <a:solidFill>
                  <a:srgbClr val="71E0A0"/>
                </a:solidFill>
              </a:defRPr>
            </a:lvl2pPr>
            <a:lvl3pPr>
              <a:defRPr sz="2025" b="1">
                <a:solidFill>
                  <a:srgbClr val="71E0A0"/>
                </a:solidFill>
              </a:defRPr>
            </a:lvl3pPr>
            <a:lvl4pPr>
              <a:defRPr sz="2025" b="1">
                <a:solidFill>
                  <a:srgbClr val="71E0A0"/>
                </a:solidFill>
              </a:defRPr>
            </a:lvl4pPr>
            <a:lvl5pPr>
              <a:defRPr sz="2025" b="1">
                <a:solidFill>
                  <a:srgbClr val="71E0A0"/>
                </a:solidFill>
              </a:defRPr>
            </a:lvl5pPr>
            <a:lvl6pPr>
              <a:defRPr sz="2025" b="1">
                <a:solidFill>
                  <a:srgbClr val="71E0A0"/>
                </a:solidFill>
              </a:defRPr>
            </a:lvl6pPr>
            <a:lvl7pPr>
              <a:defRPr sz="2025" b="1">
                <a:solidFill>
                  <a:srgbClr val="71E0A0"/>
                </a:solidFill>
              </a:defRPr>
            </a:lvl7pPr>
            <a:lvl8pPr>
              <a:defRPr sz="2025" b="1">
                <a:solidFill>
                  <a:srgbClr val="71E0A0"/>
                </a:solidFill>
              </a:defRPr>
            </a:lvl8pPr>
            <a:lvl9pPr>
              <a:defRPr sz="20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1E0A0"/>
                </a:solidFill>
              </a:defRPr>
            </a:pPr>
            <a:r>
              <a:rPr sz="2025" b="1">
                <a:solidFill>
                  <a:srgbClr val="71E0A0"/>
                </a:solidFill>
              </a:rPr>
              <a:t>◉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27FCCF-2809-4C81-8B5B-E412A142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7381875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8F5DF"/>
                </a:solidFill>
              </a:defRPr>
            </a:defPPr>
            <a:lvl1pPr>
              <a:defRPr sz="1650" b="1">
                <a:solidFill>
                  <a:srgbClr val="F8F5DF"/>
                </a:solidFill>
              </a:defRPr>
            </a:lvl1pPr>
            <a:lvl2pPr>
              <a:defRPr sz="1650" b="1">
                <a:solidFill>
                  <a:srgbClr val="F8F5DF"/>
                </a:solidFill>
              </a:defRPr>
            </a:lvl2pPr>
            <a:lvl3pPr>
              <a:defRPr sz="1650" b="1">
                <a:solidFill>
                  <a:srgbClr val="F8F5DF"/>
                </a:solidFill>
              </a:defRPr>
            </a:lvl3pPr>
            <a:lvl4pPr>
              <a:defRPr sz="1650" b="1">
                <a:solidFill>
                  <a:srgbClr val="F8F5DF"/>
                </a:solidFill>
              </a:defRPr>
            </a:lvl4pPr>
            <a:lvl5pPr>
              <a:defRPr sz="1650" b="1">
                <a:solidFill>
                  <a:srgbClr val="F8F5DF"/>
                </a:solidFill>
              </a:defRPr>
            </a:lvl5pPr>
            <a:lvl6pPr>
              <a:defRPr sz="1650" b="1">
                <a:solidFill>
                  <a:srgbClr val="F8F5DF"/>
                </a:solidFill>
              </a:defRPr>
            </a:lvl6pPr>
            <a:lvl7pPr>
              <a:defRPr sz="1650" b="1">
                <a:solidFill>
                  <a:srgbClr val="F8F5DF"/>
                </a:solidFill>
              </a:defRPr>
            </a:lvl7pPr>
            <a:lvl8pPr>
              <a:defRPr sz="1650" b="1">
                <a:solidFill>
                  <a:srgbClr val="F8F5DF"/>
                </a:solidFill>
              </a:defRPr>
            </a:lvl8pPr>
            <a:lvl9pPr>
              <a:defRPr sz="16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8F5DF"/>
                </a:solidFill>
              </a:defRPr>
            </a:pPr>
            <a:r>
              <a:rPr sz="1650" b="1">
                <a:solidFill>
                  <a:srgbClr val="F8F5DF"/>
                </a:solidFill>
              </a:rPr>
              <a:t>Voting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0DD858-504D-497F-B165-94523D3A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76676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ED5C3"/>
                </a:solidFill>
              </a:defRPr>
            </a:defPPr>
            <a:lvl1pPr>
              <a:defRPr sz="1350" b="0">
                <a:solidFill>
                  <a:srgbClr val="BED5C3"/>
                </a:solidFill>
              </a:defRPr>
            </a:lvl1pPr>
            <a:lvl2pPr>
              <a:defRPr sz="1350" b="0">
                <a:solidFill>
                  <a:srgbClr val="BED5C3"/>
                </a:solidFill>
              </a:defRPr>
            </a:lvl2pPr>
            <a:lvl3pPr>
              <a:defRPr sz="1350" b="0">
                <a:solidFill>
                  <a:srgbClr val="BED5C3"/>
                </a:solidFill>
              </a:defRPr>
            </a:lvl3pPr>
            <a:lvl4pPr>
              <a:defRPr sz="1350" b="0">
                <a:solidFill>
                  <a:srgbClr val="BED5C3"/>
                </a:solidFill>
              </a:defRPr>
            </a:lvl4pPr>
            <a:lvl5pPr>
              <a:defRPr sz="1350" b="0">
                <a:solidFill>
                  <a:srgbClr val="BED5C3"/>
                </a:solidFill>
              </a:defRPr>
            </a:lvl5pPr>
            <a:lvl6pPr>
              <a:defRPr sz="1350" b="0">
                <a:solidFill>
                  <a:srgbClr val="BED5C3"/>
                </a:solidFill>
              </a:defRPr>
            </a:lvl6pPr>
            <a:lvl7pPr>
              <a:defRPr sz="1350" b="0">
                <a:solidFill>
                  <a:srgbClr val="BED5C3"/>
                </a:solidFill>
              </a:defRPr>
            </a:lvl7pPr>
            <a:lvl8pPr>
              <a:defRPr sz="1350" b="0">
                <a:solidFill>
                  <a:srgbClr val="BED5C3"/>
                </a:solidFill>
              </a:defRPr>
            </a:lvl8pPr>
            <a:lvl9pPr>
              <a:defRPr sz="13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ED5C3"/>
                </a:solidFill>
              </a:defRPr>
            </a:pPr>
            <a:r>
              <a:rPr sz="1350" b="0">
                <a:solidFill>
                  <a:srgbClr val="BED5C3"/>
                </a:solidFill>
              </a:rPr>
              <a:t>Run organized student decisions.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2B8213-D218-46C9-9CA1-6EE85A1E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8181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1E0A0"/>
                </a:solidFill>
              </a:defRPr>
            </a:defPPr>
            <a:lvl1pPr>
              <a:defRPr sz="2025" b="1">
                <a:solidFill>
                  <a:srgbClr val="71E0A0"/>
                </a:solidFill>
              </a:defRPr>
            </a:lvl1pPr>
            <a:lvl2pPr>
              <a:defRPr sz="2025" b="1">
                <a:solidFill>
                  <a:srgbClr val="71E0A0"/>
                </a:solidFill>
              </a:defRPr>
            </a:lvl2pPr>
            <a:lvl3pPr>
              <a:defRPr sz="2025" b="1">
                <a:solidFill>
                  <a:srgbClr val="71E0A0"/>
                </a:solidFill>
              </a:defRPr>
            </a:lvl3pPr>
            <a:lvl4pPr>
              <a:defRPr sz="2025" b="1">
                <a:solidFill>
                  <a:srgbClr val="71E0A0"/>
                </a:solidFill>
              </a:defRPr>
            </a:lvl4pPr>
            <a:lvl5pPr>
              <a:defRPr sz="2025" b="1">
                <a:solidFill>
                  <a:srgbClr val="71E0A0"/>
                </a:solidFill>
              </a:defRPr>
            </a:lvl5pPr>
            <a:lvl6pPr>
              <a:defRPr sz="2025" b="1">
                <a:solidFill>
                  <a:srgbClr val="71E0A0"/>
                </a:solidFill>
              </a:defRPr>
            </a:lvl6pPr>
            <a:lvl7pPr>
              <a:defRPr sz="2025" b="1">
                <a:solidFill>
                  <a:srgbClr val="71E0A0"/>
                </a:solidFill>
              </a:defRPr>
            </a:lvl7pPr>
            <a:lvl8pPr>
              <a:defRPr sz="2025" b="1">
                <a:solidFill>
                  <a:srgbClr val="71E0A0"/>
                </a:solidFill>
              </a:defRPr>
            </a:lvl8pPr>
            <a:lvl9pPr>
              <a:defRPr sz="20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1E0A0"/>
                </a:solidFill>
              </a:defRPr>
            </a:pPr>
            <a:r>
              <a:rPr sz="2025" b="1">
                <a:solidFill>
                  <a:srgbClr val="71E0A0"/>
                </a:solidFill>
              </a:rPr>
              <a:t>₱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C6ED9E-EB58-45D5-853B-4614EEE8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8181975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8F5DF"/>
                </a:solidFill>
              </a:defRPr>
            </a:defPPr>
            <a:lvl1pPr>
              <a:defRPr sz="1650" b="1">
                <a:solidFill>
                  <a:srgbClr val="F8F5DF"/>
                </a:solidFill>
              </a:defRPr>
            </a:lvl1pPr>
            <a:lvl2pPr>
              <a:defRPr sz="1650" b="1">
                <a:solidFill>
                  <a:srgbClr val="F8F5DF"/>
                </a:solidFill>
              </a:defRPr>
            </a:lvl2pPr>
            <a:lvl3pPr>
              <a:defRPr sz="1650" b="1">
                <a:solidFill>
                  <a:srgbClr val="F8F5DF"/>
                </a:solidFill>
              </a:defRPr>
            </a:lvl3pPr>
            <a:lvl4pPr>
              <a:defRPr sz="1650" b="1">
                <a:solidFill>
                  <a:srgbClr val="F8F5DF"/>
                </a:solidFill>
              </a:defRPr>
            </a:lvl4pPr>
            <a:lvl5pPr>
              <a:defRPr sz="1650" b="1">
                <a:solidFill>
                  <a:srgbClr val="F8F5DF"/>
                </a:solidFill>
              </a:defRPr>
            </a:lvl5pPr>
            <a:lvl6pPr>
              <a:defRPr sz="1650" b="1">
                <a:solidFill>
                  <a:srgbClr val="F8F5DF"/>
                </a:solidFill>
              </a:defRPr>
            </a:lvl6pPr>
            <a:lvl7pPr>
              <a:defRPr sz="1650" b="1">
                <a:solidFill>
                  <a:srgbClr val="F8F5DF"/>
                </a:solidFill>
              </a:defRPr>
            </a:lvl7pPr>
            <a:lvl8pPr>
              <a:defRPr sz="1650" b="1">
                <a:solidFill>
                  <a:srgbClr val="F8F5DF"/>
                </a:solidFill>
              </a:defRPr>
            </a:lvl8pPr>
            <a:lvl9pPr>
              <a:defRPr sz="16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8F5DF"/>
                </a:solidFill>
              </a:defRPr>
            </a:pPr>
            <a:r>
              <a:rPr sz="1650" b="1">
                <a:solidFill>
                  <a:srgbClr val="F8F5DF"/>
                </a:solidFill>
              </a:rPr>
              <a:t>Budget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7D089D8-0702-42F4-82F3-EDF1B965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84677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ED5C3"/>
                </a:solidFill>
              </a:defRPr>
            </a:defPPr>
            <a:lvl1pPr>
              <a:defRPr sz="1350" b="0">
                <a:solidFill>
                  <a:srgbClr val="BED5C3"/>
                </a:solidFill>
              </a:defRPr>
            </a:lvl1pPr>
            <a:lvl2pPr>
              <a:defRPr sz="1350" b="0">
                <a:solidFill>
                  <a:srgbClr val="BED5C3"/>
                </a:solidFill>
              </a:defRPr>
            </a:lvl2pPr>
            <a:lvl3pPr>
              <a:defRPr sz="1350" b="0">
                <a:solidFill>
                  <a:srgbClr val="BED5C3"/>
                </a:solidFill>
              </a:defRPr>
            </a:lvl3pPr>
            <a:lvl4pPr>
              <a:defRPr sz="1350" b="0">
                <a:solidFill>
                  <a:srgbClr val="BED5C3"/>
                </a:solidFill>
              </a:defRPr>
            </a:lvl4pPr>
            <a:lvl5pPr>
              <a:defRPr sz="1350" b="0">
                <a:solidFill>
                  <a:srgbClr val="BED5C3"/>
                </a:solidFill>
              </a:defRPr>
            </a:lvl5pPr>
            <a:lvl6pPr>
              <a:defRPr sz="1350" b="0">
                <a:solidFill>
                  <a:srgbClr val="BED5C3"/>
                </a:solidFill>
              </a:defRPr>
            </a:lvl6pPr>
            <a:lvl7pPr>
              <a:defRPr sz="1350" b="0">
                <a:solidFill>
                  <a:srgbClr val="BED5C3"/>
                </a:solidFill>
              </a:defRPr>
            </a:lvl7pPr>
            <a:lvl8pPr>
              <a:defRPr sz="1350" b="0">
                <a:solidFill>
                  <a:srgbClr val="BED5C3"/>
                </a:solidFill>
              </a:defRPr>
            </a:lvl8pPr>
            <a:lvl9pPr>
              <a:defRPr sz="13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ED5C3"/>
                </a:solidFill>
              </a:defRPr>
            </a:pPr>
            <a:r>
              <a:rPr sz="1350" b="0">
                <a:solidFill>
                  <a:srgbClr val="BED5C3"/>
                </a:solidFill>
              </a:rPr>
              <a:t>Track allocations and balances.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7BBD4C0-20BC-4147-A3D7-4532E8E1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8181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1E0A0"/>
                </a:solidFill>
              </a:defRPr>
            </a:defPPr>
            <a:lvl1pPr>
              <a:defRPr sz="2025" b="1">
                <a:solidFill>
                  <a:srgbClr val="71E0A0"/>
                </a:solidFill>
              </a:defRPr>
            </a:lvl1pPr>
            <a:lvl2pPr>
              <a:defRPr sz="2025" b="1">
                <a:solidFill>
                  <a:srgbClr val="71E0A0"/>
                </a:solidFill>
              </a:defRPr>
            </a:lvl2pPr>
            <a:lvl3pPr>
              <a:defRPr sz="2025" b="1">
                <a:solidFill>
                  <a:srgbClr val="71E0A0"/>
                </a:solidFill>
              </a:defRPr>
            </a:lvl3pPr>
            <a:lvl4pPr>
              <a:defRPr sz="2025" b="1">
                <a:solidFill>
                  <a:srgbClr val="71E0A0"/>
                </a:solidFill>
              </a:defRPr>
            </a:lvl4pPr>
            <a:lvl5pPr>
              <a:defRPr sz="2025" b="1">
                <a:solidFill>
                  <a:srgbClr val="71E0A0"/>
                </a:solidFill>
              </a:defRPr>
            </a:lvl5pPr>
            <a:lvl6pPr>
              <a:defRPr sz="2025" b="1">
                <a:solidFill>
                  <a:srgbClr val="71E0A0"/>
                </a:solidFill>
              </a:defRPr>
            </a:lvl6pPr>
            <a:lvl7pPr>
              <a:defRPr sz="2025" b="1">
                <a:solidFill>
                  <a:srgbClr val="71E0A0"/>
                </a:solidFill>
              </a:defRPr>
            </a:lvl7pPr>
            <a:lvl8pPr>
              <a:defRPr sz="2025" b="1">
                <a:solidFill>
                  <a:srgbClr val="71E0A0"/>
                </a:solidFill>
              </a:defRPr>
            </a:lvl8pPr>
            <a:lvl9pPr>
              <a:defRPr sz="20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1E0A0"/>
                </a:solidFill>
              </a:defRPr>
            </a:pPr>
            <a:r>
              <a:rPr sz="2025" b="1">
                <a:solidFill>
                  <a:srgbClr val="71E0A0"/>
                </a:solidFill>
              </a:rPr>
              <a:t>▤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74E09EC-08D1-4C7D-B1D5-BD18815A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8181975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8F5DF"/>
                </a:solidFill>
              </a:defRPr>
            </a:defPPr>
            <a:lvl1pPr>
              <a:defRPr sz="1650" b="1">
                <a:solidFill>
                  <a:srgbClr val="F8F5DF"/>
                </a:solidFill>
              </a:defRPr>
            </a:lvl1pPr>
            <a:lvl2pPr>
              <a:defRPr sz="1650" b="1">
                <a:solidFill>
                  <a:srgbClr val="F8F5DF"/>
                </a:solidFill>
              </a:defRPr>
            </a:lvl2pPr>
            <a:lvl3pPr>
              <a:defRPr sz="1650" b="1">
                <a:solidFill>
                  <a:srgbClr val="F8F5DF"/>
                </a:solidFill>
              </a:defRPr>
            </a:lvl3pPr>
            <a:lvl4pPr>
              <a:defRPr sz="1650" b="1">
                <a:solidFill>
                  <a:srgbClr val="F8F5DF"/>
                </a:solidFill>
              </a:defRPr>
            </a:lvl4pPr>
            <a:lvl5pPr>
              <a:defRPr sz="1650" b="1">
                <a:solidFill>
                  <a:srgbClr val="F8F5DF"/>
                </a:solidFill>
              </a:defRPr>
            </a:lvl5pPr>
            <a:lvl6pPr>
              <a:defRPr sz="1650" b="1">
                <a:solidFill>
                  <a:srgbClr val="F8F5DF"/>
                </a:solidFill>
              </a:defRPr>
            </a:lvl6pPr>
            <a:lvl7pPr>
              <a:defRPr sz="1650" b="1">
                <a:solidFill>
                  <a:srgbClr val="F8F5DF"/>
                </a:solidFill>
              </a:defRPr>
            </a:lvl7pPr>
            <a:lvl8pPr>
              <a:defRPr sz="1650" b="1">
                <a:solidFill>
                  <a:srgbClr val="F8F5DF"/>
                </a:solidFill>
              </a:defRPr>
            </a:lvl8pPr>
            <a:lvl9pPr>
              <a:defRPr sz="16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8F5DF"/>
                </a:solidFill>
              </a:defRPr>
            </a:pPr>
            <a:r>
              <a:rPr sz="1650" b="1">
                <a:solidFill>
                  <a:srgbClr val="F8F5DF"/>
                </a:solidFill>
              </a:rPr>
              <a:t>Documents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2A801F0-7EF7-49D5-9274-77272A5E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84677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ED5C3"/>
                </a:solidFill>
              </a:defRPr>
            </a:defPPr>
            <a:lvl1pPr>
              <a:defRPr sz="1350" b="0">
                <a:solidFill>
                  <a:srgbClr val="BED5C3"/>
                </a:solidFill>
              </a:defRPr>
            </a:lvl1pPr>
            <a:lvl2pPr>
              <a:defRPr sz="1350" b="0">
                <a:solidFill>
                  <a:srgbClr val="BED5C3"/>
                </a:solidFill>
              </a:defRPr>
            </a:lvl2pPr>
            <a:lvl3pPr>
              <a:defRPr sz="1350" b="0">
                <a:solidFill>
                  <a:srgbClr val="BED5C3"/>
                </a:solidFill>
              </a:defRPr>
            </a:lvl3pPr>
            <a:lvl4pPr>
              <a:defRPr sz="1350" b="0">
                <a:solidFill>
                  <a:srgbClr val="BED5C3"/>
                </a:solidFill>
              </a:defRPr>
            </a:lvl4pPr>
            <a:lvl5pPr>
              <a:defRPr sz="1350" b="0">
                <a:solidFill>
                  <a:srgbClr val="BED5C3"/>
                </a:solidFill>
              </a:defRPr>
            </a:lvl5pPr>
            <a:lvl6pPr>
              <a:defRPr sz="1350" b="0">
                <a:solidFill>
                  <a:srgbClr val="BED5C3"/>
                </a:solidFill>
              </a:defRPr>
            </a:lvl6pPr>
            <a:lvl7pPr>
              <a:defRPr sz="1350" b="0">
                <a:solidFill>
                  <a:srgbClr val="BED5C3"/>
                </a:solidFill>
              </a:defRPr>
            </a:lvl7pPr>
            <a:lvl8pPr>
              <a:defRPr sz="1350" b="0">
                <a:solidFill>
                  <a:srgbClr val="BED5C3"/>
                </a:solidFill>
              </a:defRPr>
            </a:lvl8pPr>
            <a:lvl9pPr>
              <a:defRPr sz="13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ED5C3"/>
                </a:solidFill>
              </a:defRPr>
            </a:pPr>
            <a:r>
              <a:rPr sz="1350" b="0">
                <a:solidFill>
                  <a:srgbClr val="BED5C3"/>
                </a:solidFill>
              </a:rPr>
              <a:t>Keep council files accessible.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4551812-E147-4CDD-8511-CCE0C002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5743575"/>
            <a:ext cx="13830300" cy="3514725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2583DC9-30F7-4ECA-A669-AD632147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59817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1E0A0"/>
                </a:solidFill>
              </a:defRPr>
            </a:defPPr>
            <a:lvl1pPr>
              <a:defRPr sz="2550" b="1">
                <a:solidFill>
                  <a:srgbClr val="71E0A0"/>
                </a:solidFill>
              </a:defRPr>
            </a:lvl1pPr>
            <a:lvl2pPr>
              <a:defRPr sz="2550" b="1">
                <a:solidFill>
                  <a:srgbClr val="71E0A0"/>
                </a:solidFill>
              </a:defRPr>
            </a:lvl2pPr>
            <a:lvl3pPr>
              <a:defRPr sz="2550" b="1">
                <a:solidFill>
                  <a:srgbClr val="71E0A0"/>
                </a:solidFill>
              </a:defRPr>
            </a:lvl3pPr>
            <a:lvl4pPr>
              <a:defRPr sz="2550" b="1">
                <a:solidFill>
                  <a:srgbClr val="71E0A0"/>
                </a:solidFill>
              </a:defRPr>
            </a:lvl4pPr>
            <a:lvl5pPr>
              <a:defRPr sz="2550" b="1">
                <a:solidFill>
                  <a:srgbClr val="71E0A0"/>
                </a:solidFill>
              </a:defRPr>
            </a:lvl5pPr>
            <a:lvl6pPr>
              <a:defRPr sz="2550" b="1">
                <a:solidFill>
                  <a:srgbClr val="71E0A0"/>
                </a:solidFill>
              </a:defRPr>
            </a:lvl6pPr>
            <a:lvl7pPr>
              <a:defRPr sz="2550" b="1">
                <a:solidFill>
                  <a:srgbClr val="71E0A0"/>
                </a:solidFill>
              </a:defRPr>
            </a:lvl7pPr>
            <a:lvl8pPr>
              <a:defRPr sz="2550" b="1">
                <a:solidFill>
                  <a:srgbClr val="71E0A0"/>
                </a:solidFill>
              </a:defRPr>
            </a:lvl8pPr>
            <a:lvl9pPr>
              <a:defRPr sz="25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1E0A0"/>
                </a:solidFill>
              </a:defRPr>
            </a:pPr>
            <a:r>
              <a:rPr sz="2550" b="1">
                <a:solidFill>
                  <a:srgbClr val="71E0A0"/>
                </a:solidFill>
              </a:rPr>
              <a:t>05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263F13A-D004-4058-A1B7-DB99DCF3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5991225"/>
            <a:ext cx="1276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System architecture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14BB592-604B-4C11-A565-3EE3DF21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6553200"/>
            <a:ext cx="2381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A8086E8-B1E0-48D1-822F-F3504284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665797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8F5DF"/>
                </a:solidFill>
              </a:defRPr>
            </a:defPPr>
            <a:lvl1pPr>
              <a:defRPr sz="1350" b="1">
                <a:solidFill>
                  <a:srgbClr val="F8F5DF"/>
                </a:solidFill>
              </a:defRPr>
            </a:lvl1pPr>
            <a:lvl2pPr>
              <a:defRPr sz="1350" b="1">
                <a:solidFill>
                  <a:srgbClr val="F8F5DF"/>
                </a:solidFill>
              </a:defRPr>
            </a:lvl2pPr>
            <a:lvl3pPr>
              <a:defRPr sz="1350" b="1">
                <a:solidFill>
                  <a:srgbClr val="F8F5DF"/>
                </a:solidFill>
              </a:defRPr>
            </a:lvl3pPr>
            <a:lvl4pPr>
              <a:defRPr sz="1350" b="1">
                <a:solidFill>
                  <a:srgbClr val="F8F5DF"/>
                </a:solidFill>
              </a:defRPr>
            </a:lvl4pPr>
            <a:lvl5pPr>
              <a:defRPr sz="1350" b="1">
                <a:solidFill>
                  <a:srgbClr val="F8F5DF"/>
                </a:solidFill>
              </a:defRPr>
            </a:lvl5pPr>
            <a:lvl6pPr>
              <a:defRPr sz="1350" b="1">
                <a:solidFill>
                  <a:srgbClr val="F8F5DF"/>
                </a:solidFill>
              </a:defRPr>
            </a:lvl6pPr>
            <a:lvl7pPr>
              <a:defRPr sz="1350" b="1">
                <a:solidFill>
                  <a:srgbClr val="F8F5DF"/>
                </a:solidFill>
              </a:defRPr>
            </a:lvl7pPr>
            <a:lvl8pPr>
              <a:defRPr sz="1350" b="1">
                <a:solidFill>
                  <a:srgbClr val="F8F5DF"/>
                </a:solidFill>
              </a:defRPr>
            </a:lvl8pPr>
            <a:lvl9pPr>
              <a:defRPr sz="13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8F5DF"/>
                </a:solidFill>
              </a:defRPr>
            </a:pPr>
            <a:r>
              <a:rPr sz="1350" b="1">
                <a:solidFill>
                  <a:srgbClr val="F8F5DF"/>
                </a:solidFill>
              </a:rPr>
              <a:t>Users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B3675FE-B075-492E-B979-F8168554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0" y="6648450"/>
            <a:ext cx="1004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ED5C3"/>
                </a:solidFill>
              </a:defRPr>
            </a:defPPr>
            <a:lvl1pPr>
              <a:defRPr sz="1575" b="0">
                <a:solidFill>
                  <a:srgbClr val="BED5C3"/>
                </a:solidFill>
              </a:defRPr>
            </a:lvl1pPr>
            <a:lvl2pPr>
              <a:defRPr sz="1575" b="0">
                <a:solidFill>
                  <a:srgbClr val="BED5C3"/>
                </a:solidFill>
              </a:defRPr>
            </a:lvl2pPr>
            <a:lvl3pPr>
              <a:defRPr sz="1575" b="0">
                <a:solidFill>
                  <a:srgbClr val="BED5C3"/>
                </a:solidFill>
              </a:defRPr>
            </a:lvl3pPr>
            <a:lvl4pPr>
              <a:defRPr sz="1575" b="0">
                <a:solidFill>
                  <a:srgbClr val="BED5C3"/>
                </a:solidFill>
              </a:defRPr>
            </a:lvl4pPr>
            <a:lvl5pPr>
              <a:defRPr sz="1575" b="0">
                <a:solidFill>
                  <a:srgbClr val="BED5C3"/>
                </a:solidFill>
              </a:defRPr>
            </a:lvl5pPr>
            <a:lvl6pPr>
              <a:defRPr sz="1575" b="0">
                <a:solidFill>
                  <a:srgbClr val="BED5C3"/>
                </a:solidFill>
              </a:defRPr>
            </a:lvl6pPr>
            <a:lvl7pPr>
              <a:defRPr sz="1575" b="0">
                <a:solidFill>
                  <a:srgbClr val="BED5C3"/>
                </a:solidFill>
              </a:defRPr>
            </a:lvl7pPr>
            <a:lvl8pPr>
              <a:defRPr sz="1575" b="0">
                <a:solidFill>
                  <a:srgbClr val="BED5C3"/>
                </a:solidFill>
              </a:defRPr>
            </a:lvl8pPr>
            <a:lvl9pPr>
              <a:defRPr sz="157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ED5C3"/>
                </a:solidFill>
              </a:defRPr>
            </a:pPr>
            <a:r>
              <a:rPr sz="1575" b="0">
                <a:solidFill>
                  <a:srgbClr val="BED5C3"/>
                </a:solidFill>
              </a:rPr>
              <a:t>Students  •  Officers  •  OSA/Admin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1ECF37-3746-4637-88ED-4BCBEA59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1575" y="69627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1E0A0"/>
                </a:solidFill>
              </a:defRPr>
            </a:defPPr>
            <a:lvl1pPr>
              <a:defRPr sz="1500" b="1">
                <a:solidFill>
                  <a:srgbClr val="71E0A0"/>
                </a:solidFill>
              </a:defRPr>
            </a:lvl1pPr>
            <a:lvl2pPr>
              <a:defRPr sz="1500" b="1">
                <a:solidFill>
                  <a:srgbClr val="71E0A0"/>
                </a:solidFill>
              </a:defRPr>
            </a:lvl2pPr>
            <a:lvl3pPr>
              <a:defRPr sz="1500" b="1">
                <a:solidFill>
                  <a:srgbClr val="71E0A0"/>
                </a:solidFill>
              </a:defRPr>
            </a:lvl3pPr>
            <a:lvl4pPr>
              <a:defRPr sz="1500" b="1">
                <a:solidFill>
                  <a:srgbClr val="71E0A0"/>
                </a:solidFill>
              </a:defRPr>
            </a:lvl4pPr>
            <a:lvl5pPr>
              <a:defRPr sz="1500" b="1">
                <a:solidFill>
                  <a:srgbClr val="71E0A0"/>
                </a:solidFill>
              </a:defRPr>
            </a:lvl5pPr>
            <a:lvl6pPr>
              <a:defRPr sz="1500" b="1">
                <a:solidFill>
                  <a:srgbClr val="71E0A0"/>
                </a:solidFill>
              </a:defRPr>
            </a:lvl6pPr>
            <a:lvl7pPr>
              <a:defRPr sz="1500" b="1">
                <a:solidFill>
                  <a:srgbClr val="71E0A0"/>
                </a:solidFill>
              </a:defRPr>
            </a:lvl7pPr>
            <a:lvl8pPr>
              <a:defRPr sz="1500" b="1">
                <a:solidFill>
                  <a:srgbClr val="71E0A0"/>
                </a:solidFill>
              </a:defRPr>
            </a:lvl8pPr>
            <a:lvl9pPr>
              <a:defRPr sz="15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1E0A0"/>
                </a:solidFill>
              </a:defRPr>
            </a:pPr>
            <a:r>
              <a:rPr sz="1500" b="1">
                <a:solidFill>
                  <a:srgbClr val="71E0A0"/>
                </a:solidFill>
              </a:rPr>
              <a:t>↓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236643A-20F1-4D76-9611-80C93AE1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7162800"/>
            <a:ext cx="2381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D9A7338-B832-4865-8D58-F6E722D8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726757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8F5DF"/>
                </a:solidFill>
              </a:defRPr>
            </a:defPPr>
            <a:lvl1pPr>
              <a:defRPr sz="1350" b="1">
                <a:solidFill>
                  <a:srgbClr val="F8F5DF"/>
                </a:solidFill>
              </a:defRPr>
            </a:lvl1pPr>
            <a:lvl2pPr>
              <a:defRPr sz="1350" b="1">
                <a:solidFill>
                  <a:srgbClr val="F8F5DF"/>
                </a:solidFill>
              </a:defRPr>
            </a:lvl2pPr>
            <a:lvl3pPr>
              <a:defRPr sz="1350" b="1">
                <a:solidFill>
                  <a:srgbClr val="F8F5DF"/>
                </a:solidFill>
              </a:defRPr>
            </a:lvl3pPr>
            <a:lvl4pPr>
              <a:defRPr sz="1350" b="1">
                <a:solidFill>
                  <a:srgbClr val="F8F5DF"/>
                </a:solidFill>
              </a:defRPr>
            </a:lvl4pPr>
            <a:lvl5pPr>
              <a:defRPr sz="1350" b="1">
                <a:solidFill>
                  <a:srgbClr val="F8F5DF"/>
                </a:solidFill>
              </a:defRPr>
            </a:lvl5pPr>
            <a:lvl6pPr>
              <a:defRPr sz="1350" b="1">
                <a:solidFill>
                  <a:srgbClr val="F8F5DF"/>
                </a:solidFill>
              </a:defRPr>
            </a:lvl6pPr>
            <a:lvl7pPr>
              <a:defRPr sz="1350" b="1">
                <a:solidFill>
                  <a:srgbClr val="F8F5DF"/>
                </a:solidFill>
              </a:defRPr>
            </a:lvl7pPr>
            <a:lvl8pPr>
              <a:defRPr sz="1350" b="1">
                <a:solidFill>
                  <a:srgbClr val="F8F5DF"/>
                </a:solidFill>
              </a:defRPr>
            </a:lvl8pPr>
            <a:lvl9pPr>
              <a:defRPr sz="13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8F5DF"/>
                </a:solidFill>
              </a:defRPr>
            </a:pPr>
            <a:r>
              <a:rPr sz="1350" b="1">
                <a:solidFill>
                  <a:srgbClr val="F8F5DF"/>
                </a:solidFill>
              </a:rPr>
              <a:t>Web platform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11C06DD-42C0-4E78-BF82-6F7E3360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0" y="7258050"/>
            <a:ext cx="1004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BED5C3"/>
                </a:solidFill>
              </a:defRPr>
            </a:defPPr>
            <a:lvl1pPr>
              <a:defRPr sz="1575" b="1">
                <a:solidFill>
                  <a:srgbClr val="BED5C3"/>
                </a:solidFill>
              </a:defRPr>
            </a:lvl1pPr>
            <a:lvl2pPr>
              <a:defRPr sz="1575" b="1">
                <a:solidFill>
                  <a:srgbClr val="BED5C3"/>
                </a:solidFill>
              </a:defRPr>
            </a:lvl2pPr>
            <a:lvl3pPr>
              <a:defRPr sz="1575" b="1">
                <a:solidFill>
                  <a:srgbClr val="BED5C3"/>
                </a:solidFill>
              </a:defRPr>
            </a:lvl3pPr>
            <a:lvl4pPr>
              <a:defRPr sz="1575" b="1">
                <a:solidFill>
                  <a:srgbClr val="BED5C3"/>
                </a:solidFill>
              </a:defRPr>
            </a:lvl4pPr>
            <a:lvl5pPr>
              <a:defRPr sz="1575" b="1">
                <a:solidFill>
                  <a:srgbClr val="BED5C3"/>
                </a:solidFill>
              </a:defRPr>
            </a:lvl5pPr>
            <a:lvl6pPr>
              <a:defRPr sz="1575" b="1">
                <a:solidFill>
                  <a:srgbClr val="BED5C3"/>
                </a:solidFill>
              </a:defRPr>
            </a:lvl6pPr>
            <a:lvl7pPr>
              <a:defRPr sz="1575" b="1">
                <a:solidFill>
                  <a:srgbClr val="BED5C3"/>
                </a:solidFill>
              </a:defRPr>
            </a:lvl7pPr>
            <a:lvl8pPr>
              <a:defRPr sz="1575" b="1">
                <a:solidFill>
                  <a:srgbClr val="BED5C3"/>
                </a:solidFill>
              </a:defRPr>
            </a:lvl8pPr>
            <a:lvl9pPr>
              <a:defRPr sz="1575" b="1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BED5C3"/>
                </a:solidFill>
              </a:defRPr>
            </a:pPr>
            <a:r>
              <a:rPr sz="1575" b="1">
                <a:solidFill>
                  <a:srgbClr val="BED5C3"/>
                </a:solidFill>
              </a:rPr>
              <a:t>Role-aware modules and dashboards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FF520C0-EA46-4CA3-85B2-112C9D9E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1575" y="75723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1E0A0"/>
                </a:solidFill>
              </a:defRPr>
            </a:defPPr>
            <a:lvl1pPr>
              <a:defRPr sz="1500" b="1">
                <a:solidFill>
                  <a:srgbClr val="71E0A0"/>
                </a:solidFill>
              </a:defRPr>
            </a:lvl1pPr>
            <a:lvl2pPr>
              <a:defRPr sz="1500" b="1">
                <a:solidFill>
                  <a:srgbClr val="71E0A0"/>
                </a:solidFill>
              </a:defRPr>
            </a:lvl2pPr>
            <a:lvl3pPr>
              <a:defRPr sz="1500" b="1">
                <a:solidFill>
                  <a:srgbClr val="71E0A0"/>
                </a:solidFill>
              </a:defRPr>
            </a:lvl3pPr>
            <a:lvl4pPr>
              <a:defRPr sz="1500" b="1">
                <a:solidFill>
                  <a:srgbClr val="71E0A0"/>
                </a:solidFill>
              </a:defRPr>
            </a:lvl4pPr>
            <a:lvl5pPr>
              <a:defRPr sz="1500" b="1">
                <a:solidFill>
                  <a:srgbClr val="71E0A0"/>
                </a:solidFill>
              </a:defRPr>
            </a:lvl5pPr>
            <a:lvl6pPr>
              <a:defRPr sz="1500" b="1">
                <a:solidFill>
                  <a:srgbClr val="71E0A0"/>
                </a:solidFill>
              </a:defRPr>
            </a:lvl6pPr>
            <a:lvl7pPr>
              <a:defRPr sz="1500" b="1">
                <a:solidFill>
                  <a:srgbClr val="71E0A0"/>
                </a:solidFill>
              </a:defRPr>
            </a:lvl7pPr>
            <a:lvl8pPr>
              <a:defRPr sz="1500" b="1">
                <a:solidFill>
                  <a:srgbClr val="71E0A0"/>
                </a:solidFill>
              </a:defRPr>
            </a:lvl8pPr>
            <a:lvl9pPr>
              <a:defRPr sz="15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1E0A0"/>
                </a:solidFill>
              </a:defRPr>
            </a:pPr>
            <a:r>
              <a:rPr sz="1500" b="1">
                <a:solidFill>
                  <a:srgbClr val="71E0A0"/>
                </a:solidFill>
              </a:rPr>
              <a:t>↓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553D557-D39D-4D1B-8AD0-3E82D0F7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7772400"/>
            <a:ext cx="2381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CD8F8E7-5D9C-49CF-B06B-71BF9BE3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787717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8F5DF"/>
                </a:solidFill>
              </a:defRPr>
            </a:defPPr>
            <a:lvl1pPr>
              <a:defRPr sz="1350" b="1">
                <a:solidFill>
                  <a:srgbClr val="F8F5DF"/>
                </a:solidFill>
              </a:defRPr>
            </a:lvl1pPr>
            <a:lvl2pPr>
              <a:defRPr sz="1350" b="1">
                <a:solidFill>
                  <a:srgbClr val="F8F5DF"/>
                </a:solidFill>
              </a:defRPr>
            </a:lvl2pPr>
            <a:lvl3pPr>
              <a:defRPr sz="1350" b="1">
                <a:solidFill>
                  <a:srgbClr val="F8F5DF"/>
                </a:solidFill>
              </a:defRPr>
            </a:lvl3pPr>
            <a:lvl4pPr>
              <a:defRPr sz="1350" b="1">
                <a:solidFill>
                  <a:srgbClr val="F8F5DF"/>
                </a:solidFill>
              </a:defRPr>
            </a:lvl4pPr>
            <a:lvl5pPr>
              <a:defRPr sz="1350" b="1">
                <a:solidFill>
                  <a:srgbClr val="F8F5DF"/>
                </a:solidFill>
              </a:defRPr>
            </a:lvl5pPr>
            <a:lvl6pPr>
              <a:defRPr sz="1350" b="1">
                <a:solidFill>
                  <a:srgbClr val="F8F5DF"/>
                </a:solidFill>
              </a:defRPr>
            </a:lvl6pPr>
            <a:lvl7pPr>
              <a:defRPr sz="1350" b="1">
                <a:solidFill>
                  <a:srgbClr val="F8F5DF"/>
                </a:solidFill>
              </a:defRPr>
            </a:lvl7pPr>
            <a:lvl8pPr>
              <a:defRPr sz="1350" b="1">
                <a:solidFill>
                  <a:srgbClr val="F8F5DF"/>
                </a:solidFill>
              </a:defRPr>
            </a:lvl8pPr>
            <a:lvl9pPr>
              <a:defRPr sz="13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8F5DF"/>
                </a:solidFill>
              </a:defRPr>
            </a:pPr>
            <a:r>
              <a:rPr sz="1350" b="1">
                <a:solidFill>
                  <a:srgbClr val="F8F5DF"/>
                </a:solidFill>
              </a:rPr>
              <a:t>Services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C53318E-BF3F-4B60-BA7A-CEE190BC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0" y="7867650"/>
            <a:ext cx="1004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ED5C3"/>
                </a:solidFill>
              </a:defRPr>
            </a:defPPr>
            <a:lvl1pPr>
              <a:defRPr sz="1575" b="0">
                <a:solidFill>
                  <a:srgbClr val="BED5C3"/>
                </a:solidFill>
              </a:defRPr>
            </a:lvl1pPr>
            <a:lvl2pPr>
              <a:defRPr sz="1575" b="0">
                <a:solidFill>
                  <a:srgbClr val="BED5C3"/>
                </a:solidFill>
              </a:defRPr>
            </a:lvl2pPr>
            <a:lvl3pPr>
              <a:defRPr sz="1575" b="0">
                <a:solidFill>
                  <a:srgbClr val="BED5C3"/>
                </a:solidFill>
              </a:defRPr>
            </a:lvl3pPr>
            <a:lvl4pPr>
              <a:defRPr sz="1575" b="0">
                <a:solidFill>
                  <a:srgbClr val="BED5C3"/>
                </a:solidFill>
              </a:defRPr>
            </a:lvl4pPr>
            <a:lvl5pPr>
              <a:defRPr sz="1575" b="0">
                <a:solidFill>
                  <a:srgbClr val="BED5C3"/>
                </a:solidFill>
              </a:defRPr>
            </a:lvl5pPr>
            <a:lvl6pPr>
              <a:defRPr sz="1575" b="0">
                <a:solidFill>
                  <a:srgbClr val="BED5C3"/>
                </a:solidFill>
              </a:defRPr>
            </a:lvl6pPr>
            <a:lvl7pPr>
              <a:defRPr sz="1575" b="0">
                <a:solidFill>
                  <a:srgbClr val="BED5C3"/>
                </a:solidFill>
              </a:defRPr>
            </a:lvl7pPr>
            <a:lvl8pPr>
              <a:defRPr sz="1575" b="0">
                <a:solidFill>
                  <a:srgbClr val="BED5C3"/>
                </a:solidFill>
              </a:defRPr>
            </a:lvl8pPr>
            <a:lvl9pPr>
              <a:defRPr sz="157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ED5C3"/>
                </a:solidFill>
              </a:defRPr>
            </a:pPr>
            <a:r>
              <a:rPr sz="1575" b="0">
                <a:solidFill>
                  <a:srgbClr val="BED5C3"/>
                </a:solidFill>
              </a:rPr>
              <a:t>Authentication  •  Workflows  •  Notifications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0B32BE7-A33E-43E5-9869-C5959DA8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1575" y="81819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1E0A0"/>
                </a:solidFill>
              </a:defRPr>
            </a:defPPr>
            <a:lvl1pPr>
              <a:defRPr sz="1500" b="1">
                <a:solidFill>
                  <a:srgbClr val="71E0A0"/>
                </a:solidFill>
              </a:defRPr>
            </a:lvl1pPr>
            <a:lvl2pPr>
              <a:defRPr sz="1500" b="1">
                <a:solidFill>
                  <a:srgbClr val="71E0A0"/>
                </a:solidFill>
              </a:defRPr>
            </a:lvl2pPr>
            <a:lvl3pPr>
              <a:defRPr sz="1500" b="1">
                <a:solidFill>
                  <a:srgbClr val="71E0A0"/>
                </a:solidFill>
              </a:defRPr>
            </a:lvl3pPr>
            <a:lvl4pPr>
              <a:defRPr sz="1500" b="1">
                <a:solidFill>
                  <a:srgbClr val="71E0A0"/>
                </a:solidFill>
              </a:defRPr>
            </a:lvl4pPr>
            <a:lvl5pPr>
              <a:defRPr sz="1500" b="1">
                <a:solidFill>
                  <a:srgbClr val="71E0A0"/>
                </a:solidFill>
              </a:defRPr>
            </a:lvl5pPr>
            <a:lvl6pPr>
              <a:defRPr sz="1500" b="1">
                <a:solidFill>
                  <a:srgbClr val="71E0A0"/>
                </a:solidFill>
              </a:defRPr>
            </a:lvl6pPr>
            <a:lvl7pPr>
              <a:defRPr sz="1500" b="1">
                <a:solidFill>
                  <a:srgbClr val="71E0A0"/>
                </a:solidFill>
              </a:defRPr>
            </a:lvl7pPr>
            <a:lvl8pPr>
              <a:defRPr sz="1500" b="1">
                <a:solidFill>
                  <a:srgbClr val="71E0A0"/>
                </a:solidFill>
              </a:defRPr>
            </a:lvl8pPr>
            <a:lvl9pPr>
              <a:defRPr sz="15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1E0A0"/>
                </a:solidFill>
              </a:defRPr>
            </a:pPr>
            <a:r>
              <a:rPr sz="1500" b="1">
                <a:solidFill>
                  <a:srgbClr val="71E0A0"/>
                </a:solidFill>
              </a:rPr>
              <a:t>↓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7D7605D-4F87-45B6-95DB-9983E9B8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8382000"/>
            <a:ext cx="2381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E939349-E309-4FCB-8063-7879552F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848677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8F5DF"/>
                </a:solidFill>
              </a:defRPr>
            </a:defPPr>
            <a:lvl1pPr>
              <a:defRPr sz="1350" b="1">
                <a:solidFill>
                  <a:srgbClr val="F8F5DF"/>
                </a:solidFill>
              </a:defRPr>
            </a:lvl1pPr>
            <a:lvl2pPr>
              <a:defRPr sz="1350" b="1">
                <a:solidFill>
                  <a:srgbClr val="F8F5DF"/>
                </a:solidFill>
              </a:defRPr>
            </a:lvl2pPr>
            <a:lvl3pPr>
              <a:defRPr sz="1350" b="1">
                <a:solidFill>
                  <a:srgbClr val="F8F5DF"/>
                </a:solidFill>
              </a:defRPr>
            </a:lvl3pPr>
            <a:lvl4pPr>
              <a:defRPr sz="1350" b="1">
                <a:solidFill>
                  <a:srgbClr val="F8F5DF"/>
                </a:solidFill>
              </a:defRPr>
            </a:lvl4pPr>
            <a:lvl5pPr>
              <a:defRPr sz="1350" b="1">
                <a:solidFill>
                  <a:srgbClr val="F8F5DF"/>
                </a:solidFill>
              </a:defRPr>
            </a:lvl5pPr>
            <a:lvl6pPr>
              <a:defRPr sz="1350" b="1">
                <a:solidFill>
                  <a:srgbClr val="F8F5DF"/>
                </a:solidFill>
              </a:defRPr>
            </a:lvl6pPr>
            <a:lvl7pPr>
              <a:defRPr sz="1350" b="1">
                <a:solidFill>
                  <a:srgbClr val="F8F5DF"/>
                </a:solidFill>
              </a:defRPr>
            </a:lvl7pPr>
            <a:lvl8pPr>
              <a:defRPr sz="1350" b="1">
                <a:solidFill>
                  <a:srgbClr val="F8F5DF"/>
                </a:solidFill>
              </a:defRPr>
            </a:lvl8pPr>
            <a:lvl9pPr>
              <a:defRPr sz="13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8F5DF"/>
                </a:solidFill>
              </a:defRPr>
            </a:pPr>
            <a:r>
              <a:rPr sz="1350" b="1">
                <a:solidFill>
                  <a:srgbClr val="F8F5DF"/>
                </a:solidFill>
              </a:rPr>
              <a:t>Data layer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2756533-B27C-4ED3-A6C1-2A1313A1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0" y="8477250"/>
            <a:ext cx="1004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C9DD8A"/>
                </a:solidFill>
              </a:defRPr>
            </a:defPPr>
            <a:lvl1pPr>
              <a:defRPr sz="1575" b="0">
                <a:solidFill>
                  <a:srgbClr val="C9DD8A"/>
                </a:solidFill>
              </a:defRPr>
            </a:lvl1pPr>
            <a:lvl2pPr>
              <a:defRPr sz="1575" b="0">
                <a:solidFill>
                  <a:srgbClr val="C9DD8A"/>
                </a:solidFill>
              </a:defRPr>
            </a:lvl2pPr>
            <a:lvl3pPr>
              <a:defRPr sz="1575" b="0">
                <a:solidFill>
                  <a:srgbClr val="C9DD8A"/>
                </a:solidFill>
              </a:defRPr>
            </a:lvl3pPr>
            <a:lvl4pPr>
              <a:defRPr sz="1575" b="0">
                <a:solidFill>
                  <a:srgbClr val="C9DD8A"/>
                </a:solidFill>
              </a:defRPr>
            </a:lvl4pPr>
            <a:lvl5pPr>
              <a:defRPr sz="1575" b="0">
                <a:solidFill>
                  <a:srgbClr val="C9DD8A"/>
                </a:solidFill>
              </a:defRPr>
            </a:lvl5pPr>
            <a:lvl6pPr>
              <a:defRPr sz="1575" b="0">
                <a:solidFill>
                  <a:srgbClr val="C9DD8A"/>
                </a:solidFill>
              </a:defRPr>
            </a:lvl6pPr>
            <a:lvl7pPr>
              <a:defRPr sz="1575" b="0">
                <a:solidFill>
                  <a:srgbClr val="C9DD8A"/>
                </a:solidFill>
              </a:defRPr>
            </a:lvl7pPr>
            <a:lvl8pPr>
              <a:defRPr sz="1575" b="0">
                <a:solidFill>
                  <a:srgbClr val="C9DD8A"/>
                </a:solidFill>
              </a:defRPr>
            </a:lvl8pPr>
            <a:lvl9pPr>
              <a:defRPr sz="1575" b="0">
                <a:solidFill>
                  <a:srgbClr val="C9DD8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C9DD8A"/>
                </a:solidFill>
              </a:defRPr>
            </a:pPr>
            <a:r>
              <a:rPr sz="1575" b="0">
                <a:solidFill>
                  <a:srgbClr val="C9DD8A"/>
                </a:solidFill>
              </a:rPr>
              <a:t>Accounts  •  Organizations  •  Audit records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15B8AFE-9EFC-48F8-877E-B2997192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0" y="5743575"/>
            <a:ext cx="13830300" cy="3514725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6E778C4-5CFC-40D7-BBD2-2D4EECDD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0" y="59817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1E0A0"/>
                </a:solidFill>
              </a:defRPr>
            </a:defPPr>
            <a:lvl1pPr>
              <a:defRPr sz="2550" b="1">
                <a:solidFill>
                  <a:srgbClr val="71E0A0"/>
                </a:solidFill>
              </a:defRPr>
            </a:lvl1pPr>
            <a:lvl2pPr>
              <a:defRPr sz="2550" b="1">
                <a:solidFill>
                  <a:srgbClr val="71E0A0"/>
                </a:solidFill>
              </a:defRPr>
            </a:lvl2pPr>
            <a:lvl3pPr>
              <a:defRPr sz="2550" b="1">
                <a:solidFill>
                  <a:srgbClr val="71E0A0"/>
                </a:solidFill>
              </a:defRPr>
            </a:lvl3pPr>
            <a:lvl4pPr>
              <a:defRPr sz="2550" b="1">
                <a:solidFill>
                  <a:srgbClr val="71E0A0"/>
                </a:solidFill>
              </a:defRPr>
            </a:lvl4pPr>
            <a:lvl5pPr>
              <a:defRPr sz="2550" b="1">
                <a:solidFill>
                  <a:srgbClr val="71E0A0"/>
                </a:solidFill>
              </a:defRPr>
            </a:lvl5pPr>
            <a:lvl6pPr>
              <a:defRPr sz="2550" b="1">
                <a:solidFill>
                  <a:srgbClr val="71E0A0"/>
                </a:solidFill>
              </a:defRPr>
            </a:lvl6pPr>
            <a:lvl7pPr>
              <a:defRPr sz="2550" b="1">
                <a:solidFill>
                  <a:srgbClr val="71E0A0"/>
                </a:solidFill>
              </a:defRPr>
            </a:lvl7pPr>
            <a:lvl8pPr>
              <a:defRPr sz="2550" b="1">
                <a:solidFill>
                  <a:srgbClr val="71E0A0"/>
                </a:solidFill>
              </a:defRPr>
            </a:lvl8pPr>
            <a:lvl9pPr>
              <a:defRPr sz="25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1E0A0"/>
                </a:solidFill>
              </a:defRPr>
            </a:pPr>
            <a:r>
              <a:rPr sz="2550" b="1">
                <a:solidFill>
                  <a:srgbClr val="71E0A0"/>
                </a:solidFill>
              </a:rPr>
              <a:t>06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38E5497-5686-4BD9-806E-FEA4C6ED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84700" y="5991225"/>
            <a:ext cx="1276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RBAC &amp; security flow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5CB974F-0A21-4BCC-B348-2EA24925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6591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8F5DF"/>
                </a:solidFill>
              </a:defRPr>
            </a:defPPr>
            <a:lvl1pPr>
              <a:defRPr sz="1725" b="1">
                <a:solidFill>
                  <a:srgbClr val="F8F5DF"/>
                </a:solidFill>
              </a:defRPr>
            </a:lvl1pPr>
            <a:lvl2pPr>
              <a:defRPr sz="1725" b="1">
                <a:solidFill>
                  <a:srgbClr val="F8F5DF"/>
                </a:solidFill>
              </a:defRPr>
            </a:lvl2pPr>
            <a:lvl3pPr>
              <a:defRPr sz="1725" b="1">
                <a:solidFill>
                  <a:srgbClr val="F8F5DF"/>
                </a:solidFill>
              </a:defRPr>
            </a:lvl3pPr>
            <a:lvl4pPr>
              <a:defRPr sz="1725" b="1">
                <a:solidFill>
                  <a:srgbClr val="F8F5DF"/>
                </a:solidFill>
              </a:defRPr>
            </a:lvl4pPr>
            <a:lvl5pPr>
              <a:defRPr sz="1725" b="1">
                <a:solidFill>
                  <a:srgbClr val="F8F5DF"/>
                </a:solidFill>
              </a:defRPr>
            </a:lvl5pPr>
            <a:lvl6pPr>
              <a:defRPr sz="1725" b="1">
                <a:solidFill>
                  <a:srgbClr val="F8F5DF"/>
                </a:solidFill>
              </a:defRPr>
            </a:lvl6pPr>
            <a:lvl7pPr>
              <a:defRPr sz="1725" b="1">
                <a:solidFill>
                  <a:srgbClr val="F8F5DF"/>
                </a:solidFill>
              </a:defRPr>
            </a:lvl7pPr>
            <a:lvl8pPr>
              <a:defRPr sz="1725" b="1">
                <a:solidFill>
                  <a:srgbClr val="F8F5DF"/>
                </a:solidFill>
              </a:defRPr>
            </a:lvl8pPr>
            <a:lvl9pPr>
              <a:defRPr sz="17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8F5DF"/>
                </a:solidFill>
              </a:defRPr>
            </a:pPr>
            <a:r>
              <a:rPr sz="1725" b="1">
                <a:solidFill>
                  <a:srgbClr val="F8F5DF"/>
                </a:solidFill>
              </a:rPr>
              <a:t>Sign in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3238D90-F67D-45F0-82B4-6DAB0FCE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8700" y="65722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→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DE9E90E-4FC6-4172-94BA-F9201BAC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975" y="65913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8F5DF"/>
                </a:solidFill>
              </a:defRPr>
            </a:defPPr>
            <a:lvl1pPr>
              <a:defRPr sz="1725" b="1">
                <a:solidFill>
                  <a:srgbClr val="F8F5DF"/>
                </a:solidFill>
              </a:defRPr>
            </a:lvl1pPr>
            <a:lvl2pPr>
              <a:defRPr sz="1725" b="1">
                <a:solidFill>
                  <a:srgbClr val="F8F5DF"/>
                </a:solidFill>
              </a:defRPr>
            </a:lvl2pPr>
            <a:lvl3pPr>
              <a:defRPr sz="1725" b="1">
                <a:solidFill>
                  <a:srgbClr val="F8F5DF"/>
                </a:solidFill>
              </a:defRPr>
            </a:lvl3pPr>
            <a:lvl4pPr>
              <a:defRPr sz="1725" b="1">
                <a:solidFill>
                  <a:srgbClr val="F8F5DF"/>
                </a:solidFill>
              </a:defRPr>
            </a:lvl4pPr>
            <a:lvl5pPr>
              <a:defRPr sz="1725" b="1">
                <a:solidFill>
                  <a:srgbClr val="F8F5DF"/>
                </a:solidFill>
              </a:defRPr>
            </a:lvl5pPr>
            <a:lvl6pPr>
              <a:defRPr sz="1725" b="1">
                <a:solidFill>
                  <a:srgbClr val="F8F5DF"/>
                </a:solidFill>
              </a:defRPr>
            </a:lvl6pPr>
            <a:lvl7pPr>
              <a:defRPr sz="1725" b="1">
                <a:solidFill>
                  <a:srgbClr val="F8F5DF"/>
                </a:solidFill>
              </a:defRPr>
            </a:lvl7pPr>
            <a:lvl8pPr>
              <a:defRPr sz="1725" b="1">
                <a:solidFill>
                  <a:srgbClr val="F8F5DF"/>
                </a:solidFill>
              </a:defRPr>
            </a:lvl8pPr>
            <a:lvl9pPr>
              <a:defRPr sz="17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8F5DF"/>
                </a:solidFill>
              </a:defRPr>
            </a:pPr>
            <a:r>
              <a:rPr sz="1725" b="1">
                <a:solidFill>
                  <a:srgbClr val="F8F5DF"/>
                </a:solidFill>
              </a:rPr>
              <a:t>Verify identity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F8F0F98-14AE-4194-8606-28EB2944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5300" y="65722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→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AB5957B-83D0-43C8-A250-AF8445A5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5850" y="659130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8F5DF"/>
                </a:solidFill>
              </a:defRPr>
            </a:defPPr>
            <a:lvl1pPr>
              <a:defRPr sz="1725" b="1">
                <a:solidFill>
                  <a:srgbClr val="F8F5DF"/>
                </a:solidFill>
              </a:defRPr>
            </a:lvl1pPr>
            <a:lvl2pPr>
              <a:defRPr sz="1725" b="1">
                <a:solidFill>
                  <a:srgbClr val="F8F5DF"/>
                </a:solidFill>
              </a:defRPr>
            </a:lvl2pPr>
            <a:lvl3pPr>
              <a:defRPr sz="1725" b="1">
                <a:solidFill>
                  <a:srgbClr val="F8F5DF"/>
                </a:solidFill>
              </a:defRPr>
            </a:lvl3pPr>
            <a:lvl4pPr>
              <a:defRPr sz="1725" b="1">
                <a:solidFill>
                  <a:srgbClr val="F8F5DF"/>
                </a:solidFill>
              </a:defRPr>
            </a:lvl4pPr>
            <a:lvl5pPr>
              <a:defRPr sz="1725" b="1">
                <a:solidFill>
                  <a:srgbClr val="F8F5DF"/>
                </a:solidFill>
              </a:defRPr>
            </a:lvl5pPr>
            <a:lvl6pPr>
              <a:defRPr sz="1725" b="1">
                <a:solidFill>
                  <a:srgbClr val="F8F5DF"/>
                </a:solidFill>
              </a:defRPr>
            </a:lvl6pPr>
            <a:lvl7pPr>
              <a:defRPr sz="1725" b="1">
                <a:solidFill>
                  <a:srgbClr val="F8F5DF"/>
                </a:solidFill>
              </a:defRPr>
            </a:lvl7pPr>
            <a:lvl8pPr>
              <a:defRPr sz="1725" b="1">
                <a:solidFill>
                  <a:srgbClr val="F8F5DF"/>
                </a:solidFill>
              </a:defRPr>
            </a:lvl8pPr>
            <a:lvl9pPr>
              <a:defRPr sz="17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8F5DF"/>
                </a:solidFill>
              </a:defRPr>
            </a:pPr>
            <a:r>
              <a:rPr sz="1725" b="1">
                <a:solidFill>
                  <a:srgbClr val="F8F5DF"/>
                </a:solidFill>
              </a:rPr>
              <a:t>Check role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425AF24-35FB-4C9E-A270-DE0A35B6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7050" y="65722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→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BF58D5E-0E78-4D02-A3CD-77B998FE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0" y="6591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8F5DF"/>
                </a:solidFill>
              </a:defRPr>
            </a:defPPr>
            <a:lvl1pPr>
              <a:defRPr sz="1725" b="1">
                <a:solidFill>
                  <a:srgbClr val="F8F5DF"/>
                </a:solidFill>
              </a:defRPr>
            </a:lvl1pPr>
            <a:lvl2pPr>
              <a:defRPr sz="1725" b="1">
                <a:solidFill>
                  <a:srgbClr val="F8F5DF"/>
                </a:solidFill>
              </a:defRPr>
            </a:lvl2pPr>
            <a:lvl3pPr>
              <a:defRPr sz="1725" b="1">
                <a:solidFill>
                  <a:srgbClr val="F8F5DF"/>
                </a:solidFill>
              </a:defRPr>
            </a:lvl3pPr>
            <a:lvl4pPr>
              <a:defRPr sz="1725" b="1">
                <a:solidFill>
                  <a:srgbClr val="F8F5DF"/>
                </a:solidFill>
              </a:defRPr>
            </a:lvl4pPr>
            <a:lvl5pPr>
              <a:defRPr sz="1725" b="1">
                <a:solidFill>
                  <a:srgbClr val="F8F5DF"/>
                </a:solidFill>
              </a:defRPr>
            </a:lvl5pPr>
            <a:lvl6pPr>
              <a:defRPr sz="1725" b="1">
                <a:solidFill>
                  <a:srgbClr val="F8F5DF"/>
                </a:solidFill>
              </a:defRPr>
            </a:lvl6pPr>
            <a:lvl7pPr>
              <a:defRPr sz="1725" b="1">
                <a:solidFill>
                  <a:srgbClr val="F8F5DF"/>
                </a:solidFill>
              </a:defRPr>
            </a:lvl7pPr>
            <a:lvl8pPr>
              <a:defRPr sz="1725" b="1">
                <a:solidFill>
                  <a:srgbClr val="F8F5DF"/>
                </a:solidFill>
              </a:defRPr>
            </a:lvl8pPr>
            <a:lvl9pPr>
              <a:defRPr sz="17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8F5DF"/>
                </a:solidFill>
              </a:defRPr>
            </a:pPr>
            <a:r>
              <a:rPr sz="1725" b="1">
                <a:solidFill>
                  <a:srgbClr val="F8F5DF"/>
                </a:solidFill>
              </a:rPr>
              <a:t>Allow action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A870AB6-252B-454F-8438-BCCD98AD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6550" y="7143750"/>
            <a:ext cx="130302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02DBA87-C9C0-48D0-910F-3EBEF1CE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2775" y="7372350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1E0A0"/>
                </a:solidFill>
              </a:defRPr>
            </a:defPPr>
            <a:lvl1pPr>
              <a:defRPr sz="2250" b="1">
                <a:solidFill>
                  <a:srgbClr val="71E0A0"/>
                </a:solidFill>
              </a:defRPr>
            </a:lvl1pPr>
            <a:lvl2pPr>
              <a:defRPr sz="2250" b="1">
                <a:solidFill>
                  <a:srgbClr val="71E0A0"/>
                </a:solidFill>
              </a:defRPr>
            </a:lvl2pPr>
            <a:lvl3pPr>
              <a:defRPr sz="2250" b="1">
                <a:solidFill>
                  <a:srgbClr val="71E0A0"/>
                </a:solidFill>
              </a:defRPr>
            </a:lvl3pPr>
            <a:lvl4pPr>
              <a:defRPr sz="2250" b="1">
                <a:solidFill>
                  <a:srgbClr val="71E0A0"/>
                </a:solidFill>
              </a:defRPr>
            </a:lvl4pPr>
            <a:lvl5pPr>
              <a:defRPr sz="2250" b="1">
                <a:solidFill>
                  <a:srgbClr val="71E0A0"/>
                </a:solidFill>
              </a:defRPr>
            </a:lvl5pPr>
            <a:lvl6pPr>
              <a:defRPr sz="2250" b="1">
                <a:solidFill>
                  <a:srgbClr val="71E0A0"/>
                </a:solidFill>
              </a:defRPr>
            </a:lvl6pPr>
            <a:lvl7pPr>
              <a:defRPr sz="2250" b="1">
                <a:solidFill>
                  <a:srgbClr val="71E0A0"/>
                </a:solidFill>
              </a:defRPr>
            </a:lvl7pPr>
            <a:lvl8pPr>
              <a:defRPr sz="2250" b="1">
                <a:solidFill>
                  <a:srgbClr val="71E0A0"/>
                </a:solidFill>
              </a:defRPr>
            </a:lvl8pPr>
            <a:lvl9pPr>
              <a:defRPr sz="22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E0A0"/>
                </a:solidFill>
              </a:defRPr>
            </a:pPr>
            <a:r>
              <a:rPr sz="2250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AD314FB-0FE1-467E-85C6-34C2DDF9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0" y="7372350"/>
            <a:ext cx="1163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ED5C3"/>
                </a:solidFill>
              </a:defRPr>
            </a:defPPr>
            <a:lvl1pPr>
              <a:defRPr sz="1650" b="0">
                <a:solidFill>
                  <a:srgbClr val="BED5C3"/>
                </a:solidFill>
              </a:defRPr>
            </a:lvl1pPr>
            <a:lvl2pPr>
              <a:defRPr sz="1650" b="0">
                <a:solidFill>
                  <a:srgbClr val="BED5C3"/>
                </a:solidFill>
              </a:defRPr>
            </a:lvl2pPr>
            <a:lvl3pPr>
              <a:defRPr sz="1650" b="0">
                <a:solidFill>
                  <a:srgbClr val="BED5C3"/>
                </a:solidFill>
              </a:defRPr>
            </a:lvl3pPr>
            <a:lvl4pPr>
              <a:defRPr sz="1650" b="0">
                <a:solidFill>
                  <a:srgbClr val="BED5C3"/>
                </a:solidFill>
              </a:defRPr>
            </a:lvl4pPr>
            <a:lvl5pPr>
              <a:defRPr sz="1650" b="0">
                <a:solidFill>
                  <a:srgbClr val="BED5C3"/>
                </a:solidFill>
              </a:defRPr>
            </a:lvl5pPr>
            <a:lvl6pPr>
              <a:defRPr sz="1650" b="0">
                <a:solidFill>
                  <a:srgbClr val="BED5C3"/>
                </a:solidFill>
              </a:defRPr>
            </a:lvl6pPr>
            <a:lvl7pPr>
              <a:defRPr sz="1650" b="0">
                <a:solidFill>
                  <a:srgbClr val="BED5C3"/>
                </a:solidFill>
              </a:defRPr>
            </a:lvl7pPr>
            <a:lvl8pPr>
              <a:defRPr sz="1650" b="0">
                <a:solidFill>
                  <a:srgbClr val="BED5C3"/>
                </a:solidFill>
              </a:defRPr>
            </a:lvl8pPr>
            <a:lvl9pPr>
              <a:defRPr sz="16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ED5C3"/>
                </a:solidFill>
              </a:defRPr>
            </a:pPr>
            <a:r>
              <a:rPr sz="1650" b="0">
                <a:solidFill>
                  <a:srgbClr val="BED5C3"/>
                </a:solidFill>
              </a:rPr>
              <a:t>Role-based permissions limit each account to its allowed scope.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2A181F1-4790-4FB3-A7E1-A5FDC5D3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2775" y="7867650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1E0A0"/>
                </a:solidFill>
              </a:defRPr>
            </a:defPPr>
            <a:lvl1pPr>
              <a:defRPr sz="2250" b="1">
                <a:solidFill>
                  <a:srgbClr val="71E0A0"/>
                </a:solidFill>
              </a:defRPr>
            </a:lvl1pPr>
            <a:lvl2pPr>
              <a:defRPr sz="2250" b="1">
                <a:solidFill>
                  <a:srgbClr val="71E0A0"/>
                </a:solidFill>
              </a:defRPr>
            </a:lvl2pPr>
            <a:lvl3pPr>
              <a:defRPr sz="2250" b="1">
                <a:solidFill>
                  <a:srgbClr val="71E0A0"/>
                </a:solidFill>
              </a:defRPr>
            </a:lvl3pPr>
            <a:lvl4pPr>
              <a:defRPr sz="2250" b="1">
                <a:solidFill>
                  <a:srgbClr val="71E0A0"/>
                </a:solidFill>
              </a:defRPr>
            </a:lvl4pPr>
            <a:lvl5pPr>
              <a:defRPr sz="2250" b="1">
                <a:solidFill>
                  <a:srgbClr val="71E0A0"/>
                </a:solidFill>
              </a:defRPr>
            </a:lvl5pPr>
            <a:lvl6pPr>
              <a:defRPr sz="2250" b="1">
                <a:solidFill>
                  <a:srgbClr val="71E0A0"/>
                </a:solidFill>
              </a:defRPr>
            </a:lvl6pPr>
            <a:lvl7pPr>
              <a:defRPr sz="2250" b="1">
                <a:solidFill>
                  <a:srgbClr val="71E0A0"/>
                </a:solidFill>
              </a:defRPr>
            </a:lvl7pPr>
            <a:lvl8pPr>
              <a:defRPr sz="2250" b="1">
                <a:solidFill>
                  <a:srgbClr val="71E0A0"/>
                </a:solidFill>
              </a:defRPr>
            </a:lvl8pPr>
            <a:lvl9pPr>
              <a:defRPr sz="22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E0A0"/>
                </a:solidFill>
              </a:defRPr>
            </a:pPr>
            <a:r>
              <a:rPr sz="2250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968B042-9333-4D9E-B7FF-710461A5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0" y="7867650"/>
            <a:ext cx="1163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ED5C3"/>
                </a:solidFill>
              </a:defRPr>
            </a:defPPr>
            <a:lvl1pPr>
              <a:defRPr sz="1650" b="0">
                <a:solidFill>
                  <a:srgbClr val="BED5C3"/>
                </a:solidFill>
              </a:defRPr>
            </a:lvl1pPr>
            <a:lvl2pPr>
              <a:defRPr sz="1650" b="0">
                <a:solidFill>
                  <a:srgbClr val="BED5C3"/>
                </a:solidFill>
              </a:defRPr>
            </a:lvl2pPr>
            <a:lvl3pPr>
              <a:defRPr sz="1650" b="0">
                <a:solidFill>
                  <a:srgbClr val="BED5C3"/>
                </a:solidFill>
              </a:defRPr>
            </a:lvl3pPr>
            <a:lvl4pPr>
              <a:defRPr sz="1650" b="0">
                <a:solidFill>
                  <a:srgbClr val="BED5C3"/>
                </a:solidFill>
              </a:defRPr>
            </a:lvl4pPr>
            <a:lvl5pPr>
              <a:defRPr sz="1650" b="0">
                <a:solidFill>
                  <a:srgbClr val="BED5C3"/>
                </a:solidFill>
              </a:defRPr>
            </a:lvl5pPr>
            <a:lvl6pPr>
              <a:defRPr sz="1650" b="0">
                <a:solidFill>
                  <a:srgbClr val="BED5C3"/>
                </a:solidFill>
              </a:defRPr>
            </a:lvl6pPr>
            <a:lvl7pPr>
              <a:defRPr sz="1650" b="0">
                <a:solidFill>
                  <a:srgbClr val="BED5C3"/>
                </a:solidFill>
              </a:defRPr>
            </a:lvl7pPr>
            <a:lvl8pPr>
              <a:defRPr sz="1650" b="0">
                <a:solidFill>
                  <a:srgbClr val="BED5C3"/>
                </a:solidFill>
              </a:defRPr>
            </a:lvl8pPr>
            <a:lvl9pPr>
              <a:defRPr sz="16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ED5C3"/>
                </a:solidFill>
              </a:defRPr>
            </a:pPr>
            <a:r>
              <a:rPr sz="1650" b="0">
                <a:solidFill>
                  <a:srgbClr val="BED5C3"/>
                </a:solidFill>
              </a:rPr>
              <a:t>Separate administrator access, account verification, and logged identity reveals protect sensitive actions.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1F3B4CD-12A8-446C-AB8D-76CED440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2775" y="8362950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1E0A0"/>
                </a:solidFill>
              </a:defRPr>
            </a:defPPr>
            <a:lvl1pPr>
              <a:defRPr sz="2250" b="1">
                <a:solidFill>
                  <a:srgbClr val="71E0A0"/>
                </a:solidFill>
              </a:defRPr>
            </a:lvl1pPr>
            <a:lvl2pPr>
              <a:defRPr sz="2250" b="1">
                <a:solidFill>
                  <a:srgbClr val="71E0A0"/>
                </a:solidFill>
              </a:defRPr>
            </a:lvl2pPr>
            <a:lvl3pPr>
              <a:defRPr sz="2250" b="1">
                <a:solidFill>
                  <a:srgbClr val="71E0A0"/>
                </a:solidFill>
              </a:defRPr>
            </a:lvl3pPr>
            <a:lvl4pPr>
              <a:defRPr sz="2250" b="1">
                <a:solidFill>
                  <a:srgbClr val="71E0A0"/>
                </a:solidFill>
              </a:defRPr>
            </a:lvl4pPr>
            <a:lvl5pPr>
              <a:defRPr sz="2250" b="1">
                <a:solidFill>
                  <a:srgbClr val="71E0A0"/>
                </a:solidFill>
              </a:defRPr>
            </a:lvl5pPr>
            <a:lvl6pPr>
              <a:defRPr sz="2250" b="1">
                <a:solidFill>
                  <a:srgbClr val="71E0A0"/>
                </a:solidFill>
              </a:defRPr>
            </a:lvl6pPr>
            <a:lvl7pPr>
              <a:defRPr sz="2250" b="1">
                <a:solidFill>
                  <a:srgbClr val="71E0A0"/>
                </a:solidFill>
              </a:defRPr>
            </a:lvl7pPr>
            <a:lvl8pPr>
              <a:defRPr sz="2250" b="1">
                <a:solidFill>
                  <a:srgbClr val="71E0A0"/>
                </a:solidFill>
              </a:defRPr>
            </a:lvl8pPr>
            <a:lvl9pPr>
              <a:defRPr sz="22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E0A0"/>
                </a:solidFill>
              </a:defRPr>
            </a:pPr>
            <a:r>
              <a:rPr sz="2250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97E9F64-35C7-4617-A8B1-519431B9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0" y="8362950"/>
            <a:ext cx="1163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ED5C3"/>
                </a:solidFill>
              </a:defRPr>
            </a:defPPr>
            <a:lvl1pPr>
              <a:defRPr sz="1650" b="0">
                <a:solidFill>
                  <a:srgbClr val="BED5C3"/>
                </a:solidFill>
              </a:defRPr>
            </a:lvl1pPr>
            <a:lvl2pPr>
              <a:defRPr sz="1650" b="0">
                <a:solidFill>
                  <a:srgbClr val="BED5C3"/>
                </a:solidFill>
              </a:defRPr>
            </a:lvl2pPr>
            <a:lvl3pPr>
              <a:defRPr sz="1650" b="0">
                <a:solidFill>
                  <a:srgbClr val="BED5C3"/>
                </a:solidFill>
              </a:defRPr>
            </a:lvl3pPr>
            <a:lvl4pPr>
              <a:defRPr sz="1650" b="0">
                <a:solidFill>
                  <a:srgbClr val="BED5C3"/>
                </a:solidFill>
              </a:defRPr>
            </a:lvl4pPr>
            <a:lvl5pPr>
              <a:defRPr sz="1650" b="0">
                <a:solidFill>
                  <a:srgbClr val="BED5C3"/>
                </a:solidFill>
              </a:defRPr>
            </a:lvl5pPr>
            <a:lvl6pPr>
              <a:defRPr sz="1650" b="0">
                <a:solidFill>
                  <a:srgbClr val="BED5C3"/>
                </a:solidFill>
              </a:defRPr>
            </a:lvl6pPr>
            <a:lvl7pPr>
              <a:defRPr sz="1650" b="0">
                <a:solidFill>
                  <a:srgbClr val="BED5C3"/>
                </a:solidFill>
              </a:defRPr>
            </a:lvl7pPr>
            <a:lvl8pPr>
              <a:defRPr sz="1650" b="0">
                <a:solidFill>
                  <a:srgbClr val="BED5C3"/>
                </a:solidFill>
              </a:defRPr>
            </a:lvl8pPr>
            <a:lvl9pPr>
              <a:defRPr sz="16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ED5C3"/>
                </a:solidFill>
              </a:defRPr>
            </a:pPr>
            <a:r>
              <a:rPr sz="1650" b="0">
                <a:solidFill>
                  <a:srgbClr val="BED5C3"/>
                </a:solidFill>
              </a:rPr>
              <a:t>Anonymous concerns stay hidden from officers until authorized handling requires disclosure.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AAFC973-AD0A-404D-84A1-7F09B66A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29775"/>
            <a:ext cx="1383030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6B3BC38-A427-45F4-885D-279C5419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8679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1E0A0"/>
                </a:solidFill>
              </a:defRPr>
            </a:defPPr>
            <a:lvl1pPr>
              <a:defRPr sz="2550" b="1">
                <a:solidFill>
                  <a:srgbClr val="71E0A0"/>
                </a:solidFill>
              </a:defRPr>
            </a:lvl1pPr>
            <a:lvl2pPr>
              <a:defRPr sz="2550" b="1">
                <a:solidFill>
                  <a:srgbClr val="71E0A0"/>
                </a:solidFill>
              </a:defRPr>
            </a:lvl2pPr>
            <a:lvl3pPr>
              <a:defRPr sz="2550" b="1">
                <a:solidFill>
                  <a:srgbClr val="71E0A0"/>
                </a:solidFill>
              </a:defRPr>
            </a:lvl3pPr>
            <a:lvl4pPr>
              <a:defRPr sz="2550" b="1">
                <a:solidFill>
                  <a:srgbClr val="71E0A0"/>
                </a:solidFill>
              </a:defRPr>
            </a:lvl4pPr>
            <a:lvl5pPr>
              <a:defRPr sz="2550" b="1">
                <a:solidFill>
                  <a:srgbClr val="71E0A0"/>
                </a:solidFill>
              </a:defRPr>
            </a:lvl5pPr>
            <a:lvl6pPr>
              <a:defRPr sz="2550" b="1">
                <a:solidFill>
                  <a:srgbClr val="71E0A0"/>
                </a:solidFill>
              </a:defRPr>
            </a:lvl6pPr>
            <a:lvl7pPr>
              <a:defRPr sz="2550" b="1">
                <a:solidFill>
                  <a:srgbClr val="71E0A0"/>
                </a:solidFill>
              </a:defRPr>
            </a:lvl7pPr>
            <a:lvl8pPr>
              <a:defRPr sz="2550" b="1">
                <a:solidFill>
                  <a:srgbClr val="71E0A0"/>
                </a:solidFill>
              </a:defRPr>
            </a:lvl8pPr>
            <a:lvl9pPr>
              <a:defRPr sz="25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1E0A0"/>
                </a:solidFill>
              </a:defRPr>
            </a:pPr>
            <a:r>
              <a:rPr sz="2550" b="1">
                <a:solidFill>
                  <a:srgbClr val="71E0A0"/>
                </a:solidFill>
              </a:rPr>
              <a:t>07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9F9BA8F-BD9C-4157-AA02-1CBA22C1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877425"/>
            <a:ext cx="1276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Development methodology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C169FD3-9376-4D74-80A1-DA3E3ADB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051560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429E8A9-0E01-448C-B449-80297EE9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0668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8F5DF"/>
                </a:solidFill>
              </a:defRPr>
            </a:defPPr>
            <a:lvl1pPr>
              <a:defRPr sz="2100" b="1">
                <a:solidFill>
                  <a:srgbClr val="F8F5DF"/>
                </a:solidFill>
              </a:defRPr>
            </a:lvl1pPr>
            <a:lvl2pPr>
              <a:defRPr sz="2100" b="1">
                <a:solidFill>
                  <a:srgbClr val="F8F5DF"/>
                </a:solidFill>
              </a:defRPr>
            </a:lvl2pPr>
            <a:lvl3pPr>
              <a:defRPr sz="2100" b="1">
                <a:solidFill>
                  <a:srgbClr val="F8F5DF"/>
                </a:solidFill>
              </a:defRPr>
            </a:lvl3pPr>
            <a:lvl4pPr>
              <a:defRPr sz="2100" b="1">
                <a:solidFill>
                  <a:srgbClr val="F8F5DF"/>
                </a:solidFill>
              </a:defRPr>
            </a:lvl4pPr>
            <a:lvl5pPr>
              <a:defRPr sz="2100" b="1">
                <a:solidFill>
                  <a:srgbClr val="F8F5DF"/>
                </a:solidFill>
              </a:defRPr>
            </a:lvl5pPr>
            <a:lvl6pPr>
              <a:defRPr sz="2100" b="1">
                <a:solidFill>
                  <a:srgbClr val="F8F5DF"/>
                </a:solidFill>
              </a:defRPr>
            </a:lvl6pPr>
            <a:lvl7pPr>
              <a:defRPr sz="2100" b="1">
                <a:solidFill>
                  <a:srgbClr val="F8F5DF"/>
                </a:solidFill>
              </a:defRPr>
            </a:lvl7pPr>
            <a:lvl8pPr>
              <a:defRPr sz="2100" b="1">
                <a:solidFill>
                  <a:srgbClr val="F8F5DF"/>
                </a:solidFill>
              </a:defRPr>
            </a:lvl8pPr>
            <a:lvl9pPr>
              <a:defRPr sz="21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8F5DF"/>
                </a:solidFill>
              </a:defRPr>
            </a:pPr>
            <a:r>
              <a:rPr sz="2100" b="1">
                <a:solidFill>
                  <a:srgbClr val="F8F5DF"/>
                </a:solidFill>
              </a:rPr>
              <a:t>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F5D6EE2-01EC-4A69-A532-D6962F3C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1430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Discover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215D59D-9BFA-4C8B-888E-DCD2465E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1715750"/>
            <a:ext cx="2362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D5C3"/>
                </a:solidFill>
              </a:defRPr>
            </a:defPPr>
            <a:lvl1pPr>
              <a:defRPr sz="1200" b="0">
                <a:solidFill>
                  <a:srgbClr val="BED5C3"/>
                </a:solidFill>
              </a:defRPr>
            </a:lvl1pPr>
            <a:lvl2pPr>
              <a:defRPr sz="1200" b="0">
                <a:solidFill>
                  <a:srgbClr val="BED5C3"/>
                </a:solidFill>
              </a:defRPr>
            </a:lvl2pPr>
            <a:lvl3pPr>
              <a:defRPr sz="1200" b="0">
                <a:solidFill>
                  <a:srgbClr val="BED5C3"/>
                </a:solidFill>
              </a:defRPr>
            </a:lvl3pPr>
            <a:lvl4pPr>
              <a:defRPr sz="1200" b="0">
                <a:solidFill>
                  <a:srgbClr val="BED5C3"/>
                </a:solidFill>
              </a:defRPr>
            </a:lvl4pPr>
            <a:lvl5pPr>
              <a:defRPr sz="1200" b="0">
                <a:solidFill>
                  <a:srgbClr val="BED5C3"/>
                </a:solidFill>
              </a:defRPr>
            </a:lvl5pPr>
            <a:lvl6pPr>
              <a:defRPr sz="1200" b="0">
                <a:solidFill>
                  <a:srgbClr val="BED5C3"/>
                </a:solidFill>
              </a:defRPr>
            </a:lvl6pPr>
            <a:lvl7pPr>
              <a:defRPr sz="1200" b="0">
                <a:solidFill>
                  <a:srgbClr val="BED5C3"/>
                </a:solidFill>
              </a:defRPr>
            </a:lvl7pPr>
            <a:lvl8pPr>
              <a:defRPr sz="1200" b="0">
                <a:solidFill>
                  <a:srgbClr val="BED5C3"/>
                </a:solidFill>
              </a:defRPr>
            </a:lvl8pPr>
            <a:lvl9pPr>
              <a:defRPr sz="12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D5C3"/>
                </a:solidFill>
              </a:defRPr>
            </a:pPr>
            <a:r>
              <a:rPr sz="1200" b="0">
                <a:solidFill>
                  <a:srgbClr val="BED5C3"/>
                </a:solidFill>
              </a:rPr>
              <a:t>Map council workflows and user needs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D8C188C-2462-4FC9-9746-7829FEA8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06680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1E0A0"/>
                </a:solidFill>
              </a:defRPr>
            </a:defPPr>
            <a:lvl1pPr>
              <a:defRPr sz="2550" b="1">
                <a:solidFill>
                  <a:srgbClr val="71E0A0"/>
                </a:solidFill>
              </a:defRPr>
            </a:lvl1pPr>
            <a:lvl2pPr>
              <a:defRPr sz="2550" b="1">
                <a:solidFill>
                  <a:srgbClr val="71E0A0"/>
                </a:solidFill>
              </a:defRPr>
            </a:lvl2pPr>
            <a:lvl3pPr>
              <a:defRPr sz="2550" b="1">
                <a:solidFill>
                  <a:srgbClr val="71E0A0"/>
                </a:solidFill>
              </a:defRPr>
            </a:lvl3pPr>
            <a:lvl4pPr>
              <a:defRPr sz="2550" b="1">
                <a:solidFill>
                  <a:srgbClr val="71E0A0"/>
                </a:solidFill>
              </a:defRPr>
            </a:lvl4pPr>
            <a:lvl5pPr>
              <a:defRPr sz="2550" b="1">
                <a:solidFill>
                  <a:srgbClr val="71E0A0"/>
                </a:solidFill>
              </a:defRPr>
            </a:lvl5pPr>
            <a:lvl6pPr>
              <a:defRPr sz="2550" b="1">
                <a:solidFill>
                  <a:srgbClr val="71E0A0"/>
                </a:solidFill>
              </a:defRPr>
            </a:lvl6pPr>
            <a:lvl7pPr>
              <a:defRPr sz="2550" b="1">
                <a:solidFill>
                  <a:srgbClr val="71E0A0"/>
                </a:solidFill>
              </a:defRPr>
            </a:lvl7pPr>
            <a:lvl8pPr>
              <a:defRPr sz="2550" b="1">
                <a:solidFill>
                  <a:srgbClr val="71E0A0"/>
                </a:solidFill>
              </a:defRPr>
            </a:lvl8pPr>
            <a:lvl9pPr>
              <a:defRPr sz="25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1E0A0"/>
                </a:solidFill>
              </a:defRPr>
            </a:pPr>
            <a:r>
              <a:rPr sz="2550" b="1">
                <a:solidFill>
                  <a:srgbClr val="71E0A0"/>
                </a:solidFill>
              </a:rPr>
              <a:t>›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181B6AA-58E2-41A1-8801-A695CF1F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051560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DA1F0F7-3328-4F75-9C2A-667FF47A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0668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8F5DF"/>
                </a:solidFill>
              </a:defRPr>
            </a:defPPr>
            <a:lvl1pPr>
              <a:defRPr sz="2100" b="1">
                <a:solidFill>
                  <a:srgbClr val="F8F5DF"/>
                </a:solidFill>
              </a:defRPr>
            </a:lvl1pPr>
            <a:lvl2pPr>
              <a:defRPr sz="2100" b="1">
                <a:solidFill>
                  <a:srgbClr val="F8F5DF"/>
                </a:solidFill>
              </a:defRPr>
            </a:lvl2pPr>
            <a:lvl3pPr>
              <a:defRPr sz="2100" b="1">
                <a:solidFill>
                  <a:srgbClr val="F8F5DF"/>
                </a:solidFill>
              </a:defRPr>
            </a:lvl3pPr>
            <a:lvl4pPr>
              <a:defRPr sz="2100" b="1">
                <a:solidFill>
                  <a:srgbClr val="F8F5DF"/>
                </a:solidFill>
              </a:defRPr>
            </a:lvl4pPr>
            <a:lvl5pPr>
              <a:defRPr sz="2100" b="1">
                <a:solidFill>
                  <a:srgbClr val="F8F5DF"/>
                </a:solidFill>
              </a:defRPr>
            </a:lvl5pPr>
            <a:lvl6pPr>
              <a:defRPr sz="2100" b="1">
                <a:solidFill>
                  <a:srgbClr val="F8F5DF"/>
                </a:solidFill>
              </a:defRPr>
            </a:lvl6pPr>
            <a:lvl7pPr>
              <a:defRPr sz="2100" b="1">
                <a:solidFill>
                  <a:srgbClr val="F8F5DF"/>
                </a:solidFill>
              </a:defRPr>
            </a:lvl7pPr>
            <a:lvl8pPr>
              <a:defRPr sz="2100" b="1">
                <a:solidFill>
                  <a:srgbClr val="F8F5DF"/>
                </a:solidFill>
              </a:defRPr>
            </a:lvl8pPr>
            <a:lvl9pPr>
              <a:defRPr sz="21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8F5DF"/>
                </a:solidFill>
              </a:defRPr>
            </a:pPr>
            <a:r>
              <a:rPr sz="2100" b="1">
                <a:solidFill>
                  <a:srgbClr val="F8F5DF"/>
                </a:solidFill>
              </a:rPr>
              <a:t>2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21A44DE-5560-4B7F-9BE8-C6B49C14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1430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Design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53BB21D-1E0C-48EA-AB3B-3B93F5B5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1715750"/>
            <a:ext cx="2362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D5C3"/>
                </a:solidFill>
              </a:defRPr>
            </a:defPPr>
            <a:lvl1pPr>
              <a:defRPr sz="1200" b="0">
                <a:solidFill>
                  <a:srgbClr val="BED5C3"/>
                </a:solidFill>
              </a:defRPr>
            </a:lvl1pPr>
            <a:lvl2pPr>
              <a:defRPr sz="1200" b="0">
                <a:solidFill>
                  <a:srgbClr val="BED5C3"/>
                </a:solidFill>
              </a:defRPr>
            </a:lvl2pPr>
            <a:lvl3pPr>
              <a:defRPr sz="1200" b="0">
                <a:solidFill>
                  <a:srgbClr val="BED5C3"/>
                </a:solidFill>
              </a:defRPr>
            </a:lvl3pPr>
            <a:lvl4pPr>
              <a:defRPr sz="1200" b="0">
                <a:solidFill>
                  <a:srgbClr val="BED5C3"/>
                </a:solidFill>
              </a:defRPr>
            </a:lvl4pPr>
            <a:lvl5pPr>
              <a:defRPr sz="1200" b="0">
                <a:solidFill>
                  <a:srgbClr val="BED5C3"/>
                </a:solidFill>
              </a:defRPr>
            </a:lvl5pPr>
            <a:lvl6pPr>
              <a:defRPr sz="1200" b="0">
                <a:solidFill>
                  <a:srgbClr val="BED5C3"/>
                </a:solidFill>
              </a:defRPr>
            </a:lvl6pPr>
            <a:lvl7pPr>
              <a:defRPr sz="1200" b="0">
                <a:solidFill>
                  <a:srgbClr val="BED5C3"/>
                </a:solidFill>
              </a:defRPr>
            </a:lvl7pPr>
            <a:lvl8pPr>
              <a:defRPr sz="1200" b="0">
                <a:solidFill>
                  <a:srgbClr val="BED5C3"/>
                </a:solidFill>
              </a:defRPr>
            </a:lvl8pPr>
            <a:lvl9pPr>
              <a:defRPr sz="12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D5C3"/>
                </a:solidFill>
              </a:defRPr>
            </a:pPr>
            <a:r>
              <a:rPr sz="1200" b="0">
                <a:solidFill>
                  <a:srgbClr val="BED5C3"/>
                </a:solidFill>
              </a:rPr>
              <a:t>Define roles, modules, and interface flows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0067145-E933-4D58-9D56-5F27146B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06680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1E0A0"/>
                </a:solidFill>
              </a:defRPr>
            </a:defPPr>
            <a:lvl1pPr>
              <a:defRPr sz="2550" b="1">
                <a:solidFill>
                  <a:srgbClr val="71E0A0"/>
                </a:solidFill>
              </a:defRPr>
            </a:lvl1pPr>
            <a:lvl2pPr>
              <a:defRPr sz="2550" b="1">
                <a:solidFill>
                  <a:srgbClr val="71E0A0"/>
                </a:solidFill>
              </a:defRPr>
            </a:lvl2pPr>
            <a:lvl3pPr>
              <a:defRPr sz="2550" b="1">
                <a:solidFill>
                  <a:srgbClr val="71E0A0"/>
                </a:solidFill>
              </a:defRPr>
            </a:lvl3pPr>
            <a:lvl4pPr>
              <a:defRPr sz="2550" b="1">
                <a:solidFill>
                  <a:srgbClr val="71E0A0"/>
                </a:solidFill>
              </a:defRPr>
            </a:lvl4pPr>
            <a:lvl5pPr>
              <a:defRPr sz="2550" b="1">
                <a:solidFill>
                  <a:srgbClr val="71E0A0"/>
                </a:solidFill>
              </a:defRPr>
            </a:lvl5pPr>
            <a:lvl6pPr>
              <a:defRPr sz="2550" b="1">
                <a:solidFill>
                  <a:srgbClr val="71E0A0"/>
                </a:solidFill>
              </a:defRPr>
            </a:lvl6pPr>
            <a:lvl7pPr>
              <a:defRPr sz="2550" b="1">
                <a:solidFill>
                  <a:srgbClr val="71E0A0"/>
                </a:solidFill>
              </a:defRPr>
            </a:lvl7pPr>
            <a:lvl8pPr>
              <a:defRPr sz="2550" b="1">
                <a:solidFill>
                  <a:srgbClr val="71E0A0"/>
                </a:solidFill>
              </a:defRPr>
            </a:lvl8pPr>
            <a:lvl9pPr>
              <a:defRPr sz="25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1E0A0"/>
                </a:solidFill>
              </a:defRPr>
            </a:pPr>
            <a:r>
              <a:rPr sz="2550" b="1">
                <a:solidFill>
                  <a:srgbClr val="71E0A0"/>
                </a:solidFill>
              </a:rPr>
              <a:t>›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FC456D2-8CE5-44D8-84F6-5358BEC1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51560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B3EABB0-0118-48CA-B1C5-2561851A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668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8F5DF"/>
                </a:solidFill>
              </a:defRPr>
            </a:defPPr>
            <a:lvl1pPr>
              <a:defRPr sz="2100" b="1">
                <a:solidFill>
                  <a:srgbClr val="F8F5DF"/>
                </a:solidFill>
              </a:defRPr>
            </a:lvl1pPr>
            <a:lvl2pPr>
              <a:defRPr sz="2100" b="1">
                <a:solidFill>
                  <a:srgbClr val="F8F5DF"/>
                </a:solidFill>
              </a:defRPr>
            </a:lvl2pPr>
            <a:lvl3pPr>
              <a:defRPr sz="2100" b="1">
                <a:solidFill>
                  <a:srgbClr val="F8F5DF"/>
                </a:solidFill>
              </a:defRPr>
            </a:lvl3pPr>
            <a:lvl4pPr>
              <a:defRPr sz="2100" b="1">
                <a:solidFill>
                  <a:srgbClr val="F8F5DF"/>
                </a:solidFill>
              </a:defRPr>
            </a:lvl4pPr>
            <a:lvl5pPr>
              <a:defRPr sz="2100" b="1">
                <a:solidFill>
                  <a:srgbClr val="F8F5DF"/>
                </a:solidFill>
              </a:defRPr>
            </a:lvl5pPr>
            <a:lvl6pPr>
              <a:defRPr sz="2100" b="1">
                <a:solidFill>
                  <a:srgbClr val="F8F5DF"/>
                </a:solidFill>
              </a:defRPr>
            </a:lvl6pPr>
            <a:lvl7pPr>
              <a:defRPr sz="2100" b="1">
                <a:solidFill>
                  <a:srgbClr val="F8F5DF"/>
                </a:solidFill>
              </a:defRPr>
            </a:lvl7pPr>
            <a:lvl8pPr>
              <a:defRPr sz="2100" b="1">
                <a:solidFill>
                  <a:srgbClr val="F8F5DF"/>
                </a:solidFill>
              </a:defRPr>
            </a:lvl8pPr>
            <a:lvl9pPr>
              <a:defRPr sz="21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8F5DF"/>
                </a:solidFill>
              </a:defRPr>
            </a:pPr>
            <a:r>
              <a:rPr sz="2100" b="1">
                <a:solidFill>
                  <a:srgbClr val="F8F5DF"/>
                </a:solidFill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C3409EC-C265-4959-9F1C-0323504E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1430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Build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F7E675D-3929-44FD-A825-8C961A88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1715750"/>
            <a:ext cx="2362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D5C3"/>
                </a:solidFill>
              </a:defRPr>
            </a:defPPr>
            <a:lvl1pPr>
              <a:defRPr sz="1200" b="0">
                <a:solidFill>
                  <a:srgbClr val="BED5C3"/>
                </a:solidFill>
              </a:defRPr>
            </a:lvl1pPr>
            <a:lvl2pPr>
              <a:defRPr sz="1200" b="0">
                <a:solidFill>
                  <a:srgbClr val="BED5C3"/>
                </a:solidFill>
              </a:defRPr>
            </a:lvl2pPr>
            <a:lvl3pPr>
              <a:defRPr sz="1200" b="0">
                <a:solidFill>
                  <a:srgbClr val="BED5C3"/>
                </a:solidFill>
              </a:defRPr>
            </a:lvl3pPr>
            <a:lvl4pPr>
              <a:defRPr sz="1200" b="0">
                <a:solidFill>
                  <a:srgbClr val="BED5C3"/>
                </a:solidFill>
              </a:defRPr>
            </a:lvl4pPr>
            <a:lvl5pPr>
              <a:defRPr sz="1200" b="0">
                <a:solidFill>
                  <a:srgbClr val="BED5C3"/>
                </a:solidFill>
              </a:defRPr>
            </a:lvl5pPr>
            <a:lvl6pPr>
              <a:defRPr sz="1200" b="0">
                <a:solidFill>
                  <a:srgbClr val="BED5C3"/>
                </a:solidFill>
              </a:defRPr>
            </a:lvl6pPr>
            <a:lvl7pPr>
              <a:defRPr sz="1200" b="0">
                <a:solidFill>
                  <a:srgbClr val="BED5C3"/>
                </a:solidFill>
              </a:defRPr>
            </a:lvl7pPr>
            <a:lvl8pPr>
              <a:defRPr sz="1200" b="0">
                <a:solidFill>
                  <a:srgbClr val="BED5C3"/>
                </a:solidFill>
              </a:defRPr>
            </a:lvl8pPr>
            <a:lvl9pPr>
              <a:defRPr sz="12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D5C3"/>
                </a:solidFill>
              </a:defRPr>
            </a:pPr>
            <a:r>
              <a:rPr sz="1200" b="0">
                <a:solidFill>
                  <a:srgbClr val="BED5C3"/>
                </a:solidFill>
              </a:rPr>
              <a:t>Develop and integrate core services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F1C8D90-15D4-487C-A38B-DDA94D8F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06680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1E0A0"/>
                </a:solidFill>
              </a:defRPr>
            </a:defPPr>
            <a:lvl1pPr>
              <a:defRPr sz="2550" b="1">
                <a:solidFill>
                  <a:srgbClr val="71E0A0"/>
                </a:solidFill>
              </a:defRPr>
            </a:lvl1pPr>
            <a:lvl2pPr>
              <a:defRPr sz="2550" b="1">
                <a:solidFill>
                  <a:srgbClr val="71E0A0"/>
                </a:solidFill>
              </a:defRPr>
            </a:lvl2pPr>
            <a:lvl3pPr>
              <a:defRPr sz="2550" b="1">
                <a:solidFill>
                  <a:srgbClr val="71E0A0"/>
                </a:solidFill>
              </a:defRPr>
            </a:lvl3pPr>
            <a:lvl4pPr>
              <a:defRPr sz="2550" b="1">
                <a:solidFill>
                  <a:srgbClr val="71E0A0"/>
                </a:solidFill>
              </a:defRPr>
            </a:lvl4pPr>
            <a:lvl5pPr>
              <a:defRPr sz="2550" b="1">
                <a:solidFill>
                  <a:srgbClr val="71E0A0"/>
                </a:solidFill>
              </a:defRPr>
            </a:lvl5pPr>
            <a:lvl6pPr>
              <a:defRPr sz="2550" b="1">
                <a:solidFill>
                  <a:srgbClr val="71E0A0"/>
                </a:solidFill>
              </a:defRPr>
            </a:lvl6pPr>
            <a:lvl7pPr>
              <a:defRPr sz="2550" b="1">
                <a:solidFill>
                  <a:srgbClr val="71E0A0"/>
                </a:solidFill>
              </a:defRPr>
            </a:lvl7pPr>
            <a:lvl8pPr>
              <a:defRPr sz="2550" b="1">
                <a:solidFill>
                  <a:srgbClr val="71E0A0"/>
                </a:solidFill>
              </a:defRPr>
            </a:lvl8pPr>
            <a:lvl9pPr>
              <a:defRPr sz="25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1E0A0"/>
                </a:solidFill>
              </a:defRPr>
            </a:pPr>
            <a:r>
              <a:rPr sz="2550" b="1">
                <a:solidFill>
                  <a:srgbClr val="71E0A0"/>
                </a:solidFill>
              </a:rPr>
              <a:t>›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4AE3E7C-5DD5-40E8-9049-C880E6AE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051560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F73A240-659B-4A3A-A7A4-5C4E56AB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0668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8F5DF"/>
                </a:solidFill>
              </a:defRPr>
            </a:defPPr>
            <a:lvl1pPr>
              <a:defRPr sz="2100" b="1">
                <a:solidFill>
                  <a:srgbClr val="F8F5DF"/>
                </a:solidFill>
              </a:defRPr>
            </a:lvl1pPr>
            <a:lvl2pPr>
              <a:defRPr sz="2100" b="1">
                <a:solidFill>
                  <a:srgbClr val="F8F5DF"/>
                </a:solidFill>
              </a:defRPr>
            </a:lvl2pPr>
            <a:lvl3pPr>
              <a:defRPr sz="2100" b="1">
                <a:solidFill>
                  <a:srgbClr val="F8F5DF"/>
                </a:solidFill>
              </a:defRPr>
            </a:lvl3pPr>
            <a:lvl4pPr>
              <a:defRPr sz="2100" b="1">
                <a:solidFill>
                  <a:srgbClr val="F8F5DF"/>
                </a:solidFill>
              </a:defRPr>
            </a:lvl4pPr>
            <a:lvl5pPr>
              <a:defRPr sz="2100" b="1">
                <a:solidFill>
                  <a:srgbClr val="F8F5DF"/>
                </a:solidFill>
              </a:defRPr>
            </a:lvl5pPr>
            <a:lvl6pPr>
              <a:defRPr sz="2100" b="1">
                <a:solidFill>
                  <a:srgbClr val="F8F5DF"/>
                </a:solidFill>
              </a:defRPr>
            </a:lvl6pPr>
            <a:lvl7pPr>
              <a:defRPr sz="2100" b="1">
                <a:solidFill>
                  <a:srgbClr val="F8F5DF"/>
                </a:solidFill>
              </a:defRPr>
            </a:lvl7pPr>
            <a:lvl8pPr>
              <a:defRPr sz="2100" b="1">
                <a:solidFill>
                  <a:srgbClr val="F8F5DF"/>
                </a:solidFill>
              </a:defRPr>
            </a:lvl8pPr>
            <a:lvl9pPr>
              <a:defRPr sz="21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8F5DF"/>
                </a:solidFill>
              </a:defRPr>
            </a:pPr>
            <a:r>
              <a:rPr sz="2100" b="1">
                <a:solidFill>
                  <a:srgbClr val="F8F5DF"/>
                </a:solidFill>
              </a:rPr>
              <a:t>4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3FFA0F9-F79A-4FC8-8FFF-A2788B94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1430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Test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B3A345B-1575-4327-8646-E1FB7F99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1715750"/>
            <a:ext cx="2362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D5C3"/>
                </a:solidFill>
              </a:defRPr>
            </a:defPPr>
            <a:lvl1pPr>
              <a:defRPr sz="1200" b="0">
                <a:solidFill>
                  <a:srgbClr val="BED5C3"/>
                </a:solidFill>
              </a:defRPr>
            </a:lvl1pPr>
            <a:lvl2pPr>
              <a:defRPr sz="1200" b="0">
                <a:solidFill>
                  <a:srgbClr val="BED5C3"/>
                </a:solidFill>
              </a:defRPr>
            </a:lvl2pPr>
            <a:lvl3pPr>
              <a:defRPr sz="1200" b="0">
                <a:solidFill>
                  <a:srgbClr val="BED5C3"/>
                </a:solidFill>
              </a:defRPr>
            </a:lvl3pPr>
            <a:lvl4pPr>
              <a:defRPr sz="1200" b="0">
                <a:solidFill>
                  <a:srgbClr val="BED5C3"/>
                </a:solidFill>
              </a:defRPr>
            </a:lvl4pPr>
            <a:lvl5pPr>
              <a:defRPr sz="1200" b="0">
                <a:solidFill>
                  <a:srgbClr val="BED5C3"/>
                </a:solidFill>
              </a:defRPr>
            </a:lvl5pPr>
            <a:lvl6pPr>
              <a:defRPr sz="1200" b="0">
                <a:solidFill>
                  <a:srgbClr val="BED5C3"/>
                </a:solidFill>
              </a:defRPr>
            </a:lvl6pPr>
            <a:lvl7pPr>
              <a:defRPr sz="1200" b="0">
                <a:solidFill>
                  <a:srgbClr val="BED5C3"/>
                </a:solidFill>
              </a:defRPr>
            </a:lvl7pPr>
            <a:lvl8pPr>
              <a:defRPr sz="1200" b="0">
                <a:solidFill>
                  <a:srgbClr val="BED5C3"/>
                </a:solidFill>
              </a:defRPr>
            </a:lvl8pPr>
            <a:lvl9pPr>
              <a:defRPr sz="12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D5C3"/>
                </a:solidFill>
              </a:defRPr>
            </a:pPr>
            <a:r>
              <a:rPr sz="1200" b="0">
                <a:solidFill>
                  <a:srgbClr val="BED5C3"/>
                </a:solidFill>
              </a:rPr>
              <a:t>Validate functions, access, and usability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10DDCD4-A926-4255-9ADF-F0007FAB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106680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1E0A0"/>
                </a:solidFill>
              </a:defRPr>
            </a:defPPr>
            <a:lvl1pPr>
              <a:defRPr sz="2550" b="1">
                <a:solidFill>
                  <a:srgbClr val="71E0A0"/>
                </a:solidFill>
              </a:defRPr>
            </a:lvl1pPr>
            <a:lvl2pPr>
              <a:defRPr sz="2550" b="1">
                <a:solidFill>
                  <a:srgbClr val="71E0A0"/>
                </a:solidFill>
              </a:defRPr>
            </a:lvl2pPr>
            <a:lvl3pPr>
              <a:defRPr sz="2550" b="1">
                <a:solidFill>
                  <a:srgbClr val="71E0A0"/>
                </a:solidFill>
              </a:defRPr>
            </a:lvl3pPr>
            <a:lvl4pPr>
              <a:defRPr sz="2550" b="1">
                <a:solidFill>
                  <a:srgbClr val="71E0A0"/>
                </a:solidFill>
              </a:defRPr>
            </a:lvl4pPr>
            <a:lvl5pPr>
              <a:defRPr sz="2550" b="1">
                <a:solidFill>
                  <a:srgbClr val="71E0A0"/>
                </a:solidFill>
              </a:defRPr>
            </a:lvl5pPr>
            <a:lvl6pPr>
              <a:defRPr sz="2550" b="1">
                <a:solidFill>
                  <a:srgbClr val="71E0A0"/>
                </a:solidFill>
              </a:defRPr>
            </a:lvl6pPr>
            <a:lvl7pPr>
              <a:defRPr sz="2550" b="1">
                <a:solidFill>
                  <a:srgbClr val="71E0A0"/>
                </a:solidFill>
              </a:defRPr>
            </a:lvl7pPr>
            <a:lvl8pPr>
              <a:defRPr sz="2550" b="1">
                <a:solidFill>
                  <a:srgbClr val="71E0A0"/>
                </a:solidFill>
              </a:defRPr>
            </a:lvl8pPr>
            <a:lvl9pPr>
              <a:defRPr sz="25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1E0A0"/>
                </a:solidFill>
              </a:defRPr>
            </a:pPr>
            <a:r>
              <a:rPr sz="2550" b="1">
                <a:solidFill>
                  <a:srgbClr val="71E0A0"/>
                </a:solidFill>
              </a:rPr>
              <a:t>›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5A3BE62-021E-4DED-986F-6BC468B6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051560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F1B7800-957F-49EB-BF9F-4DBE74BD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0668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8F5DF"/>
                </a:solidFill>
              </a:defRPr>
            </a:defPPr>
            <a:lvl1pPr>
              <a:defRPr sz="2100" b="1">
                <a:solidFill>
                  <a:srgbClr val="F8F5DF"/>
                </a:solidFill>
              </a:defRPr>
            </a:lvl1pPr>
            <a:lvl2pPr>
              <a:defRPr sz="2100" b="1">
                <a:solidFill>
                  <a:srgbClr val="F8F5DF"/>
                </a:solidFill>
              </a:defRPr>
            </a:lvl2pPr>
            <a:lvl3pPr>
              <a:defRPr sz="2100" b="1">
                <a:solidFill>
                  <a:srgbClr val="F8F5DF"/>
                </a:solidFill>
              </a:defRPr>
            </a:lvl3pPr>
            <a:lvl4pPr>
              <a:defRPr sz="2100" b="1">
                <a:solidFill>
                  <a:srgbClr val="F8F5DF"/>
                </a:solidFill>
              </a:defRPr>
            </a:lvl4pPr>
            <a:lvl5pPr>
              <a:defRPr sz="2100" b="1">
                <a:solidFill>
                  <a:srgbClr val="F8F5DF"/>
                </a:solidFill>
              </a:defRPr>
            </a:lvl5pPr>
            <a:lvl6pPr>
              <a:defRPr sz="2100" b="1">
                <a:solidFill>
                  <a:srgbClr val="F8F5DF"/>
                </a:solidFill>
              </a:defRPr>
            </a:lvl6pPr>
            <a:lvl7pPr>
              <a:defRPr sz="2100" b="1">
                <a:solidFill>
                  <a:srgbClr val="F8F5DF"/>
                </a:solidFill>
              </a:defRPr>
            </a:lvl7pPr>
            <a:lvl8pPr>
              <a:defRPr sz="2100" b="1">
                <a:solidFill>
                  <a:srgbClr val="F8F5DF"/>
                </a:solidFill>
              </a:defRPr>
            </a:lvl8pPr>
            <a:lvl9pPr>
              <a:defRPr sz="21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8F5DF"/>
                </a:solidFill>
              </a:defRPr>
            </a:pPr>
            <a:r>
              <a:rPr sz="2100" b="1">
                <a:solidFill>
                  <a:srgbClr val="F8F5DF"/>
                </a:solidFill>
              </a:rPr>
              <a:t>5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02887D4-14C9-49A0-8BA7-34952221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1430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Refine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E6D9F54-DE6D-4FC1-9B99-1C1941EC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1715750"/>
            <a:ext cx="2362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D5C3"/>
                </a:solidFill>
              </a:defRPr>
            </a:defPPr>
            <a:lvl1pPr>
              <a:defRPr sz="1200" b="0">
                <a:solidFill>
                  <a:srgbClr val="BED5C3"/>
                </a:solidFill>
              </a:defRPr>
            </a:lvl1pPr>
            <a:lvl2pPr>
              <a:defRPr sz="1200" b="0">
                <a:solidFill>
                  <a:srgbClr val="BED5C3"/>
                </a:solidFill>
              </a:defRPr>
            </a:lvl2pPr>
            <a:lvl3pPr>
              <a:defRPr sz="1200" b="0">
                <a:solidFill>
                  <a:srgbClr val="BED5C3"/>
                </a:solidFill>
              </a:defRPr>
            </a:lvl3pPr>
            <a:lvl4pPr>
              <a:defRPr sz="1200" b="0">
                <a:solidFill>
                  <a:srgbClr val="BED5C3"/>
                </a:solidFill>
              </a:defRPr>
            </a:lvl4pPr>
            <a:lvl5pPr>
              <a:defRPr sz="1200" b="0">
                <a:solidFill>
                  <a:srgbClr val="BED5C3"/>
                </a:solidFill>
              </a:defRPr>
            </a:lvl5pPr>
            <a:lvl6pPr>
              <a:defRPr sz="1200" b="0">
                <a:solidFill>
                  <a:srgbClr val="BED5C3"/>
                </a:solidFill>
              </a:defRPr>
            </a:lvl6pPr>
            <a:lvl7pPr>
              <a:defRPr sz="1200" b="0">
                <a:solidFill>
                  <a:srgbClr val="BED5C3"/>
                </a:solidFill>
              </a:defRPr>
            </a:lvl7pPr>
            <a:lvl8pPr>
              <a:defRPr sz="1200" b="0">
                <a:solidFill>
                  <a:srgbClr val="BED5C3"/>
                </a:solidFill>
              </a:defRPr>
            </a:lvl8pPr>
            <a:lvl9pPr>
              <a:defRPr sz="12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D5C3"/>
                </a:solidFill>
              </a:defRPr>
            </a:pPr>
            <a:r>
              <a:rPr sz="1200" b="0">
                <a:solidFill>
                  <a:srgbClr val="BED5C3"/>
                </a:solidFill>
              </a:rPr>
              <a:t>Improve from feedback and observed issues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2E10C26-CE58-45B4-B680-40B54595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629775"/>
            <a:ext cx="1383030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EC8D961-0FBC-43E5-AAFB-16DA4BF5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98679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1E0A0"/>
                </a:solidFill>
              </a:defRPr>
            </a:defPPr>
            <a:lvl1pPr>
              <a:defRPr sz="2550" b="1">
                <a:solidFill>
                  <a:srgbClr val="71E0A0"/>
                </a:solidFill>
              </a:defRPr>
            </a:lvl1pPr>
            <a:lvl2pPr>
              <a:defRPr sz="2550" b="1">
                <a:solidFill>
                  <a:srgbClr val="71E0A0"/>
                </a:solidFill>
              </a:defRPr>
            </a:lvl2pPr>
            <a:lvl3pPr>
              <a:defRPr sz="2550" b="1">
                <a:solidFill>
                  <a:srgbClr val="71E0A0"/>
                </a:solidFill>
              </a:defRPr>
            </a:lvl3pPr>
            <a:lvl4pPr>
              <a:defRPr sz="2550" b="1">
                <a:solidFill>
                  <a:srgbClr val="71E0A0"/>
                </a:solidFill>
              </a:defRPr>
            </a:lvl4pPr>
            <a:lvl5pPr>
              <a:defRPr sz="2550" b="1">
                <a:solidFill>
                  <a:srgbClr val="71E0A0"/>
                </a:solidFill>
              </a:defRPr>
            </a:lvl5pPr>
            <a:lvl6pPr>
              <a:defRPr sz="2550" b="1">
                <a:solidFill>
                  <a:srgbClr val="71E0A0"/>
                </a:solidFill>
              </a:defRPr>
            </a:lvl6pPr>
            <a:lvl7pPr>
              <a:defRPr sz="2550" b="1">
                <a:solidFill>
                  <a:srgbClr val="71E0A0"/>
                </a:solidFill>
              </a:defRPr>
            </a:lvl7pPr>
            <a:lvl8pPr>
              <a:defRPr sz="2550" b="1">
                <a:solidFill>
                  <a:srgbClr val="71E0A0"/>
                </a:solidFill>
              </a:defRPr>
            </a:lvl8pPr>
            <a:lvl9pPr>
              <a:defRPr sz="25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1E0A0"/>
                </a:solidFill>
              </a:defRPr>
            </a:pPr>
            <a:r>
              <a:rPr sz="2550" b="1">
                <a:solidFill>
                  <a:srgbClr val="71E0A0"/>
                </a:solidFill>
              </a:rPr>
              <a:t>08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657BE72-7400-414A-BC2F-11289140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877425"/>
            <a:ext cx="1276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User roles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09A86AE-3428-433D-A377-DB586FE1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10448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BB9ED"/>
                </a:solidFill>
              </a:defRPr>
            </a:defPPr>
            <a:lvl1pPr>
              <a:defRPr sz="1425" b="1">
                <a:solidFill>
                  <a:srgbClr val="2BB9ED"/>
                </a:solidFill>
              </a:defRPr>
            </a:lvl1pPr>
            <a:lvl2pPr>
              <a:defRPr sz="1425" b="1">
                <a:solidFill>
                  <a:srgbClr val="2BB9ED"/>
                </a:solidFill>
              </a:defRPr>
            </a:lvl2pPr>
            <a:lvl3pPr>
              <a:defRPr sz="1425" b="1">
                <a:solidFill>
                  <a:srgbClr val="2BB9ED"/>
                </a:solidFill>
              </a:defRPr>
            </a:lvl3pPr>
            <a:lvl4pPr>
              <a:defRPr sz="1425" b="1">
                <a:solidFill>
                  <a:srgbClr val="2BB9ED"/>
                </a:solidFill>
              </a:defRPr>
            </a:lvl4pPr>
            <a:lvl5pPr>
              <a:defRPr sz="1425" b="1">
                <a:solidFill>
                  <a:srgbClr val="2BB9ED"/>
                </a:solidFill>
              </a:defRPr>
            </a:lvl5pPr>
            <a:lvl6pPr>
              <a:defRPr sz="1425" b="1">
                <a:solidFill>
                  <a:srgbClr val="2BB9ED"/>
                </a:solidFill>
              </a:defRPr>
            </a:lvl6pPr>
            <a:lvl7pPr>
              <a:defRPr sz="1425" b="1">
                <a:solidFill>
                  <a:srgbClr val="2BB9ED"/>
                </a:solidFill>
              </a:defRPr>
            </a:lvl7pPr>
            <a:lvl8pPr>
              <a:defRPr sz="1425" b="1">
                <a:solidFill>
                  <a:srgbClr val="2BB9ED"/>
                </a:solidFill>
              </a:defRPr>
            </a:lvl8pPr>
            <a:lvl9pPr>
              <a:defRPr sz="1425" b="1">
                <a:solidFill>
                  <a:srgbClr val="2BB9ED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BB9ED"/>
                </a:solidFill>
              </a:defRPr>
            </a:pPr>
            <a:r>
              <a:rPr sz="1425" b="1">
                <a:solidFill>
                  <a:srgbClr val="2BB9ED"/>
                </a:solidFill>
              </a:rPr>
              <a:t>●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672B2B2-3A5B-42B4-8BF2-E4B93E91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104489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8F5DF"/>
                </a:solidFill>
              </a:defRPr>
            </a:defPPr>
            <a:lvl1pPr>
              <a:defRPr sz="1575" b="1">
                <a:solidFill>
                  <a:srgbClr val="F8F5DF"/>
                </a:solidFill>
              </a:defRPr>
            </a:lvl1pPr>
            <a:lvl2pPr>
              <a:defRPr sz="1575" b="1">
                <a:solidFill>
                  <a:srgbClr val="F8F5DF"/>
                </a:solidFill>
              </a:defRPr>
            </a:lvl2pPr>
            <a:lvl3pPr>
              <a:defRPr sz="1575" b="1">
                <a:solidFill>
                  <a:srgbClr val="F8F5DF"/>
                </a:solidFill>
              </a:defRPr>
            </a:lvl3pPr>
            <a:lvl4pPr>
              <a:defRPr sz="1575" b="1">
                <a:solidFill>
                  <a:srgbClr val="F8F5DF"/>
                </a:solidFill>
              </a:defRPr>
            </a:lvl4pPr>
            <a:lvl5pPr>
              <a:defRPr sz="1575" b="1">
                <a:solidFill>
                  <a:srgbClr val="F8F5DF"/>
                </a:solidFill>
              </a:defRPr>
            </a:lvl5pPr>
            <a:lvl6pPr>
              <a:defRPr sz="1575" b="1">
                <a:solidFill>
                  <a:srgbClr val="F8F5DF"/>
                </a:solidFill>
              </a:defRPr>
            </a:lvl6pPr>
            <a:lvl7pPr>
              <a:defRPr sz="1575" b="1">
                <a:solidFill>
                  <a:srgbClr val="F8F5DF"/>
                </a:solidFill>
              </a:defRPr>
            </a:lvl7pPr>
            <a:lvl8pPr>
              <a:defRPr sz="1575" b="1">
                <a:solidFill>
                  <a:srgbClr val="F8F5DF"/>
                </a:solidFill>
              </a:defRPr>
            </a:lvl8pPr>
            <a:lvl9pPr>
              <a:defRPr sz="15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8F5DF"/>
                </a:solidFill>
              </a:defRPr>
            </a:pPr>
            <a:r>
              <a:rPr sz="1575" b="1">
                <a:solidFill>
                  <a:srgbClr val="F8F5DF"/>
                </a:solidFill>
              </a:rPr>
              <a:t>Student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003CE13-B371-4D0B-AE14-AEB0D190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1044892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ED5C3"/>
                </a:solidFill>
              </a:defRPr>
            </a:defPPr>
            <a:lvl1pPr>
              <a:defRPr sz="1425" b="0">
                <a:solidFill>
                  <a:srgbClr val="BED5C3"/>
                </a:solidFill>
              </a:defRPr>
            </a:lvl1pPr>
            <a:lvl2pPr>
              <a:defRPr sz="1425" b="0">
                <a:solidFill>
                  <a:srgbClr val="BED5C3"/>
                </a:solidFill>
              </a:defRPr>
            </a:lvl2pPr>
            <a:lvl3pPr>
              <a:defRPr sz="1425" b="0">
                <a:solidFill>
                  <a:srgbClr val="BED5C3"/>
                </a:solidFill>
              </a:defRPr>
            </a:lvl3pPr>
            <a:lvl4pPr>
              <a:defRPr sz="1425" b="0">
                <a:solidFill>
                  <a:srgbClr val="BED5C3"/>
                </a:solidFill>
              </a:defRPr>
            </a:lvl4pPr>
            <a:lvl5pPr>
              <a:defRPr sz="1425" b="0">
                <a:solidFill>
                  <a:srgbClr val="BED5C3"/>
                </a:solidFill>
              </a:defRPr>
            </a:lvl5pPr>
            <a:lvl6pPr>
              <a:defRPr sz="1425" b="0">
                <a:solidFill>
                  <a:srgbClr val="BED5C3"/>
                </a:solidFill>
              </a:defRPr>
            </a:lvl6pPr>
            <a:lvl7pPr>
              <a:defRPr sz="1425" b="0">
                <a:solidFill>
                  <a:srgbClr val="BED5C3"/>
                </a:solidFill>
              </a:defRPr>
            </a:lvl7pPr>
            <a:lvl8pPr>
              <a:defRPr sz="1425" b="0">
                <a:solidFill>
                  <a:srgbClr val="BED5C3"/>
                </a:solidFill>
              </a:defRPr>
            </a:lvl8pPr>
            <a:lvl9pPr>
              <a:defRPr sz="14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ED5C3"/>
                </a:solidFill>
              </a:defRPr>
            </a:pPr>
            <a:r>
              <a:rPr sz="1425" b="0">
                <a:solidFill>
                  <a:srgbClr val="BED5C3"/>
                </a:solidFill>
              </a:rPr>
              <a:t>Submit concerns, join events, view announcements.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D3297B6-F468-41F6-81A1-BEE3065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10896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59447"/>
                </a:solidFill>
              </a:defRPr>
            </a:defPPr>
            <a:lvl1pPr>
              <a:defRPr sz="1425" b="1">
                <a:solidFill>
                  <a:srgbClr val="159447"/>
                </a:solidFill>
              </a:defRPr>
            </a:lvl1pPr>
            <a:lvl2pPr>
              <a:defRPr sz="1425" b="1">
                <a:solidFill>
                  <a:srgbClr val="159447"/>
                </a:solidFill>
              </a:defRPr>
            </a:lvl2pPr>
            <a:lvl3pPr>
              <a:defRPr sz="1425" b="1">
                <a:solidFill>
                  <a:srgbClr val="159447"/>
                </a:solidFill>
              </a:defRPr>
            </a:lvl3pPr>
            <a:lvl4pPr>
              <a:defRPr sz="1425" b="1">
                <a:solidFill>
                  <a:srgbClr val="159447"/>
                </a:solidFill>
              </a:defRPr>
            </a:lvl4pPr>
            <a:lvl5pPr>
              <a:defRPr sz="1425" b="1">
                <a:solidFill>
                  <a:srgbClr val="159447"/>
                </a:solidFill>
              </a:defRPr>
            </a:lvl5pPr>
            <a:lvl6pPr>
              <a:defRPr sz="1425" b="1">
                <a:solidFill>
                  <a:srgbClr val="159447"/>
                </a:solidFill>
              </a:defRPr>
            </a:lvl6pPr>
            <a:lvl7pPr>
              <a:defRPr sz="1425" b="1">
                <a:solidFill>
                  <a:srgbClr val="159447"/>
                </a:solidFill>
              </a:defRPr>
            </a:lvl7pPr>
            <a:lvl8pPr>
              <a:defRPr sz="1425" b="1">
                <a:solidFill>
                  <a:srgbClr val="159447"/>
                </a:solidFill>
              </a:defRPr>
            </a:lvl8pPr>
            <a:lvl9pPr>
              <a:defRPr sz="1425" b="1">
                <a:solidFill>
                  <a:srgbClr val="159447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9447"/>
                </a:solidFill>
              </a:defRPr>
            </a:pPr>
            <a:r>
              <a:rPr sz="1425" b="1">
                <a:solidFill>
                  <a:srgbClr val="159447"/>
                </a:solidFill>
              </a:rPr>
              <a:t>●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2A11363-4FC7-464F-9E95-B85E9AB9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10896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8F5DF"/>
                </a:solidFill>
              </a:defRPr>
            </a:defPPr>
            <a:lvl1pPr>
              <a:defRPr sz="1575" b="1">
                <a:solidFill>
                  <a:srgbClr val="F8F5DF"/>
                </a:solidFill>
              </a:defRPr>
            </a:lvl1pPr>
            <a:lvl2pPr>
              <a:defRPr sz="1575" b="1">
                <a:solidFill>
                  <a:srgbClr val="F8F5DF"/>
                </a:solidFill>
              </a:defRPr>
            </a:lvl2pPr>
            <a:lvl3pPr>
              <a:defRPr sz="1575" b="1">
                <a:solidFill>
                  <a:srgbClr val="F8F5DF"/>
                </a:solidFill>
              </a:defRPr>
            </a:lvl3pPr>
            <a:lvl4pPr>
              <a:defRPr sz="1575" b="1">
                <a:solidFill>
                  <a:srgbClr val="F8F5DF"/>
                </a:solidFill>
              </a:defRPr>
            </a:lvl4pPr>
            <a:lvl5pPr>
              <a:defRPr sz="1575" b="1">
                <a:solidFill>
                  <a:srgbClr val="F8F5DF"/>
                </a:solidFill>
              </a:defRPr>
            </a:lvl5pPr>
            <a:lvl6pPr>
              <a:defRPr sz="1575" b="1">
                <a:solidFill>
                  <a:srgbClr val="F8F5DF"/>
                </a:solidFill>
              </a:defRPr>
            </a:lvl6pPr>
            <a:lvl7pPr>
              <a:defRPr sz="1575" b="1">
                <a:solidFill>
                  <a:srgbClr val="F8F5DF"/>
                </a:solidFill>
              </a:defRPr>
            </a:lvl7pPr>
            <a:lvl8pPr>
              <a:defRPr sz="1575" b="1">
                <a:solidFill>
                  <a:srgbClr val="F8F5DF"/>
                </a:solidFill>
              </a:defRPr>
            </a:lvl8pPr>
            <a:lvl9pPr>
              <a:defRPr sz="15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8F5DF"/>
                </a:solidFill>
              </a:defRPr>
            </a:pPr>
            <a:r>
              <a:rPr sz="1575" b="1">
                <a:solidFill>
                  <a:srgbClr val="F8F5DF"/>
                </a:solidFill>
              </a:rPr>
              <a:t>Officer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B2DE18F-B162-4AD3-8129-9D790F2E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108966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ED5C3"/>
                </a:solidFill>
              </a:defRPr>
            </a:defPPr>
            <a:lvl1pPr>
              <a:defRPr sz="1425" b="0">
                <a:solidFill>
                  <a:srgbClr val="BED5C3"/>
                </a:solidFill>
              </a:defRPr>
            </a:lvl1pPr>
            <a:lvl2pPr>
              <a:defRPr sz="1425" b="0">
                <a:solidFill>
                  <a:srgbClr val="BED5C3"/>
                </a:solidFill>
              </a:defRPr>
            </a:lvl2pPr>
            <a:lvl3pPr>
              <a:defRPr sz="1425" b="0">
                <a:solidFill>
                  <a:srgbClr val="BED5C3"/>
                </a:solidFill>
              </a:defRPr>
            </a:lvl3pPr>
            <a:lvl4pPr>
              <a:defRPr sz="1425" b="0">
                <a:solidFill>
                  <a:srgbClr val="BED5C3"/>
                </a:solidFill>
              </a:defRPr>
            </a:lvl4pPr>
            <a:lvl5pPr>
              <a:defRPr sz="1425" b="0">
                <a:solidFill>
                  <a:srgbClr val="BED5C3"/>
                </a:solidFill>
              </a:defRPr>
            </a:lvl5pPr>
            <a:lvl6pPr>
              <a:defRPr sz="1425" b="0">
                <a:solidFill>
                  <a:srgbClr val="BED5C3"/>
                </a:solidFill>
              </a:defRPr>
            </a:lvl6pPr>
            <a:lvl7pPr>
              <a:defRPr sz="1425" b="0">
                <a:solidFill>
                  <a:srgbClr val="BED5C3"/>
                </a:solidFill>
              </a:defRPr>
            </a:lvl7pPr>
            <a:lvl8pPr>
              <a:defRPr sz="1425" b="0">
                <a:solidFill>
                  <a:srgbClr val="BED5C3"/>
                </a:solidFill>
              </a:defRPr>
            </a:lvl8pPr>
            <a:lvl9pPr>
              <a:defRPr sz="14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ED5C3"/>
                </a:solidFill>
              </a:defRPr>
            </a:pPr>
            <a:r>
              <a:rPr sz="1425" b="0">
                <a:solidFill>
                  <a:srgbClr val="BED5C3"/>
                </a:solidFill>
              </a:rPr>
              <a:t>Manage tasks, members, budgets, and activities.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0ABE3B7-2803-4837-ACB5-A00D5CA4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113442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9A25"/>
                </a:solidFill>
              </a:defRPr>
            </a:defPPr>
            <a:lvl1pPr>
              <a:defRPr sz="1425" b="1">
                <a:solidFill>
                  <a:srgbClr val="FF9A25"/>
                </a:solidFill>
              </a:defRPr>
            </a:lvl1pPr>
            <a:lvl2pPr>
              <a:defRPr sz="1425" b="1">
                <a:solidFill>
                  <a:srgbClr val="FF9A25"/>
                </a:solidFill>
              </a:defRPr>
            </a:lvl2pPr>
            <a:lvl3pPr>
              <a:defRPr sz="1425" b="1">
                <a:solidFill>
                  <a:srgbClr val="FF9A25"/>
                </a:solidFill>
              </a:defRPr>
            </a:lvl3pPr>
            <a:lvl4pPr>
              <a:defRPr sz="1425" b="1">
                <a:solidFill>
                  <a:srgbClr val="FF9A25"/>
                </a:solidFill>
              </a:defRPr>
            </a:lvl4pPr>
            <a:lvl5pPr>
              <a:defRPr sz="1425" b="1">
                <a:solidFill>
                  <a:srgbClr val="FF9A25"/>
                </a:solidFill>
              </a:defRPr>
            </a:lvl5pPr>
            <a:lvl6pPr>
              <a:defRPr sz="1425" b="1">
                <a:solidFill>
                  <a:srgbClr val="FF9A25"/>
                </a:solidFill>
              </a:defRPr>
            </a:lvl6pPr>
            <a:lvl7pPr>
              <a:defRPr sz="1425" b="1">
                <a:solidFill>
                  <a:srgbClr val="FF9A25"/>
                </a:solidFill>
              </a:defRPr>
            </a:lvl7pPr>
            <a:lvl8pPr>
              <a:defRPr sz="1425" b="1">
                <a:solidFill>
                  <a:srgbClr val="FF9A25"/>
                </a:solidFill>
              </a:defRPr>
            </a:lvl8pPr>
            <a:lvl9pPr>
              <a:defRPr sz="1425" b="1">
                <a:solidFill>
                  <a:srgbClr val="FF9A2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9A25"/>
                </a:solidFill>
              </a:defRPr>
            </a:pPr>
            <a:r>
              <a:rPr sz="1425" b="1">
                <a:solidFill>
                  <a:srgbClr val="FF9A25"/>
                </a:solidFill>
              </a:rPr>
              <a:t>●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92B2B17-98E1-4BEA-96A0-636124DE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113442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8F5DF"/>
                </a:solidFill>
              </a:defRPr>
            </a:defPPr>
            <a:lvl1pPr>
              <a:defRPr sz="1575" b="1">
                <a:solidFill>
                  <a:srgbClr val="F8F5DF"/>
                </a:solidFill>
              </a:defRPr>
            </a:lvl1pPr>
            <a:lvl2pPr>
              <a:defRPr sz="1575" b="1">
                <a:solidFill>
                  <a:srgbClr val="F8F5DF"/>
                </a:solidFill>
              </a:defRPr>
            </a:lvl2pPr>
            <a:lvl3pPr>
              <a:defRPr sz="1575" b="1">
                <a:solidFill>
                  <a:srgbClr val="F8F5DF"/>
                </a:solidFill>
              </a:defRPr>
            </a:lvl3pPr>
            <a:lvl4pPr>
              <a:defRPr sz="1575" b="1">
                <a:solidFill>
                  <a:srgbClr val="F8F5DF"/>
                </a:solidFill>
              </a:defRPr>
            </a:lvl4pPr>
            <a:lvl5pPr>
              <a:defRPr sz="1575" b="1">
                <a:solidFill>
                  <a:srgbClr val="F8F5DF"/>
                </a:solidFill>
              </a:defRPr>
            </a:lvl5pPr>
            <a:lvl6pPr>
              <a:defRPr sz="1575" b="1">
                <a:solidFill>
                  <a:srgbClr val="F8F5DF"/>
                </a:solidFill>
              </a:defRPr>
            </a:lvl6pPr>
            <a:lvl7pPr>
              <a:defRPr sz="1575" b="1">
                <a:solidFill>
                  <a:srgbClr val="F8F5DF"/>
                </a:solidFill>
              </a:defRPr>
            </a:lvl7pPr>
            <a:lvl8pPr>
              <a:defRPr sz="1575" b="1">
                <a:solidFill>
                  <a:srgbClr val="F8F5DF"/>
                </a:solidFill>
              </a:defRPr>
            </a:lvl8pPr>
            <a:lvl9pPr>
              <a:defRPr sz="15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8F5DF"/>
                </a:solidFill>
              </a:defRPr>
            </a:pPr>
            <a:r>
              <a:rPr sz="1575" b="1">
                <a:solidFill>
                  <a:srgbClr val="F8F5DF"/>
                </a:solidFill>
              </a:rPr>
              <a:t>President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8665F62-1EE3-4D60-9354-31CFCF2A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113442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ED5C3"/>
                </a:solidFill>
              </a:defRPr>
            </a:defPPr>
            <a:lvl1pPr>
              <a:defRPr sz="1425" b="0">
                <a:solidFill>
                  <a:srgbClr val="BED5C3"/>
                </a:solidFill>
              </a:defRPr>
            </a:lvl1pPr>
            <a:lvl2pPr>
              <a:defRPr sz="1425" b="0">
                <a:solidFill>
                  <a:srgbClr val="BED5C3"/>
                </a:solidFill>
              </a:defRPr>
            </a:lvl2pPr>
            <a:lvl3pPr>
              <a:defRPr sz="1425" b="0">
                <a:solidFill>
                  <a:srgbClr val="BED5C3"/>
                </a:solidFill>
              </a:defRPr>
            </a:lvl3pPr>
            <a:lvl4pPr>
              <a:defRPr sz="1425" b="0">
                <a:solidFill>
                  <a:srgbClr val="BED5C3"/>
                </a:solidFill>
              </a:defRPr>
            </a:lvl4pPr>
            <a:lvl5pPr>
              <a:defRPr sz="1425" b="0">
                <a:solidFill>
                  <a:srgbClr val="BED5C3"/>
                </a:solidFill>
              </a:defRPr>
            </a:lvl5pPr>
            <a:lvl6pPr>
              <a:defRPr sz="1425" b="0">
                <a:solidFill>
                  <a:srgbClr val="BED5C3"/>
                </a:solidFill>
              </a:defRPr>
            </a:lvl6pPr>
            <a:lvl7pPr>
              <a:defRPr sz="1425" b="0">
                <a:solidFill>
                  <a:srgbClr val="BED5C3"/>
                </a:solidFill>
              </a:defRPr>
            </a:lvl7pPr>
            <a:lvl8pPr>
              <a:defRPr sz="1425" b="0">
                <a:solidFill>
                  <a:srgbClr val="BED5C3"/>
                </a:solidFill>
              </a:defRPr>
            </a:lvl8pPr>
            <a:lvl9pPr>
              <a:defRPr sz="14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ED5C3"/>
                </a:solidFill>
              </a:defRPr>
            </a:pPr>
            <a:r>
              <a:rPr sz="1425" b="0">
                <a:solidFill>
                  <a:srgbClr val="BED5C3"/>
                </a:solidFill>
              </a:rPr>
              <a:t>Coordinate organization-wide council operations.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AEB4EF8-629D-4504-B13E-4E5B0C2B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11791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9B6BFF"/>
                </a:solidFill>
              </a:defRPr>
            </a:defPPr>
            <a:lvl1pPr>
              <a:defRPr sz="1425" b="1">
                <a:solidFill>
                  <a:srgbClr val="9B6BFF"/>
                </a:solidFill>
              </a:defRPr>
            </a:lvl1pPr>
            <a:lvl2pPr>
              <a:defRPr sz="1425" b="1">
                <a:solidFill>
                  <a:srgbClr val="9B6BFF"/>
                </a:solidFill>
              </a:defRPr>
            </a:lvl2pPr>
            <a:lvl3pPr>
              <a:defRPr sz="1425" b="1">
                <a:solidFill>
                  <a:srgbClr val="9B6BFF"/>
                </a:solidFill>
              </a:defRPr>
            </a:lvl3pPr>
            <a:lvl4pPr>
              <a:defRPr sz="1425" b="1">
                <a:solidFill>
                  <a:srgbClr val="9B6BFF"/>
                </a:solidFill>
              </a:defRPr>
            </a:lvl4pPr>
            <a:lvl5pPr>
              <a:defRPr sz="1425" b="1">
                <a:solidFill>
                  <a:srgbClr val="9B6BFF"/>
                </a:solidFill>
              </a:defRPr>
            </a:lvl5pPr>
            <a:lvl6pPr>
              <a:defRPr sz="1425" b="1">
                <a:solidFill>
                  <a:srgbClr val="9B6BFF"/>
                </a:solidFill>
              </a:defRPr>
            </a:lvl6pPr>
            <a:lvl7pPr>
              <a:defRPr sz="1425" b="1">
                <a:solidFill>
                  <a:srgbClr val="9B6BFF"/>
                </a:solidFill>
              </a:defRPr>
            </a:lvl7pPr>
            <a:lvl8pPr>
              <a:defRPr sz="1425" b="1">
                <a:solidFill>
                  <a:srgbClr val="9B6BFF"/>
                </a:solidFill>
              </a:defRPr>
            </a:lvl8pPr>
            <a:lvl9pPr>
              <a:defRPr sz="1425" b="1">
                <a:solidFill>
                  <a:srgbClr val="9B6BF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9B6BFF"/>
                </a:solidFill>
              </a:defRPr>
            </a:pPr>
            <a:r>
              <a:rPr sz="1425" b="1">
                <a:solidFill>
                  <a:srgbClr val="9B6BFF"/>
                </a:solidFill>
              </a:rPr>
              <a:t>●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C4B0723-A688-48FD-86C3-48C5DFA0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11791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8F5DF"/>
                </a:solidFill>
              </a:defRPr>
            </a:defPPr>
            <a:lvl1pPr>
              <a:defRPr sz="1575" b="1">
                <a:solidFill>
                  <a:srgbClr val="F8F5DF"/>
                </a:solidFill>
              </a:defRPr>
            </a:lvl1pPr>
            <a:lvl2pPr>
              <a:defRPr sz="1575" b="1">
                <a:solidFill>
                  <a:srgbClr val="F8F5DF"/>
                </a:solidFill>
              </a:defRPr>
            </a:lvl2pPr>
            <a:lvl3pPr>
              <a:defRPr sz="1575" b="1">
                <a:solidFill>
                  <a:srgbClr val="F8F5DF"/>
                </a:solidFill>
              </a:defRPr>
            </a:lvl3pPr>
            <a:lvl4pPr>
              <a:defRPr sz="1575" b="1">
                <a:solidFill>
                  <a:srgbClr val="F8F5DF"/>
                </a:solidFill>
              </a:defRPr>
            </a:lvl4pPr>
            <a:lvl5pPr>
              <a:defRPr sz="1575" b="1">
                <a:solidFill>
                  <a:srgbClr val="F8F5DF"/>
                </a:solidFill>
              </a:defRPr>
            </a:lvl5pPr>
            <a:lvl6pPr>
              <a:defRPr sz="1575" b="1">
                <a:solidFill>
                  <a:srgbClr val="F8F5DF"/>
                </a:solidFill>
              </a:defRPr>
            </a:lvl6pPr>
            <a:lvl7pPr>
              <a:defRPr sz="1575" b="1">
                <a:solidFill>
                  <a:srgbClr val="F8F5DF"/>
                </a:solidFill>
              </a:defRPr>
            </a:lvl7pPr>
            <a:lvl8pPr>
              <a:defRPr sz="1575" b="1">
                <a:solidFill>
                  <a:srgbClr val="F8F5DF"/>
                </a:solidFill>
              </a:defRPr>
            </a:lvl8pPr>
            <a:lvl9pPr>
              <a:defRPr sz="15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8F5DF"/>
                </a:solidFill>
              </a:defRPr>
            </a:pPr>
            <a:r>
              <a:rPr sz="1575" b="1">
                <a:solidFill>
                  <a:srgbClr val="F8F5DF"/>
                </a:solidFill>
              </a:rPr>
              <a:t>Administrator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41F4861-CD4E-4EEE-9050-C97EFF95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117919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ED5C3"/>
                </a:solidFill>
              </a:defRPr>
            </a:defPPr>
            <a:lvl1pPr>
              <a:defRPr sz="1425" b="0">
                <a:solidFill>
                  <a:srgbClr val="BED5C3"/>
                </a:solidFill>
              </a:defRPr>
            </a:lvl1pPr>
            <a:lvl2pPr>
              <a:defRPr sz="1425" b="0">
                <a:solidFill>
                  <a:srgbClr val="BED5C3"/>
                </a:solidFill>
              </a:defRPr>
            </a:lvl2pPr>
            <a:lvl3pPr>
              <a:defRPr sz="1425" b="0">
                <a:solidFill>
                  <a:srgbClr val="BED5C3"/>
                </a:solidFill>
              </a:defRPr>
            </a:lvl3pPr>
            <a:lvl4pPr>
              <a:defRPr sz="1425" b="0">
                <a:solidFill>
                  <a:srgbClr val="BED5C3"/>
                </a:solidFill>
              </a:defRPr>
            </a:lvl4pPr>
            <a:lvl5pPr>
              <a:defRPr sz="1425" b="0">
                <a:solidFill>
                  <a:srgbClr val="BED5C3"/>
                </a:solidFill>
              </a:defRPr>
            </a:lvl5pPr>
            <a:lvl6pPr>
              <a:defRPr sz="1425" b="0">
                <a:solidFill>
                  <a:srgbClr val="BED5C3"/>
                </a:solidFill>
              </a:defRPr>
            </a:lvl6pPr>
            <a:lvl7pPr>
              <a:defRPr sz="1425" b="0">
                <a:solidFill>
                  <a:srgbClr val="BED5C3"/>
                </a:solidFill>
              </a:defRPr>
            </a:lvl7pPr>
            <a:lvl8pPr>
              <a:defRPr sz="1425" b="0">
                <a:solidFill>
                  <a:srgbClr val="BED5C3"/>
                </a:solidFill>
              </a:defRPr>
            </a:lvl8pPr>
            <a:lvl9pPr>
              <a:defRPr sz="14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ED5C3"/>
                </a:solidFill>
              </a:defRPr>
            </a:pPr>
            <a:r>
              <a:rPr sz="1425" b="0">
                <a:solidFill>
                  <a:srgbClr val="BED5C3"/>
                </a:solidFill>
              </a:rPr>
              <a:t>Verify accounts, oversee records, and audit access.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2D0FBBE-33B6-4F4A-9BB9-BF0F7C87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0" y="9629775"/>
            <a:ext cx="13830300" cy="5476875"/>
          </a:xfrm>
          <a:prstGeom xmlns:a="http://schemas.openxmlformats.org/drawingml/2006/main" prst="roundRect">
            <a:avLst>
              <a:gd name="adj" fmla="val 2087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AB4CDFC-97D5-41B2-9264-0F789FB2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0" y="98679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1E0A0"/>
                </a:solidFill>
              </a:defRPr>
            </a:defPPr>
            <a:lvl1pPr>
              <a:defRPr sz="2550" b="1">
                <a:solidFill>
                  <a:srgbClr val="71E0A0"/>
                </a:solidFill>
              </a:defRPr>
            </a:lvl1pPr>
            <a:lvl2pPr>
              <a:defRPr sz="2550" b="1">
                <a:solidFill>
                  <a:srgbClr val="71E0A0"/>
                </a:solidFill>
              </a:defRPr>
            </a:lvl2pPr>
            <a:lvl3pPr>
              <a:defRPr sz="2550" b="1">
                <a:solidFill>
                  <a:srgbClr val="71E0A0"/>
                </a:solidFill>
              </a:defRPr>
            </a:lvl3pPr>
            <a:lvl4pPr>
              <a:defRPr sz="2550" b="1">
                <a:solidFill>
                  <a:srgbClr val="71E0A0"/>
                </a:solidFill>
              </a:defRPr>
            </a:lvl4pPr>
            <a:lvl5pPr>
              <a:defRPr sz="2550" b="1">
                <a:solidFill>
                  <a:srgbClr val="71E0A0"/>
                </a:solidFill>
              </a:defRPr>
            </a:lvl5pPr>
            <a:lvl6pPr>
              <a:defRPr sz="2550" b="1">
                <a:solidFill>
                  <a:srgbClr val="71E0A0"/>
                </a:solidFill>
              </a:defRPr>
            </a:lvl6pPr>
            <a:lvl7pPr>
              <a:defRPr sz="2550" b="1">
                <a:solidFill>
                  <a:srgbClr val="71E0A0"/>
                </a:solidFill>
              </a:defRPr>
            </a:lvl7pPr>
            <a:lvl8pPr>
              <a:defRPr sz="2550" b="1">
                <a:solidFill>
                  <a:srgbClr val="71E0A0"/>
                </a:solidFill>
              </a:defRPr>
            </a:lvl8pPr>
            <a:lvl9pPr>
              <a:defRPr sz="25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1E0A0"/>
                </a:solidFill>
              </a:defRPr>
            </a:pPr>
            <a:r>
              <a:rPr sz="2550" b="1">
                <a:solidFill>
                  <a:srgbClr val="71E0A0"/>
                </a:solidFill>
              </a:rPr>
              <a:t>09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1FE4C93-D3DF-43D3-8A23-10EFC596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84700" y="9877425"/>
            <a:ext cx="1276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System screenshots</a:t>
            </a:r>
          </a:p>
        </p:txBody>
      </p:sp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D5983CC-A7C2-40C7-85BF-481D2F6006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722c516234069"/>
          <a:srcRect xmlns:a="http://schemas.openxmlformats.org/drawingml/2006/main" l="0" t="5653" r="0" b="56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517975" y="10458450"/>
            <a:ext cx="405765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pic>
        <p:nvPic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FE9D2DC-22B3-492D-9B6E-BCA7B2AAAC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b51d308df49a4"/>
          <a:srcRect xmlns:a="http://schemas.openxmlformats.org/drawingml/2006/main" l="0" t="5997" r="0" b="59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56625" y="10458450"/>
            <a:ext cx="405765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669025B-49D4-47E9-87FB-03C54513F3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da571d1b7443e"/>
          <a:srcRect xmlns:a="http://schemas.openxmlformats.org/drawingml/2006/main" l="0" t="5372" r="0" b="53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395275" y="10458450"/>
            <a:ext cx="405765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9B15A1B-F2EE-4E71-99A5-D50C6B6705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a03dcef904995"/>
          <a:srcRect xmlns:a="http://schemas.openxmlformats.org/drawingml/2006/main" l="0" t="5464" r="0" b="54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517975" y="12611100"/>
            <a:ext cx="405765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pic>
        <p:nvPic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4F8C3A2-8D8E-40C8-8C65-A907E5D98B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6e13e54cf4c5a"/>
          <a:srcRect xmlns:a="http://schemas.openxmlformats.org/drawingml/2006/main" l="0" t="5927" r="0" b="59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56625" y="12611100"/>
            <a:ext cx="405765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A80305E-27DE-4397-8D6B-338B2779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5275" y="12611100"/>
            <a:ext cx="40576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F79765E-88F0-4BAC-9508-412505F8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8650" y="12954000"/>
            <a:ext cx="3390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8F5DF"/>
                </a:solidFill>
              </a:defRPr>
            </a:defPPr>
            <a:lvl1pPr>
              <a:defRPr sz="2025" b="1">
                <a:solidFill>
                  <a:srgbClr val="F8F5DF"/>
                </a:solidFill>
              </a:defRPr>
            </a:lvl1pPr>
            <a:lvl2pPr>
              <a:defRPr sz="2025" b="1">
                <a:solidFill>
                  <a:srgbClr val="F8F5DF"/>
                </a:solidFill>
              </a:defRPr>
            </a:lvl2pPr>
            <a:lvl3pPr>
              <a:defRPr sz="2025" b="1">
                <a:solidFill>
                  <a:srgbClr val="F8F5DF"/>
                </a:solidFill>
              </a:defRPr>
            </a:lvl3pPr>
            <a:lvl4pPr>
              <a:defRPr sz="2025" b="1">
                <a:solidFill>
                  <a:srgbClr val="F8F5DF"/>
                </a:solidFill>
              </a:defRPr>
            </a:lvl4pPr>
            <a:lvl5pPr>
              <a:defRPr sz="2025" b="1">
                <a:solidFill>
                  <a:srgbClr val="F8F5DF"/>
                </a:solidFill>
              </a:defRPr>
            </a:lvl5pPr>
            <a:lvl6pPr>
              <a:defRPr sz="2025" b="1">
                <a:solidFill>
                  <a:srgbClr val="F8F5DF"/>
                </a:solidFill>
              </a:defRPr>
            </a:lvl6pPr>
            <a:lvl7pPr>
              <a:defRPr sz="2025" b="1">
                <a:solidFill>
                  <a:srgbClr val="F8F5DF"/>
                </a:solidFill>
              </a:defRPr>
            </a:lvl7pPr>
            <a:lvl8pPr>
              <a:defRPr sz="2025" b="1">
                <a:solidFill>
                  <a:srgbClr val="F8F5DF"/>
                </a:solidFill>
              </a:defRPr>
            </a:lvl8pPr>
            <a:lvl9pPr>
              <a:defRPr sz="20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8F5DF"/>
                </a:solidFill>
              </a:defRPr>
            </a:pPr>
            <a:r>
              <a:rPr sz="2025" b="1">
                <a:solidFill>
                  <a:srgbClr val="F8F5DF"/>
                </a:solidFill>
              </a:rPr>
              <a:t>CouncilForge connects participation with accountable council operations.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88C05B8-3BAF-4E54-AB1C-286A05BA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4350" y="13982700"/>
            <a:ext cx="361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71E0A0"/>
                </a:solidFill>
              </a:defRPr>
            </a:defPPr>
            <a:lvl1pPr>
              <a:defRPr sz="1350" b="1">
                <a:solidFill>
                  <a:srgbClr val="71E0A0"/>
                </a:solidFill>
              </a:defRPr>
            </a:lvl1pPr>
            <a:lvl2pPr>
              <a:defRPr sz="1350" b="1">
                <a:solidFill>
                  <a:srgbClr val="71E0A0"/>
                </a:solidFill>
              </a:defRPr>
            </a:lvl2pPr>
            <a:lvl3pPr>
              <a:defRPr sz="1350" b="1">
                <a:solidFill>
                  <a:srgbClr val="71E0A0"/>
                </a:solidFill>
              </a:defRPr>
            </a:lvl3pPr>
            <a:lvl4pPr>
              <a:defRPr sz="1350" b="1">
                <a:solidFill>
                  <a:srgbClr val="71E0A0"/>
                </a:solidFill>
              </a:defRPr>
            </a:lvl4pPr>
            <a:lvl5pPr>
              <a:defRPr sz="1350" b="1">
                <a:solidFill>
                  <a:srgbClr val="71E0A0"/>
                </a:solidFill>
              </a:defRPr>
            </a:lvl5pPr>
            <a:lvl6pPr>
              <a:defRPr sz="1350" b="1">
                <a:solidFill>
                  <a:srgbClr val="71E0A0"/>
                </a:solidFill>
              </a:defRPr>
            </a:lvl6pPr>
            <a:lvl7pPr>
              <a:defRPr sz="1350" b="1">
                <a:solidFill>
                  <a:srgbClr val="71E0A0"/>
                </a:solidFill>
              </a:defRPr>
            </a:lvl7pPr>
            <a:lvl8pPr>
              <a:defRPr sz="1350" b="1">
                <a:solidFill>
                  <a:srgbClr val="71E0A0"/>
                </a:solidFill>
              </a:defRPr>
            </a:lvl8pPr>
            <a:lvl9pPr>
              <a:defRPr sz="13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1E0A0"/>
                </a:solidFill>
              </a:defRPr>
            </a:pPr>
            <a:r>
              <a:rPr sz="1350" b="1">
                <a:solidFill>
                  <a:srgbClr val="71E0A0"/>
                </a:solidFill>
              </a:rPr>
              <a:t>Students  •  Councils  •  Administration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21C469A-3E57-45CA-A9D0-AE688D9D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640050"/>
            <a:ext cx="416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CouncilForge  |  Student Council Management System  |  Built for campus participation, coordination, and transparent governance</a:t>
            </a:r>
          </a:p>
        </p:txBody>
      </p:sp>
    </p:spTree>
    <p:extLst>
      <p:ext uri="{BB962C8B-B14F-4D97-AF65-F5344CB8AC3E}">
        <p14:creationId xmlns:p14="http://schemas.microsoft.com/office/powerpoint/2010/main" val="14233188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2026-10-19T05:21:15.7770000Z</dcterms:created>
  <dcterms:modified xsi:type="dcterms:W3CDTF">2026-10-19T05:21:15.7770000Z</dcterms:modified>
</coreProperties>
</file>