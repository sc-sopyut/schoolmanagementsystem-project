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3e2f1b336a4be8" /><Relationship Type="http://schemas.openxmlformats.org/officeDocument/2006/relationships/extended-properties" Target="/docProps/app.xml" Id="Rddc1ccaa280a43aa" /><Relationship Type="http://schemas.openxmlformats.org/officeDocument/2006/relationships/officeDocument" Target="/ppt/presentation.xml" Id="R70356c7a517f4b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74e7d85ea84b57"/>
  </p:sldMasterIdLst>
  <p:notesMasterIdLst>
    <p:notesMasterId xmlns:r="http://schemas.openxmlformats.org/officeDocument/2006/relationships" r:id="R369b345e975c441b"/>
  </p:notesMasterIdLst>
  <p:sldIdLst>
    <p:sldId xmlns:r="http://schemas.openxmlformats.org/officeDocument/2006/relationships" id="256" r:id="R6efbf105c8f74cda"/>
  </p:sldIdLst>
  <p:sldSz cx="43891200" cy="16459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cf32a015f048c4" /><Relationship Type="http://schemas.openxmlformats.org/officeDocument/2006/relationships/slideMaster" Target="/ppt/slideMasters/slideMaster1.xml" Id="R3974e7d85ea84b57" /><Relationship Type="http://schemas.openxmlformats.org/officeDocument/2006/relationships/notesMaster" Target="/ppt/notesMasters/notesMaster1.xml" Id="R369b345e975c441b" /><Relationship Type="http://schemas.openxmlformats.org/officeDocument/2006/relationships/presProps" Target="/ppt/presProps.xml" Id="R5baafac14e774f7c" /><Relationship Type="http://schemas.openxmlformats.org/officeDocument/2006/relationships/tableStyles" Target="/ppt/tableStyles.xml" Id="R566d819ddd294ae9" /><Relationship Type="http://schemas.openxmlformats.org/officeDocument/2006/relationships/slide" Target="/ppt/slides/slide1.xml" Id="R6efbf105c8f74c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ae15a79a824e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f3e57628a24af0" /><Relationship Type="http://schemas.openxmlformats.org/officeDocument/2006/relationships/notesMaster" Target="/ppt/notesMasters/notesMaster1.xml" Id="R2d867bf37d3246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107e4fb7c749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4b85786efc4a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acaad6f3244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7dcbdde8d43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b6375e75c4e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7e9800e744f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E34CCE-45F0-438F-A84F-2CD5D8BADD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89120" y="6217920"/>
            <a:ext cx="35112960" cy="237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D07742-B665-4E3A-80ED-0D1846BF9D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583680" y="9052560"/>
            <a:ext cx="3072384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AA2732A-0D1A-458D-8525-A804AA853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89120" y="6858000"/>
            <a:ext cx="3511296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FE0D18-4ECF-401B-983C-9CEC4344DA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68880" y="1280160"/>
            <a:ext cx="3895344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1BDFD8-489A-4B60-AB89-20BF0E5570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468880" y="4572000"/>
            <a:ext cx="38953440" cy="10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486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2801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0116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7432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47472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2062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9377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6692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64008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A93FB6-6BFA-4409-8CFE-F2FEFCDF2E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68880" y="1280160"/>
            <a:ext cx="3895344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CDF270-CC9B-4C33-941B-64EB2C8F9C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468880" y="4572000"/>
            <a:ext cx="18105120" cy="10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486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2801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0116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7432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47472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2062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9377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6692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64008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C93D8AE-DD8C-4D8E-98AD-8C852F20DA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317200" y="4572000"/>
            <a:ext cx="18105120" cy="10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486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2801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0116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7432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47472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2062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9377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6692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64008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4D3608-1B33-4681-ACD8-9C6322C628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68880" y="1280160"/>
            <a:ext cx="3895344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B88975-EAA3-4F15-80F2-527D53EC28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468880" y="4572000"/>
            <a:ext cx="18105120" cy="10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486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2801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0116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7432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47472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2062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9377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6692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64008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121a4b73bc440e" /><Relationship Type="http://schemas.openxmlformats.org/officeDocument/2006/relationships/slideLayout" Target="/ppt/slideLayouts/slideLayout1.xml" Id="Rd9ddfac9c1414ecb" /><Relationship Type="http://schemas.openxmlformats.org/officeDocument/2006/relationships/slideLayout" Target="/ppt/slideLayouts/slideLayout2.xml" Id="R6d017c1858744723" /><Relationship Type="http://schemas.openxmlformats.org/officeDocument/2006/relationships/slideLayout" Target="/ppt/slideLayouts/slideLayout3.xml" Id="Rf90502c1cbbf447d" /><Relationship Type="http://schemas.openxmlformats.org/officeDocument/2006/relationships/slideLayout" Target="/ppt/slideLayouts/slideLayout4.xml" Id="R58c76f00f87844c1" /><Relationship Type="http://schemas.openxmlformats.org/officeDocument/2006/relationships/slideLayout" Target="/ppt/slideLayouts/slideLayout5.xml" Id="Rf3e916ababf64061" /><Relationship Type="http://schemas.openxmlformats.org/officeDocument/2006/relationships/slideLayout" Target="/ppt/slideLayouts/slideLayout6.xml" Id="Rd96ba67e904749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ddfac9c1414ecb"/>
    <p:sldLayoutId xmlns:r="http://schemas.openxmlformats.org/officeDocument/2006/relationships" id="2147483650" r:id="R6d017c1858744723"/>
    <p:sldLayoutId xmlns:r="http://schemas.openxmlformats.org/officeDocument/2006/relationships" id="2147483651" r:id="Rf90502c1cbbf447d"/>
    <p:sldLayoutId xmlns:r="http://schemas.openxmlformats.org/officeDocument/2006/relationships" id="2147483652" r:id="R58c76f00f87844c1"/>
    <p:sldLayoutId xmlns:r="http://schemas.openxmlformats.org/officeDocument/2006/relationships" id="2147483653" r:id="Rf3e916ababf64061"/>
    <p:sldLayoutId xmlns:r="http://schemas.openxmlformats.org/officeDocument/2006/relationships" id="2147483654" r:id="Rd96ba67e904749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87a8549cc54a33" /><Relationship Type="http://schemas.openxmlformats.org/officeDocument/2006/relationships/image" Target="/ppt/media/image.png" Id="R9dc9f96427d0494a" /><Relationship Type="http://schemas.openxmlformats.org/officeDocument/2006/relationships/image" Target="/ppt/media/image2.png" Id="Red28799e3d7c49c0" /><Relationship Type="http://schemas.openxmlformats.org/officeDocument/2006/relationships/image" Target="/ppt/media/image3.png" Id="R0372ca0d3a6e4b7d" /><Relationship Type="http://schemas.openxmlformats.org/officeDocument/2006/relationships/image" Target="/ppt/media/image4.png" Id="R2c456c59d04f4a3f" /><Relationship Type="http://schemas.openxmlformats.org/officeDocument/2006/relationships/image" Target="/ppt/media/image5.png" Id="R22ec1b956b4a41ac" /><Relationship Type="http://schemas.openxmlformats.org/officeDocument/2006/relationships/notesSlide" Target="/ppt/notesSlides/notesSlide1.xml" Id="Rf564a3f37ef14c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60D0F79-E001-434B-B9B1-B570974A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7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4494C-2C31-43C1-870A-0D7A374B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8F5DF"/>
                </a:solidFill>
              </a:defRPr>
            </a:defPPr>
            <a:lvl1pPr>
              <a:defRPr sz="4950" b="1">
                <a:solidFill>
                  <a:srgbClr val="F8F5DF"/>
                </a:solidFill>
              </a:defRPr>
            </a:lvl1pPr>
            <a:lvl2pPr>
              <a:defRPr sz="4950" b="1">
                <a:solidFill>
                  <a:srgbClr val="F8F5DF"/>
                </a:solidFill>
              </a:defRPr>
            </a:lvl2pPr>
            <a:lvl3pPr>
              <a:defRPr sz="4950" b="1">
                <a:solidFill>
                  <a:srgbClr val="F8F5DF"/>
                </a:solidFill>
              </a:defRPr>
            </a:lvl3pPr>
            <a:lvl4pPr>
              <a:defRPr sz="4950" b="1">
                <a:solidFill>
                  <a:srgbClr val="F8F5DF"/>
                </a:solidFill>
              </a:defRPr>
            </a:lvl4pPr>
            <a:lvl5pPr>
              <a:defRPr sz="4950" b="1">
                <a:solidFill>
                  <a:srgbClr val="F8F5DF"/>
                </a:solidFill>
              </a:defRPr>
            </a:lvl5pPr>
            <a:lvl6pPr>
              <a:defRPr sz="4950" b="1">
                <a:solidFill>
                  <a:srgbClr val="F8F5DF"/>
                </a:solidFill>
              </a:defRPr>
            </a:lvl6pPr>
            <a:lvl7pPr>
              <a:defRPr sz="4950" b="1">
                <a:solidFill>
                  <a:srgbClr val="F8F5DF"/>
                </a:solidFill>
              </a:defRPr>
            </a:lvl7pPr>
            <a:lvl8pPr>
              <a:defRPr sz="4950" b="1">
                <a:solidFill>
                  <a:srgbClr val="F8F5DF"/>
                </a:solidFill>
              </a:defRPr>
            </a:lvl8pPr>
            <a:lvl9pPr>
              <a:defRPr sz="49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8F5DF"/>
                </a:solidFill>
              </a:defRPr>
            </a:pPr>
            <a:r>
              <a:rPr sz="4950" b="1">
                <a:solidFill>
                  <a:srgbClr val="F8F5DF"/>
                </a:solidFill>
              </a:rPr>
              <a:t>CouncilForge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D8243-7DC7-44D4-92C0-4A322695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2001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71E0A0"/>
                </a:solidFill>
              </a:defRPr>
            </a:defPPr>
            <a:lvl1pPr>
              <a:defRPr sz="1800" b="1">
                <a:solidFill>
                  <a:srgbClr val="71E0A0"/>
                </a:solidFill>
              </a:defRPr>
            </a:lvl1pPr>
            <a:lvl2pPr>
              <a:defRPr sz="1800" b="1">
                <a:solidFill>
                  <a:srgbClr val="71E0A0"/>
                </a:solidFill>
              </a:defRPr>
            </a:lvl2pPr>
            <a:lvl3pPr>
              <a:defRPr sz="1800" b="1">
                <a:solidFill>
                  <a:srgbClr val="71E0A0"/>
                </a:solidFill>
              </a:defRPr>
            </a:lvl3pPr>
            <a:lvl4pPr>
              <a:defRPr sz="1800" b="1">
                <a:solidFill>
                  <a:srgbClr val="71E0A0"/>
                </a:solidFill>
              </a:defRPr>
            </a:lvl4pPr>
            <a:lvl5pPr>
              <a:defRPr sz="1800" b="1">
                <a:solidFill>
                  <a:srgbClr val="71E0A0"/>
                </a:solidFill>
              </a:defRPr>
            </a:lvl5pPr>
            <a:lvl6pPr>
              <a:defRPr sz="1800" b="1">
                <a:solidFill>
                  <a:srgbClr val="71E0A0"/>
                </a:solidFill>
              </a:defRPr>
            </a:lvl6pPr>
            <a:lvl7pPr>
              <a:defRPr sz="1800" b="1">
                <a:solidFill>
                  <a:srgbClr val="71E0A0"/>
                </a:solidFill>
              </a:defRPr>
            </a:lvl7pPr>
            <a:lvl8pPr>
              <a:defRPr sz="1800" b="1">
                <a:solidFill>
                  <a:srgbClr val="71E0A0"/>
                </a:solidFill>
              </a:defRPr>
            </a:lvl8pPr>
            <a:lvl9pPr>
              <a:defRPr sz="18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71E0A0"/>
                </a:solidFill>
              </a:defRPr>
            </a:pPr>
            <a:r>
              <a:rPr sz="1800" b="1">
                <a:solidFill>
                  <a:srgbClr val="71E0A0"/>
                </a:solidFill>
              </a:rPr>
              <a:t>STUDENT COUNCIL MANAGEMENT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D7362-35EB-409F-AB73-CEFCE418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9055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8F5DF"/>
                </a:solidFill>
              </a:defRPr>
            </a:defPPr>
            <a:lvl1pPr>
              <a:defRPr sz="3225" b="1">
                <a:solidFill>
                  <a:srgbClr val="F8F5DF"/>
                </a:solidFill>
              </a:defRPr>
            </a:lvl1pPr>
            <a:lvl2pPr>
              <a:defRPr sz="3225" b="1">
                <a:solidFill>
                  <a:srgbClr val="F8F5DF"/>
                </a:solidFill>
              </a:defRPr>
            </a:lvl2pPr>
            <a:lvl3pPr>
              <a:defRPr sz="3225" b="1">
                <a:solidFill>
                  <a:srgbClr val="F8F5DF"/>
                </a:solidFill>
              </a:defRPr>
            </a:lvl3pPr>
            <a:lvl4pPr>
              <a:defRPr sz="3225" b="1">
                <a:solidFill>
                  <a:srgbClr val="F8F5DF"/>
                </a:solidFill>
              </a:defRPr>
            </a:lvl4pPr>
            <a:lvl5pPr>
              <a:defRPr sz="3225" b="1">
                <a:solidFill>
                  <a:srgbClr val="F8F5DF"/>
                </a:solidFill>
              </a:defRPr>
            </a:lvl5pPr>
            <a:lvl6pPr>
              <a:defRPr sz="3225" b="1">
                <a:solidFill>
                  <a:srgbClr val="F8F5DF"/>
                </a:solidFill>
              </a:defRPr>
            </a:lvl6pPr>
            <a:lvl7pPr>
              <a:defRPr sz="3225" b="1">
                <a:solidFill>
                  <a:srgbClr val="F8F5DF"/>
                </a:solidFill>
              </a:defRPr>
            </a:lvl7pPr>
            <a:lvl8pPr>
              <a:defRPr sz="3225" b="1">
                <a:solidFill>
                  <a:srgbClr val="F8F5DF"/>
                </a:solidFill>
              </a:defRPr>
            </a:lvl8pPr>
            <a:lvl9pPr>
              <a:defRPr sz="32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8F5DF"/>
                </a:solidFill>
              </a:defRPr>
            </a:pPr>
            <a:r>
              <a:rPr sz="3225" b="1">
                <a:solidFill>
                  <a:srgbClr val="F8F5DF"/>
                </a:solidFill>
              </a:rPr>
              <a:t>One campus platform for accountable student leadership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05451-D531-4CD0-A6A4-FAF9AC8F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04925"/>
            <a:ext cx="1562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ED5C3"/>
                </a:solidFill>
              </a:defRPr>
            </a:defPPr>
            <a:lvl1pPr>
              <a:defRPr sz="1650" b="0">
                <a:solidFill>
                  <a:srgbClr val="BED5C3"/>
                </a:solidFill>
              </a:defRPr>
            </a:lvl1pPr>
            <a:lvl2pPr>
              <a:defRPr sz="1650" b="0">
                <a:solidFill>
                  <a:srgbClr val="BED5C3"/>
                </a:solidFill>
              </a:defRPr>
            </a:lvl2pPr>
            <a:lvl3pPr>
              <a:defRPr sz="1650" b="0">
                <a:solidFill>
                  <a:srgbClr val="BED5C3"/>
                </a:solidFill>
              </a:defRPr>
            </a:lvl3pPr>
            <a:lvl4pPr>
              <a:defRPr sz="1650" b="0">
                <a:solidFill>
                  <a:srgbClr val="BED5C3"/>
                </a:solidFill>
              </a:defRPr>
            </a:lvl4pPr>
            <a:lvl5pPr>
              <a:defRPr sz="1650" b="0">
                <a:solidFill>
                  <a:srgbClr val="BED5C3"/>
                </a:solidFill>
              </a:defRPr>
            </a:lvl5pPr>
            <a:lvl6pPr>
              <a:defRPr sz="1650" b="0">
                <a:solidFill>
                  <a:srgbClr val="BED5C3"/>
                </a:solidFill>
              </a:defRPr>
            </a:lvl6pPr>
            <a:lvl7pPr>
              <a:defRPr sz="1650" b="0">
                <a:solidFill>
                  <a:srgbClr val="BED5C3"/>
                </a:solidFill>
              </a:defRPr>
            </a:lvl7pPr>
            <a:lvl8pPr>
              <a:defRPr sz="1650" b="0">
                <a:solidFill>
                  <a:srgbClr val="BED5C3"/>
                </a:solidFill>
              </a:defRPr>
            </a:lvl8pPr>
            <a:lvl9pPr>
              <a:defRPr sz="16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ED5C3"/>
                </a:solidFill>
              </a:defRPr>
            </a:pPr>
            <a:r>
              <a:rPr sz="1650" b="0">
                <a:solidFill>
                  <a:srgbClr val="BED5C3"/>
                </a:solidFill>
              </a:rPr>
              <a:t>Academic Project Poster  |  Print size: 8 ft × 3 ft (landscape)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10076-36DA-49CA-AB3C-1F99865D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7100" y="409575"/>
            <a:ext cx="4476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E4E92-C335-47A6-97F7-EE67B10A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2850" y="6572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CIVIC TECH SUITE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B9F23-E1B5-4ADD-88A8-6A6C56AE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2850" y="990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8F5DF"/>
                </a:solidFill>
              </a:defRPr>
            </a:defPPr>
            <a:lvl1pPr>
              <a:defRPr sz="1350" b="0">
                <a:solidFill>
                  <a:srgbClr val="F8F5DF"/>
                </a:solidFill>
              </a:defRPr>
            </a:lvl1pPr>
            <a:lvl2pPr>
              <a:defRPr sz="1350" b="0">
                <a:solidFill>
                  <a:srgbClr val="F8F5DF"/>
                </a:solidFill>
              </a:defRPr>
            </a:lvl2pPr>
            <a:lvl3pPr>
              <a:defRPr sz="1350" b="0">
                <a:solidFill>
                  <a:srgbClr val="F8F5DF"/>
                </a:solidFill>
              </a:defRPr>
            </a:lvl3pPr>
            <a:lvl4pPr>
              <a:defRPr sz="1350" b="0">
                <a:solidFill>
                  <a:srgbClr val="F8F5DF"/>
                </a:solidFill>
              </a:defRPr>
            </a:lvl4pPr>
            <a:lvl5pPr>
              <a:defRPr sz="1350" b="0">
                <a:solidFill>
                  <a:srgbClr val="F8F5DF"/>
                </a:solidFill>
              </a:defRPr>
            </a:lvl5pPr>
            <a:lvl6pPr>
              <a:defRPr sz="1350" b="0">
                <a:solidFill>
                  <a:srgbClr val="F8F5DF"/>
                </a:solidFill>
              </a:defRPr>
            </a:lvl6pPr>
            <a:lvl7pPr>
              <a:defRPr sz="1350" b="0">
                <a:solidFill>
                  <a:srgbClr val="F8F5DF"/>
                </a:solidFill>
              </a:defRPr>
            </a:lvl7pPr>
            <a:lvl8pPr>
              <a:defRPr sz="1350" b="0">
                <a:solidFill>
                  <a:srgbClr val="F8F5DF"/>
                </a:solidFill>
              </a:defRPr>
            </a:lvl8pPr>
            <a:lvl9pPr>
              <a:defRPr sz="1350" b="0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8F5DF"/>
                </a:solidFill>
              </a:defRPr>
            </a:pPr>
            <a:r>
              <a:rPr sz="1350" b="0">
                <a:solidFill>
                  <a:srgbClr val="F8F5DF"/>
                </a:solidFill>
              </a:rPr>
              <a:t>Abuyog Community College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3D5D2-76A3-491F-995E-67ED1D3B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38303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0D860-6EE8-4081-80D4-16D3DD6B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607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1B784-3C55-4FD2-B128-C87F76B0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95600"/>
            <a:ext cx="1253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Why CouncilForge?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965C3-90C7-4EC1-85CB-C3525758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76625"/>
            <a:ext cx="13182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BED5C3"/>
                </a:solidFill>
              </a:defRPr>
            </a:defPPr>
            <a:lvl1pPr>
              <a:defRPr sz="2100" b="0">
                <a:solidFill>
                  <a:srgbClr val="BED5C3"/>
                </a:solidFill>
              </a:defRPr>
            </a:lvl1pPr>
            <a:lvl2pPr>
              <a:defRPr sz="2100" b="0">
                <a:solidFill>
                  <a:srgbClr val="BED5C3"/>
                </a:solidFill>
              </a:defRPr>
            </a:lvl2pPr>
            <a:lvl3pPr>
              <a:defRPr sz="2100" b="0">
                <a:solidFill>
                  <a:srgbClr val="BED5C3"/>
                </a:solidFill>
              </a:defRPr>
            </a:lvl3pPr>
            <a:lvl4pPr>
              <a:defRPr sz="2100" b="0">
                <a:solidFill>
                  <a:srgbClr val="BED5C3"/>
                </a:solidFill>
              </a:defRPr>
            </a:lvl4pPr>
            <a:lvl5pPr>
              <a:defRPr sz="2100" b="0">
                <a:solidFill>
                  <a:srgbClr val="BED5C3"/>
                </a:solidFill>
              </a:defRPr>
            </a:lvl5pPr>
            <a:lvl6pPr>
              <a:defRPr sz="2100" b="0">
                <a:solidFill>
                  <a:srgbClr val="BED5C3"/>
                </a:solidFill>
              </a:defRPr>
            </a:lvl6pPr>
            <a:lvl7pPr>
              <a:defRPr sz="2100" b="0">
                <a:solidFill>
                  <a:srgbClr val="BED5C3"/>
                </a:solidFill>
              </a:defRPr>
            </a:lvl7pPr>
            <a:lvl8pPr>
              <a:defRPr sz="2100" b="0">
                <a:solidFill>
                  <a:srgbClr val="BED5C3"/>
                </a:solidFill>
              </a:defRPr>
            </a:lvl8pPr>
            <a:lvl9pPr>
              <a:defRPr sz="21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ED5C3"/>
                </a:solidFill>
              </a:defRPr>
            </a:pPr>
            <a:r>
              <a:rPr sz="2100" b="0">
                <a:solidFill>
                  <a:srgbClr val="BED5C3"/>
                </a:solidFill>
              </a:rPr>
              <a:t>Student councils often work through scattered chat groups, files, and paper records. This makes tasks hard to track, limits transparency, and slows responses to student concerns.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2D435-4B56-45B2-8D0B-4F2C31E8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9DD8A"/>
                </a:solidFill>
              </a:defRPr>
            </a:defPPr>
            <a:lvl1pPr>
              <a:defRPr sz="1650" b="1">
                <a:solidFill>
                  <a:srgbClr val="C9DD8A"/>
                </a:solidFill>
              </a:defRPr>
            </a:lvl1pPr>
            <a:lvl2pPr>
              <a:defRPr sz="1650" b="1">
                <a:solidFill>
                  <a:srgbClr val="C9DD8A"/>
                </a:solidFill>
              </a:defRPr>
            </a:lvl2pPr>
            <a:lvl3pPr>
              <a:defRPr sz="1650" b="1">
                <a:solidFill>
                  <a:srgbClr val="C9DD8A"/>
                </a:solidFill>
              </a:defRPr>
            </a:lvl3pPr>
            <a:lvl4pPr>
              <a:defRPr sz="1650" b="1">
                <a:solidFill>
                  <a:srgbClr val="C9DD8A"/>
                </a:solidFill>
              </a:defRPr>
            </a:lvl4pPr>
            <a:lvl5pPr>
              <a:defRPr sz="1650" b="1">
                <a:solidFill>
                  <a:srgbClr val="C9DD8A"/>
                </a:solidFill>
              </a:defRPr>
            </a:lvl5pPr>
            <a:lvl6pPr>
              <a:defRPr sz="1650" b="1">
                <a:solidFill>
                  <a:srgbClr val="C9DD8A"/>
                </a:solidFill>
              </a:defRPr>
            </a:lvl6pPr>
            <a:lvl7pPr>
              <a:defRPr sz="1650" b="1">
                <a:solidFill>
                  <a:srgbClr val="C9DD8A"/>
                </a:solidFill>
              </a:defRPr>
            </a:lvl7pPr>
            <a:lvl8pPr>
              <a:defRPr sz="1650" b="1">
                <a:solidFill>
                  <a:srgbClr val="C9DD8A"/>
                </a:solidFill>
              </a:defRPr>
            </a:lvl8pPr>
            <a:lvl9pPr>
              <a:defRPr sz="1650" b="1">
                <a:solidFill>
                  <a:srgbClr val="C9DD8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9DD8A"/>
                </a:solidFill>
              </a:defRPr>
            </a:pPr>
            <a:r>
              <a:rPr sz="1650" b="1">
                <a:solidFill>
                  <a:srgbClr val="C9DD8A"/>
                </a:solidFill>
              </a:rPr>
              <a:t>Agenda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5979C-0CBB-4C94-A9A3-92AFCDCB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577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8F5DF"/>
                </a:solidFill>
              </a:defRPr>
            </a:defPPr>
            <a:lvl1pPr>
              <a:defRPr sz="1650" b="0">
                <a:solidFill>
                  <a:srgbClr val="F8F5DF"/>
                </a:solidFill>
              </a:defRPr>
            </a:lvl1pPr>
            <a:lvl2pPr>
              <a:defRPr sz="1650" b="0">
                <a:solidFill>
                  <a:srgbClr val="F8F5DF"/>
                </a:solidFill>
              </a:defRPr>
            </a:lvl2pPr>
            <a:lvl3pPr>
              <a:defRPr sz="1650" b="0">
                <a:solidFill>
                  <a:srgbClr val="F8F5DF"/>
                </a:solidFill>
              </a:defRPr>
            </a:lvl3pPr>
            <a:lvl4pPr>
              <a:defRPr sz="1650" b="0">
                <a:solidFill>
                  <a:srgbClr val="F8F5DF"/>
                </a:solidFill>
              </a:defRPr>
            </a:lvl4pPr>
            <a:lvl5pPr>
              <a:defRPr sz="1650" b="0">
                <a:solidFill>
                  <a:srgbClr val="F8F5DF"/>
                </a:solidFill>
              </a:defRPr>
            </a:lvl5pPr>
            <a:lvl6pPr>
              <a:defRPr sz="1650" b="0">
                <a:solidFill>
                  <a:srgbClr val="F8F5DF"/>
                </a:solidFill>
              </a:defRPr>
            </a:lvl6pPr>
            <a:lvl7pPr>
              <a:defRPr sz="1650" b="0">
                <a:solidFill>
                  <a:srgbClr val="F8F5DF"/>
                </a:solidFill>
              </a:defRPr>
            </a:lvl7pPr>
            <a:lvl8pPr>
              <a:defRPr sz="1650" b="0">
                <a:solidFill>
                  <a:srgbClr val="F8F5DF"/>
                </a:solidFill>
              </a:defRPr>
            </a:lvl8pPr>
            <a:lvl9pPr>
              <a:defRPr sz="1650" b="0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8F5DF"/>
                </a:solidFill>
              </a:defRPr>
            </a:pPr>
            <a:r>
              <a:rPr sz="1650" b="0">
                <a:solidFill>
                  <a:srgbClr val="F8F5DF"/>
                </a:solidFill>
              </a:rPr>
              <a:t>centralize operations, strengthen accountability, and give students a clear channel to participate.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C85B8-8AD2-46D8-8A3D-D6F42AEB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2647950"/>
            <a:ext cx="138303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9FE46-9D63-4255-8623-C89F0CD3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288607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55597-B64B-43EE-94BF-B47A88D2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2895600"/>
            <a:ext cx="1253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Project objectives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8BD80-686A-4AE7-A22F-8BBCD729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3476625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71E0A0"/>
                </a:solidFill>
              </a:defRPr>
            </a:defPPr>
            <a:lvl1pPr>
              <a:defRPr sz="2325" b="1">
                <a:solidFill>
                  <a:srgbClr val="71E0A0"/>
                </a:solidFill>
              </a:defRPr>
            </a:lvl1pPr>
            <a:lvl2pPr>
              <a:defRPr sz="2325" b="1">
                <a:solidFill>
                  <a:srgbClr val="71E0A0"/>
                </a:solidFill>
              </a:defRPr>
            </a:lvl2pPr>
            <a:lvl3pPr>
              <a:defRPr sz="2325" b="1">
                <a:solidFill>
                  <a:srgbClr val="71E0A0"/>
                </a:solidFill>
              </a:defRPr>
            </a:lvl3pPr>
            <a:lvl4pPr>
              <a:defRPr sz="2325" b="1">
                <a:solidFill>
                  <a:srgbClr val="71E0A0"/>
                </a:solidFill>
              </a:defRPr>
            </a:lvl4pPr>
            <a:lvl5pPr>
              <a:defRPr sz="2325" b="1">
                <a:solidFill>
                  <a:srgbClr val="71E0A0"/>
                </a:solidFill>
              </a:defRPr>
            </a:lvl5pPr>
            <a:lvl6pPr>
              <a:defRPr sz="2325" b="1">
                <a:solidFill>
                  <a:srgbClr val="71E0A0"/>
                </a:solidFill>
              </a:defRPr>
            </a:lvl6pPr>
            <a:lvl7pPr>
              <a:defRPr sz="2325" b="1">
                <a:solidFill>
                  <a:srgbClr val="71E0A0"/>
                </a:solidFill>
              </a:defRPr>
            </a:lvl7pPr>
            <a:lvl8pPr>
              <a:defRPr sz="2325" b="1">
                <a:solidFill>
                  <a:srgbClr val="71E0A0"/>
                </a:solidFill>
              </a:defRPr>
            </a:lvl8pPr>
            <a:lvl9pPr>
              <a:defRPr sz="23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71E0A0"/>
                </a:solidFill>
              </a:defRPr>
            </a:pPr>
            <a:r>
              <a:rPr sz="2325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F99516-F452-4FE5-8632-36591CE1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3476625"/>
            <a:ext cx="12944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ED5C3"/>
                </a:solidFill>
              </a:defRPr>
            </a:defPPr>
            <a:lvl1pPr>
              <a:defRPr sz="1725" b="0">
                <a:solidFill>
                  <a:srgbClr val="BED5C3"/>
                </a:solidFill>
              </a:defRPr>
            </a:lvl1pPr>
            <a:lvl2pPr>
              <a:defRPr sz="1725" b="0">
                <a:solidFill>
                  <a:srgbClr val="BED5C3"/>
                </a:solidFill>
              </a:defRPr>
            </a:lvl2pPr>
            <a:lvl3pPr>
              <a:defRPr sz="1725" b="0">
                <a:solidFill>
                  <a:srgbClr val="BED5C3"/>
                </a:solidFill>
              </a:defRPr>
            </a:lvl3pPr>
            <a:lvl4pPr>
              <a:defRPr sz="1725" b="0">
                <a:solidFill>
                  <a:srgbClr val="BED5C3"/>
                </a:solidFill>
              </a:defRPr>
            </a:lvl4pPr>
            <a:lvl5pPr>
              <a:defRPr sz="1725" b="0">
                <a:solidFill>
                  <a:srgbClr val="BED5C3"/>
                </a:solidFill>
              </a:defRPr>
            </a:lvl5pPr>
            <a:lvl6pPr>
              <a:defRPr sz="1725" b="0">
                <a:solidFill>
                  <a:srgbClr val="BED5C3"/>
                </a:solidFill>
              </a:defRPr>
            </a:lvl6pPr>
            <a:lvl7pPr>
              <a:defRPr sz="1725" b="0">
                <a:solidFill>
                  <a:srgbClr val="BED5C3"/>
                </a:solidFill>
              </a:defRPr>
            </a:lvl7pPr>
            <a:lvl8pPr>
              <a:defRPr sz="1725" b="0">
                <a:solidFill>
                  <a:srgbClr val="BED5C3"/>
                </a:solidFill>
              </a:defRPr>
            </a:lvl8pPr>
            <a:lvl9pPr>
              <a:defRPr sz="17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ED5C3"/>
                </a:solidFill>
              </a:defRPr>
            </a:pPr>
            <a:r>
              <a:rPr sz="1725" b="0">
                <a:solidFill>
                  <a:srgbClr val="BED5C3"/>
                </a:solidFill>
              </a:rPr>
              <a:t>Organize council work, events, budgets, documents, and voting in one system.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6F6F7-0EC6-4947-881F-ECF62ED8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4029075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71E0A0"/>
                </a:solidFill>
              </a:defRPr>
            </a:defPPr>
            <a:lvl1pPr>
              <a:defRPr sz="2325" b="1">
                <a:solidFill>
                  <a:srgbClr val="71E0A0"/>
                </a:solidFill>
              </a:defRPr>
            </a:lvl1pPr>
            <a:lvl2pPr>
              <a:defRPr sz="2325" b="1">
                <a:solidFill>
                  <a:srgbClr val="71E0A0"/>
                </a:solidFill>
              </a:defRPr>
            </a:lvl2pPr>
            <a:lvl3pPr>
              <a:defRPr sz="2325" b="1">
                <a:solidFill>
                  <a:srgbClr val="71E0A0"/>
                </a:solidFill>
              </a:defRPr>
            </a:lvl3pPr>
            <a:lvl4pPr>
              <a:defRPr sz="2325" b="1">
                <a:solidFill>
                  <a:srgbClr val="71E0A0"/>
                </a:solidFill>
              </a:defRPr>
            </a:lvl4pPr>
            <a:lvl5pPr>
              <a:defRPr sz="2325" b="1">
                <a:solidFill>
                  <a:srgbClr val="71E0A0"/>
                </a:solidFill>
              </a:defRPr>
            </a:lvl5pPr>
            <a:lvl6pPr>
              <a:defRPr sz="2325" b="1">
                <a:solidFill>
                  <a:srgbClr val="71E0A0"/>
                </a:solidFill>
              </a:defRPr>
            </a:lvl6pPr>
            <a:lvl7pPr>
              <a:defRPr sz="2325" b="1">
                <a:solidFill>
                  <a:srgbClr val="71E0A0"/>
                </a:solidFill>
              </a:defRPr>
            </a:lvl7pPr>
            <a:lvl8pPr>
              <a:defRPr sz="2325" b="1">
                <a:solidFill>
                  <a:srgbClr val="71E0A0"/>
                </a:solidFill>
              </a:defRPr>
            </a:lvl8pPr>
            <a:lvl9pPr>
              <a:defRPr sz="23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71E0A0"/>
                </a:solidFill>
              </a:defRPr>
            </a:pPr>
            <a:r>
              <a:rPr sz="2325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7176CB-EECF-4302-A098-4DA852EE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4029075"/>
            <a:ext cx="12944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ED5C3"/>
                </a:solidFill>
              </a:defRPr>
            </a:defPPr>
            <a:lvl1pPr>
              <a:defRPr sz="1725" b="0">
                <a:solidFill>
                  <a:srgbClr val="BED5C3"/>
                </a:solidFill>
              </a:defRPr>
            </a:lvl1pPr>
            <a:lvl2pPr>
              <a:defRPr sz="1725" b="0">
                <a:solidFill>
                  <a:srgbClr val="BED5C3"/>
                </a:solidFill>
              </a:defRPr>
            </a:lvl2pPr>
            <a:lvl3pPr>
              <a:defRPr sz="1725" b="0">
                <a:solidFill>
                  <a:srgbClr val="BED5C3"/>
                </a:solidFill>
              </a:defRPr>
            </a:lvl3pPr>
            <a:lvl4pPr>
              <a:defRPr sz="1725" b="0">
                <a:solidFill>
                  <a:srgbClr val="BED5C3"/>
                </a:solidFill>
              </a:defRPr>
            </a:lvl4pPr>
            <a:lvl5pPr>
              <a:defRPr sz="1725" b="0">
                <a:solidFill>
                  <a:srgbClr val="BED5C3"/>
                </a:solidFill>
              </a:defRPr>
            </a:lvl5pPr>
            <a:lvl6pPr>
              <a:defRPr sz="1725" b="0">
                <a:solidFill>
                  <a:srgbClr val="BED5C3"/>
                </a:solidFill>
              </a:defRPr>
            </a:lvl6pPr>
            <a:lvl7pPr>
              <a:defRPr sz="1725" b="0">
                <a:solidFill>
                  <a:srgbClr val="BED5C3"/>
                </a:solidFill>
              </a:defRPr>
            </a:lvl7pPr>
            <a:lvl8pPr>
              <a:defRPr sz="1725" b="0">
                <a:solidFill>
                  <a:srgbClr val="BED5C3"/>
                </a:solidFill>
              </a:defRPr>
            </a:lvl8pPr>
            <a:lvl9pPr>
              <a:defRPr sz="17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ED5C3"/>
                </a:solidFill>
              </a:defRPr>
            </a:pPr>
            <a:r>
              <a:rPr sz="1725" b="0">
                <a:solidFill>
                  <a:srgbClr val="BED5C3"/>
                </a:solidFill>
              </a:rPr>
              <a:t>Provide students with visible updates and a protected concern-submission channel.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431FC3-84EC-4D7E-8580-E7460175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4581525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71E0A0"/>
                </a:solidFill>
              </a:defRPr>
            </a:defPPr>
            <a:lvl1pPr>
              <a:defRPr sz="2325" b="1">
                <a:solidFill>
                  <a:srgbClr val="71E0A0"/>
                </a:solidFill>
              </a:defRPr>
            </a:lvl1pPr>
            <a:lvl2pPr>
              <a:defRPr sz="2325" b="1">
                <a:solidFill>
                  <a:srgbClr val="71E0A0"/>
                </a:solidFill>
              </a:defRPr>
            </a:lvl2pPr>
            <a:lvl3pPr>
              <a:defRPr sz="2325" b="1">
                <a:solidFill>
                  <a:srgbClr val="71E0A0"/>
                </a:solidFill>
              </a:defRPr>
            </a:lvl3pPr>
            <a:lvl4pPr>
              <a:defRPr sz="2325" b="1">
                <a:solidFill>
                  <a:srgbClr val="71E0A0"/>
                </a:solidFill>
              </a:defRPr>
            </a:lvl4pPr>
            <a:lvl5pPr>
              <a:defRPr sz="2325" b="1">
                <a:solidFill>
                  <a:srgbClr val="71E0A0"/>
                </a:solidFill>
              </a:defRPr>
            </a:lvl5pPr>
            <a:lvl6pPr>
              <a:defRPr sz="2325" b="1">
                <a:solidFill>
                  <a:srgbClr val="71E0A0"/>
                </a:solidFill>
              </a:defRPr>
            </a:lvl6pPr>
            <a:lvl7pPr>
              <a:defRPr sz="2325" b="1">
                <a:solidFill>
                  <a:srgbClr val="71E0A0"/>
                </a:solidFill>
              </a:defRPr>
            </a:lvl7pPr>
            <a:lvl8pPr>
              <a:defRPr sz="2325" b="1">
                <a:solidFill>
                  <a:srgbClr val="71E0A0"/>
                </a:solidFill>
              </a:defRPr>
            </a:lvl8pPr>
            <a:lvl9pPr>
              <a:defRPr sz="23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71E0A0"/>
                </a:solidFill>
              </a:defRPr>
            </a:pPr>
            <a:r>
              <a:rPr sz="2325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A9DA42-A083-48C5-8EA1-F6DC575F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4581525"/>
            <a:ext cx="12944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ED5C3"/>
                </a:solidFill>
              </a:defRPr>
            </a:defPPr>
            <a:lvl1pPr>
              <a:defRPr sz="1725" b="0">
                <a:solidFill>
                  <a:srgbClr val="BED5C3"/>
                </a:solidFill>
              </a:defRPr>
            </a:lvl1pPr>
            <a:lvl2pPr>
              <a:defRPr sz="1725" b="0">
                <a:solidFill>
                  <a:srgbClr val="BED5C3"/>
                </a:solidFill>
              </a:defRPr>
            </a:lvl2pPr>
            <a:lvl3pPr>
              <a:defRPr sz="1725" b="0">
                <a:solidFill>
                  <a:srgbClr val="BED5C3"/>
                </a:solidFill>
              </a:defRPr>
            </a:lvl3pPr>
            <a:lvl4pPr>
              <a:defRPr sz="1725" b="0">
                <a:solidFill>
                  <a:srgbClr val="BED5C3"/>
                </a:solidFill>
              </a:defRPr>
            </a:lvl4pPr>
            <a:lvl5pPr>
              <a:defRPr sz="1725" b="0">
                <a:solidFill>
                  <a:srgbClr val="BED5C3"/>
                </a:solidFill>
              </a:defRPr>
            </a:lvl5pPr>
            <a:lvl6pPr>
              <a:defRPr sz="1725" b="0">
                <a:solidFill>
                  <a:srgbClr val="BED5C3"/>
                </a:solidFill>
              </a:defRPr>
            </a:lvl6pPr>
            <a:lvl7pPr>
              <a:defRPr sz="1725" b="0">
                <a:solidFill>
                  <a:srgbClr val="BED5C3"/>
                </a:solidFill>
              </a:defRPr>
            </a:lvl7pPr>
            <a:lvl8pPr>
              <a:defRPr sz="1725" b="0">
                <a:solidFill>
                  <a:srgbClr val="BED5C3"/>
                </a:solidFill>
              </a:defRPr>
            </a:lvl8pPr>
            <a:lvl9pPr>
              <a:defRPr sz="17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ED5C3"/>
                </a:solidFill>
              </a:defRPr>
            </a:pPr>
            <a:r>
              <a:rPr sz="1725" b="0">
                <a:solidFill>
                  <a:srgbClr val="BED5C3"/>
                </a:solidFill>
              </a:rPr>
              <a:t>Give administrators oversight without removing organization-level autonomy.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1B3E97-89A0-4E37-BCB4-1B663F0F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0" y="2647950"/>
            <a:ext cx="138303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6175F-7EC7-47D5-83B6-E30F2CBF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0" y="288607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542E06-D91B-4C21-9D32-F31080EB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3300" y="2895600"/>
            <a:ext cx="1253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Sustainable Development Goals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5E7EAA-B551-40D3-B7B2-2070C08C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7975" y="3505200"/>
            <a:ext cx="3905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C51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523ECF-D407-4801-86A5-609B5DFF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7525" y="37242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5DF"/>
                </a:solidFill>
              </a:defRPr>
            </a:defPPr>
            <a:lvl1pPr>
              <a:defRPr sz="1275" b="1">
                <a:solidFill>
                  <a:srgbClr val="F8F5DF"/>
                </a:solidFill>
              </a:defRPr>
            </a:lvl1pPr>
            <a:lvl2pPr>
              <a:defRPr sz="1275" b="1">
                <a:solidFill>
                  <a:srgbClr val="F8F5DF"/>
                </a:solidFill>
              </a:defRPr>
            </a:lvl2pPr>
            <a:lvl3pPr>
              <a:defRPr sz="1275" b="1">
                <a:solidFill>
                  <a:srgbClr val="F8F5DF"/>
                </a:solidFill>
              </a:defRPr>
            </a:lvl3pPr>
            <a:lvl4pPr>
              <a:defRPr sz="1275" b="1">
                <a:solidFill>
                  <a:srgbClr val="F8F5DF"/>
                </a:solidFill>
              </a:defRPr>
            </a:lvl4pPr>
            <a:lvl5pPr>
              <a:defRPr sz="1275" b="1">
                <a:solidFill>
                  <a:srgbClr val="F8F5DF"/>
                </a:solidFill>
              </a:defRPr>
            </a:lvl5pPr>
            <a:lvl6pPr>
              <a:defRPr sz="1275" b="1">
                <a:solidFill>
                  <a:srgbClr val="F8F5DF"/>
                </a:solidFill>
              </a:defRPr>
            </a:lvl6pPr>
            <a:lvl7pPr>
              <a:defRPr sz="1275" b="1">
                <a:solidFill>
                  <a:srgbClr val="F8F5DF"/>
                </a:solidFill>
              </a:defRPr>
            </a:lvl7pPr>
            <a:lvl8pPr>
              <a:defRPr sz="1275" b="1">
                <a:solidFill>
                  <a:srgbClr val="F8F5DF"/>
                </a:solidFill>
              </a:defRPr>
            </a:lvl8pPr>
            <a:lvl9pPr>
              <a:defRPr sz="12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5DF"/>
                </a:solidFill>
              </a:defRPr>
            </a:pPr>
            <a:r>
              <a:rPr sz="1275" b="1">
                <a:solidFill>
                  <a:srgbClr val="F8F5DF"/>
                </a:solidFill>
              </a:rPr>
              <a:t>SDG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45D969-8BD6-4B91-BCD6-938C0DEB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7525" y="3981450"/>
            <a:ext cx="89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8F5DF"/>
                </a:solidFill>
              </a:defRPr>
            </a:defPPr>
            <a:lvl1pPr>
              <a:defRPr sz="3450" b="1">
                <a:solidFill>
                  <a:srgbClr val="F8F5DF"/>
                </a:solidFill>
              </a:defRPr>
            </a:lvl1pPr>
            <a:lvl2pPr>
              <a:defRPr sz="3450" b="1">
                <a:solidFill>
                  <a:srgbClr val="F8F5DF"/>
                </a:solidFill>
              </a:defRPr>
            </a:lvl2pPr>
            <a:lvl3pPr>
              <a:defRPr sz="3450" b="1">
                <a:solidFill>
                  <a:srgbClr val="F8F5DF"/>
                </a:solidFill>
              </a:defRPr>
            </a:lvl3pPr>
            <a:lvl4pPr>
              <a:defRPr sz="3450" b="1">
                <a:solidFill>
                  <a:srgbClr val="F8F5DF"/>
                </a:solidFill>
              </a:defRPr>
            </a:lvl4pPr>
            <a:lvl5pPr>
              <a:defRPr sz="3450" b="1">
                <a:solidFill>
                  <a:srgbClr val="F8F5DF"/>
                </a:solidFill>
              </a:defRPr>
            </a:lvl5pPr>
            <a:lvl6pPr>
              <a:defRPr sz="3450" b="1">
                <a:solidFill>
                  <a:srgbClr val="F8F5DF"/>
                </a:solidFill>
              </a:defRPr>
            </a:lvl6pPr>
            <a:lvl7pPr>
              <a:defRPr sz="3450" b="1">
                <a:solidFill>
                  <a:srgbClr val="F8F5DF"/>
                </a:solidFill>
              </a:defRPr>
            </a:lvl7pPr>
            <a:lvl8pPr>
              <a:defRPr sz="3450" b="1">
                <a:solidFill>
                  <a:srgbClr val="F8F5DF"/>
                </a:solidFill>
              </a:defRPr>
            </a:lvl8pPr>
            <a:lvl9pPr>
              <a:defRPr sz="34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8F5DF"/>
                </a:solidFill>
              </a:defRPr>
            </a:pPr>
            <a:r>
              <a:rPr sz="3450" b="1">
                <a:solidFill>
                  <a:srgbClr val="F8F5D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090E3E-150D-4903-BE07-D2DC66B9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0" y="384810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5DF"/>
                </a:solidFill>
              </a:defRPr>
            </a:defPPr>
            <a:lvl1pPr>
              <a:defRPr sz="1425" b="1">
                <a:solidFill>
                  <a:srgbClr val="F8F5DF"/>
                </a:solidFill>
              </a:defRPr>
            </a:lvl1pPr>
            <a:lvl2pPr>
              <a:defRPr sz="1425" b="1">
                <a:solidFill>
                  <a:srgbClr val="F8F5DF"/>
                </a:solidFill>
              </a:defRPr>
            </a:lvl2pPr>
            <a:lvl3pPr>
              <a:defRPr sz="1425" b="1">
                <a:solidFill>
                  <a:srgbClr val="F8F5DF"/>
                </a:solidFill>
              </a:defRPr>
            </a:lvl3pPr>
            <a:lvl4pPr>
              <a:defRPr sz="1425" b="1">
                <a:solidFill>
                  <a:srgbClr val="F8F5DF"/>
                </a:solidFill>
              </a:defRPr>
            </a:lvl4pPr>
            <a:lvl5pPr>
              <a:defRPr sz="1425" b="1">
                <a:solidFill>
                  <a:srgbClr val="F8F5DF"/>
                </a:solidFill>
              </a:defRPr>
            </a:lvl5pPr>
            <a:lvl6pPr>
              <a:defRPr sz="1425" b="1">
                <a:solidFill>
                  <a:srgbClr val="F8F5DF"/>
                </a:solidFill>
              </a:defRPr>
            </a:lvl6pPr>
            <a:lvl7pPr>
              <a:defRPr sz="1425" b="1">
                <a:solidFill>
                  <a:srgbClr val="F8F5DF"/>
                </a:solidFill>
              </a:defRPr>
            </a:lvl7pPr>
            <a:lvl8pPr>
              <a:defRPr sz="1425" b="1">
                <a:solidFill>
                  <a:srgbClr val="F8F5DF"/>
                </a:solidFill>
              </a:defRPr>
            </a:lvl8pPr>
            <a:lvl9pPr>
              <a:defRPr sz="14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Quality Education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4636AA-172C-4F10-AF89-6A1E4800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7575" y="3505200"/>
            <a:ext cx="3905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D69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28E065-1A1F-46DA-B2A2-E095A809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25" y="37242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5DF"/>
                </a:solidFill>
              </a:defRPr>
            </a:defPPr>
            <a:lvl1pPr>
              <a:defRPr sz="1275" b="1">
                <a:solidFill>
                  <a:srgbClr val="F8F5DF"/>
                </a:solidFill>
              </a:defRPr>
            </a:lvl1pPr>
            <a:lvl2pPr>
              <a:defRPr sz="1275" b="1">
                <a:solidFill>
                  <a:srgbClr val="F8F5DF"/>
                </a:solidFill>
              </a:defRPr>
            </a:lvl2pPr>
            <a:lvl3pPr>
              <a:defRPr sz="1275" b="1">
                <a:solidFill>
                  <a:srgbClr val="F8F5DF"/>
                </a:solidFill>
              </a:defRPr>
            </a:lvl3pPr>
            <a:lvl4pPr>
              <a:defRPr sz="1275" b="1">
                <a:solidFill>
                  <a:srgbClr val="F8F5DF"/>
                </a:solidFill>
              </a:defRPr>
            </a:lvl4pPr>
            <a:lvl5pPr>
              <a:defRPr sz="1275" b="1">
                <a:solidFill>
                  <a:srgbClr val="F8F5DF"/>
                </a:solidFill>
              </a:defRPr>
            </a:lvl5pPr>
            <a:lvl6pPr>
              <a:defRPr sz="1275" b="1">
                <a:solidFill>
                  <a:srgbClr val="F8F5DF"/>
                </a:solidFill>
              </a:defRPr>
            </a:lvl6pPr>
            <a:lvl7pPr>
              <a:defRPr sz="1275" b="1">
                <a:solidFill>
                  <a:srgbClr val="F8F5DF"/>
                </a:solidFill>
              </a:defRPr>
            </a:lvl7pPr>
            <a:lvl8pPr>
              <a:defRPr sz="1275" b="1">
                <a:solidFill>
                  <a:srgbClr val="F8F5DF"/>
                </a:solidFill>
              </a:defRPr>
            </a:lvl8pPr>
            <a:lvl9pPr>
              <a:defRPr sz="12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5DF"/>
                </a:solidFill>
              </a:defRPr>
            </a:pPr>
            <a:r>
              <a:rPr sz="1275" b="1">
                <a:solidFill>
                  <a:srgbClr val="F8F5DF"/>
                </a:solidFill>
              </a:rPr>
              <a:t>SDG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C68E1E-4B01-4E77-8D60-A082423B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25" y="3981450"/>
            <a:ext cx="89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8F5DF"/>
                </a:solidFill>
              </a:defRPr>
            </a:defPPr>
            <a:lvl1pPr>
              <a:defRPr sz="3450" b="1">
                <a:solidFill>
                  <a:srgbClr val="F8F5DF"/>
                </a:solidFill>
              </a:defRPr>
            </a:lvl1pPr>
            <a:lvl2pPr>
              <a:defRPr sz="3450" b="1">
                <a:solidFill>
                  <a:srgbClr val="F8F5DF"/>
                </a:solidFill>
              </a:defRPr>
            </a:lvl2pPr>
            <a:lvl3pPr>
              <a:defRPr sz="3450" b="1">
                <a:solidFill>
                  <a:srgbClr val="F8F5DF"/>
                </a:solidFill>
              </a:defRPr>
            </a:lvl3pPr>
            <a:lvl4pPr>
              <a:defRPr sz="3450" b="1">
                <a:solidFill>
                  <a:srgbClr val="F8F5DF"/>
                </a:solidFill>
              </a:defRPr>
            </a:lvl4pPr>
            <a:lvl5pPr>
              <a:defRPr sz="3450" b="1">
                <a:solidFill>
                  <a:srgbClr val="F8F5DF"/>
                </a:solidFill>
              </a:defRPr>
            </a:lvl5pPr>
            <a:lvl6pPr>
              <a:defRPr sz="3450" b="1">
                <a:solidFill>
                  <a:srgbClr val="F8F5DF"/>
                </a:solidFill>
              </a:defRPr>
            </a:lvl6pPr>
            <a:lvl7pPr>
              <a:defRPr sz="3450" b="1">
                <a:solidFill>
                  <a:srgbClr val="F8F5DF"/>
                </a:solidFill>
              </a:defRPr>
            </a:lvl7pPr>
            <a:lvl8pPr>
              <a:defRPr sz="3450" b="1">
                <a:solidFill>
                  <a:srgbClr val="F8F5DF"/>
                </a:solidFill>
              </a:defRPr>
            </a:lvl8pPr>
            <a:lvl9pPr>
              <a:defRPr sz="34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8F5DF"/>
                </a:solidFill>
              </a:defRPr>
            </a:pPr>
            <a:r>
              <a:rPr sz="3450" b="1">
                <a:solidFill>
                  <a:srgbClr val="F8F5DF"/>
                </a:solidFill>
              </a:rPr>
              <a:t>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B773E4-BAA1-41AB-ABBF-18B45B72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1050" y="384810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5DF"/>
                </a:solidFill>
              </a:defRPr>
            </a:defPPr>
            <a:lvl1pPr>
              <a:defRPr sz="1425" b="1">
                <a:solidFill>
                  <a:srgbClr val="F8F5DF"/>
                </a:solidFill>
              </a:defRPr>
            </a:lvl1pPr>
            <a:lvl2pPr>
              <a:defRPr sz="1425" b="1">
                <a:solidFill>
                  <a:srgbClr val="F8F5DF"/>
                </a:solidFill>
              </a:defRPr>
            </a:lvl2pPr>
            <a:lvl3pPr>
              <a:defRPr sz="1425" b="1">
                <a:solidFill>
                  <a:srgbClr val="F8F5DF"/>
                </a:solidFill>
              </a:defRPr>
            </a:lvl3pPr>
            <a:lvl4pPr>
              <a:defRPr sz="1425" b="1">
                <a:solidFill>
                  <a:srgbClr val="F8F5DF"/>
                </a:solidFill>
              </a:defRPr>
            </a:lvl4pPr>
            <a:lvl5pPr>
              <a:defRPr sz="1425" b="1">
                <a:solidFill>
                  <a:srgbClr val="F8F5DF"/>
                </a:solidFill>
              </a:defRPr>
            </a:lvl5pPr>
            <a:lvl6pPr>
              <a:defRPr sz="1425" b="1">
                <a:solidFill>
                  <a:srgbClr val="F8F5DF"/>
                </a:solidFill>
              </a:defRPr>
            </a:lvl6pPr>
            <a:lvl7pPr>
              <a:defRPr sz="1425" b="1">
                <a:solidFill>
                  <a:srgbClr val="F8F5DF"/>
                </a:solidFill>
              </a:defRPr>
            </a:lvl7pPr>
            <a:lvl8pPr>
              <a:defRPr sz="1425" b="1">
                <a:solidFill>
                  <a:srgbClr val="F8F5DF"/>
                </a:solidFill>
              </a:defRPr>
            </a:lvl8pPr>
            <a:lvl9pPr>
              <a:defRPr sz="14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Industry, Innovation</a:t>
            </a:r>
          </a:p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&amp; Infrastructure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7B0315-C5BB-4039-A01E-56A5349A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7175" y="3505200"/>
            <a:ext cx="3905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068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5DAF29-6FCB-4895-8D63-ACFBBBA3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6725" y="37242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5DF"/>
                </a:solidFill>
              </a:defRPr>
            </a:defPPr>
            <a:lvl1pPr>
              <a:defRPr sz="1275" b="1">
                <a:solidFill>
                  <a:srgbClr val="F8F5DF"/>
                </a:solidFill>
              </a:defRPr>
            </a:lvl1pPr>
            <a:lvl2pPr>
              <a:defRPr sz="1275" b="1">
                <a:solidFill>
                  <a:srgbClr val="F8F5DF"/>
                </a:solidFill>
              </a:defRPr>
            </a:lvl2pPr>
            <a:lvl3pPr>
              <a:defRPr sz="1275" b="1">
                <a:solidFill>
                  <a:srgbClr val="F8F5DF"/>
                </a:solidFill>
              </a:defRPr>
            </a:lvl3pPr>
            <a:lvl4pPr>
              <a:defRPr sz="1275" b="1">
                <a:solidFill>
                  <a:srgbClr val="F8F5DF"/>
                </a:solidFill>
              </a:defRPr>
            </a:lvl4pPr>
            <a:lvl5pPr>
              <a:defRPr sz="1275" b="1">
                <a:solidFill>
                  <a:srgbClr val="F8F5DF"/>
                </a:solidFill>
              </a:defRPr>
            </a:lvl5pPr>
            <a:lvl6pPr>
              <a:defRPr sz="1275" b="1">
                <a:solidFill>
                  <a:srgbClr val="F8F5DF"/>
                </a:solidFill>
              </a:defRPr>
            </a:lvl6pPr>
            <a:lvl7pPr>
              <a:defRPr sz="1275" b="1">
                <a:solidFill>
                  <a:srgbClr val="F8F5DF"/>
                </a:solidFill>
              </a:defRPr>
            </a:lvl7pPr>
            <a:lvl8pPr>
              <a:defRPr sz="1275" b="1">
                <a:solidFill>
                  <a:srgbClr val="F8F5DF"/>
                </a:solidFill>
              </a:defRPr>
            </a:lvl8pPr>
            <a:lvl9pPr>
              <a:defRPr sz="12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5DF"/>
                </a:solidFill>
              </a:defRPr>
            </a:pPr>
            <a:r>
              <a:rPr sz="1275" b="1">
                <a:solidFill>
                  <a:srgbClr val="F8F5DF"/>
                </a:solidFill>
              </a:rPr>
              <a:t>SDG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B9D742-DC48-4D52-9186-B8D1DDE6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6725" y="3981450"/>
            <a:ext cx="89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8F5DF"/>
                </a:solidFill>
              </a:defRPr>
            </a:defPPr>
            <a:lvl1pPr>
              <a:defRPr sz="3450" b="1">
                <a:solidFill>
                  <a:srgbClr val="F8F5DF"/>
                </a:solidFill>
              </a:defRPr>
            </a:lvl1pPr>
            <a:lvl2pPr>
              <a:defRPr sz="3450" b="1">
                <a:solidFill>
                  <a:srgbClr val="F8F5DF"/>
                </a:solidFill>
              </a:defRPr>
            </a:lvl2pPr>
            <a:lvl3pPr>
              <a:defRPr sz="3450" b="1">
                <a:solidFill>
                  <a:srgbClr val="F8F5DF"/>
                </a:solidFill>
              </a:defRPr>
            </a:lvl3pPr>
            <a:lvl4pPr>
              <a:defRPr sz="3450" b="1">
                <a:solidFill>
                  <a:srgbClr val="F8F5DF"/>
                </a:solidFill>
              </a:defRPr>
            </a:lvl4pPr>
            <a:lvl5pPr>
              <a:defRPr sz="3450" b="1">
                <a:solidFill>
                  <a:srgbClr val="F8F5DF"/>
                </a:solidFill>
              </a:defRPr>
            </a:lvl5pPr>
            <a:lvl6pPr>
              <a:defRPr sz="3450" b="1">
                <a:solidFill>
                  <a:srgbClr val="F8F5DF"/>
                </a:solidFill>
              </a:defRPr>
            </a:lvl6pPr>
            <a:lvl7pPr>
              <a:defRPr sz="3450" b="1">
                <a:solidFill>
                  <a:srgbClr val="F8F5DF"/>
                </a:solidFill>
              </a:defRPr>
            </a:lvl7pPr>
            <a:lvl8pPr>
              <a:defRPr sz="3450" b="1">
                <a:solidFill>
                  <a:srgbClr val="F8F5DF"/>
                </a:solidFill>
              </a:defRPr>
            </a:lvl8pPr>
            <a:lvl9pPr>
              <a:defRPr sz="34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8F5DF"/>
                </a:solidFill>
              </a:defRPr>
            </a:pPr>
            <a:r>
              <a:rPr sz="3450" b="1">
                <a:solidFill>
                  <a:srgbClr val="F8F5DF"/>
                </a:solidFill>
              </a:rPr>
              <a:t>16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57F28A-105E-40C2-B221-0A095100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0650" y="384810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5DF"/>
                </a:solidFill>
              </a:defRPr>
            </a:defPPr>
            <a:lvl1pPr>
              <a:defRPr sz="1425" b="1">
                <a:solidFill>
                  <a:srgbClr val="F8F5DF"/>
                </a:solidFill>
              </a:defRPr>
            </a:lvl1pPr>
            <a:lvl2pPr>
              <a:defRPr sz="1425" b="1">
                <a:solidFill>
                  <a:srgbClr val="F8F5DF"/>
                </a:solidFill>
              </a:defRPr>
            </a:lvl2pPr>
            <a:lvl3pPr>
              <a:defRPr sz="1425" b="1">
                <a:solidFill>
                  <a:srgbClr val="F8F5DF"/>
                </a:solidFill>
              </a:defRPr>
            </a:lvl3pPr>
            <a:lvl4pPr>
              <a:defRPr sz="1425" b="1">
                <a:solidFill>
                  <a:srgbClr val="F8F5DF"/>
                </a:solidFill>
              </a:defRPr>
            </a:lvl4pPr>
            <a:lvl5pPr>
              <a:defRPr sz="1425" b="1">
                <a:solidFill>
                  <a:srgbClr val="F8F5DF"/>
                </a:solidFill>
              </a:defRPr>
            </a:lvl5pPr>
            <a:lvl6pPr>
              <a:defRPr sz="1425" b="1">
                <a:solidFill>
                  <a:srgbClr val="F8F5DF"/>
                </a:solidFill>
              </a:defRPr>
            </a:lvl6pPr>
            <a:lvl7pPr>
              <a:defRPr sz="1425" b="1">
                <a:solidFill>
                  <a:srgbClr val="F8F5DF"/>
                </a:solidFill>
              </a:defRPr>
            </a:lvl7pPr>
            <a:lvl8pPr>
              <a:defRPr sz="1425" b="1">
                <a:solidFill>
                  <a:srgbClr val="F8F5DF"/>
                </a:solidFill>
              </a:defRPr>
            </a:lvl8pPr>
            <a:lvl9pPr>
              <a:defRPr sz="14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Peace, Justice &amp;</a:t>
            </a:r>
          </a:p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Strong Institutions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8D97E8-A00A-4C56-9A8A-8E6D0F31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43575"/>
            <a:ext cx="13830300" cy="3514725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435638-399E-4365-AD40-40F25C59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81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0A9FC1-71C7-4017-B539-B874EDEA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91225"/>
            <a:ext cx="1253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Key features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104B74-BA4D-4CD7-916E-8CB9B013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5817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1E0A0"/>
                </a:solidFill>
              </a:defRPr>
            </a:defPPr>
            <a:lvl1pPr>
              <a:defRPr sz="2025" b="1">
                <a:solidFill>
                  <a:srgbClr val="71E0A0"/>
                </a:solidFill>
              </a:defRPr>
            </a:lvl1pPr>
            <a:lvl2pPr>
              <a:defRPr sz="2025" b="1">
                <a:solidFill>
                  <a:srgbClr val="71E0A0"/>
                </a:solidFill>
              </a:defRPr>
            </a:lvl2pPr>
            <a:lvl3pPr>
              <a:defRPr sz="2025" b="1">
                <a:solidFill>
                  <a:srgbClr val="71E0A0"/>
                </a:solidFill>
              </a:defRPr>
            </a:lvl3pPr>
            <a:lvl4pPr>
              <a:defRPr sz="2025" b="1">
                <a:solidFill>
                  <a:srgbClr val="71E0A0"/>
                </a:solidFill>
              </a:defRPr>
            </a:lvl4pPr>
            <a:lvl5pPr>
              <a:defRPr sz="2025" b="1">
                <a:solidFill>
                  <a:srgbClr val="71E0A0"/>
                </a:solidFill>
              </a:defRPr>
            </a:lvl5pPr>
            <a:lvl6pPr>
              <a:defRPr sz="2025" b="1">
                <a:solidFill>
                  <a:srgbClr val="71E0A0"/>
                </a:solidFill>
              </a:defRPr>
            </a:lvl6pPr>
            <a:lvl7pPr>
              <a:defRPr sz="2025" b="1">
                <a:solidFill>
                  <a:srgbClr val="71E0A0"/>
                </a:solidFill>
              </a:defRPr>
            </a:lvl7pPr>
            <a:lvl8pPr>
              <a:defRPr sz="2025" b="1">
                <a:solidFill>
                  <a:srgbClr val="71E0A0"/>
                </a:solidFill>
              </a:defRPr>
            </a:lvl8pPr>
            <a:lvl9pPr>
              <a:defRPr sz="20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1E0A0"/>
                </a:solidFill>
              </a:defRPr>
            </a:pPr>
            <a:r>
              <a:rPr sz="2025" b="1">
                <a:solidFill>
                  <a:srgbClr val="71E0A0"/>
                </a:solidFill>
              </a:rPr>
              <a:t>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3A28EC-AE12-4B39-9558-6EF2F16C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58177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8F5DF"/>
                </a:solidFill>
              </a:defRPr>
            </a:defPPr>
            <a:lvl1pPr>
              <a:defRPr sz="1650" b="1">
                <a:solidFill>
                  <a:srgbClr val="F8F5DF"/>
                </a:solidFill>
              </a:defRPr>
            </a:lvl1pPr>
            <a:lvl2pPr>
              <a:defRPr sz="1650" b="1">
                <a:solidFill>
                  <a:srgbClr val="F8F5DF"/>
                </a:solidFill>
              </a:defRPr>
            </a:lvl2pPr>
            <a:lvl3pPr>
              <a:defRPr sz="1650" b="1">
                <a:solidFill>
                  <a:srgbClr val="F8F5DF"/>
                </a:solidFill>
              </a:defRPr>
            </a:lvl3pPr>
            <a:lvl4pPr>
              <a:defRPr sz="1650" b="1">
                <a:solidFill>
                  <a:srgbClr val="F8F5DF"/>
                </a:solidFill>
              </a:defRPr>
            </a:lvl4pPr>
            <a:lvl5pPr>
              <a:defRPr sz="1650" b="1">
                <a:solidFill>
                  <a:srgbClr val="F8F5DF"/>
                </a:solidFill>
              </a:defRPr>
            </a:lvl5pPr>
            <a:lvl6pPr>
              <a:defRPr sz="1650" b="1">
                <a:solidFill>
                  <a:srgbClr val="F8F5DF"/>
                </a:solidFill>
              </a:defRPr>
            </a:lvl6pPr>
            <a:lvl7pPr>
              <a:defRPr sz="1650" b="1">
                <a:solidFill>
                  <a:srgbClr val="F8F5DF"/>
                </a:solidFill>
              </a:defRPr>
            </a:lvl7pPr>
            <a:lvl8pPr>
              <a:defRPr sz="1650" b="1">
                <a:solidFill>
                  <a:srgbClr val="F8F5DF"/>
                </a:solidFill>
              </a:defRPr>
            </a:lvl8pPr>
            <a:lvl9pPr>
              <a:defRPr sz="16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8F5DF"/>
                </a:solidFill>
              </a:defRPr>
            </a:pPr>
            <a:r>
              <a:rPr sz="1650" b="1">
                <a:solidFill>
                  <a:srgbClr val="F8F5DF"/>
                </a:solidFill>
              </a:rPr>
              <a:t>Task boards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10E1B1-3AF4-452F-92D6-232A2894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8675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ED5C3"/>
                </a:solidFill>
              </a:defRPr>
            </a:defPPr>
            <a:lvl1pPr>
              <a:defRPr sz="1350" b="0">
                <a:solidFill>
                  <a:srgbClr val="BED5C3"/>
                </a:solidFill>
              </a:defRPr>
            </a:lvl1pPr>
            <a:lvl2pPr>
              <a:defRPr sz="1350" b="0">
                <a:solidFill>
                  <a:srgbClr val="BED5C3"/>
                </a:solidFill>
              </a:defRPr>
            </a:lvl2pPr>
            <a:lvl3pPr>
              <a:defRPr sz="1350" b="0">
                <a:solidFill>
                  <a:srgbClr val="BED5C3"/>
                </a:solidFill>
              </a:defRPr>
            </a:lvl3pPr>
            <a:lvl4pPr>
              <a:defRPr sz="1350" b="0">
                <a:solidFill>
                  <a:srgbClr val="BED5C3"/>
                </a:solidFill>
              </a:defRPr>
            </a:lvl4pPr>
            <a:lvl5pPr>
              <a:defRPr sz="1350" b="0">
                <a:solidFill>
                  <a:srgbClr val="BED5C3"/>
                </a:solidFill>
              </a:defRPr>
            </a:lvl5pPr>
            <a:lvl6pPr>
              <a:defRPr sz="1350" b="0">
                <a:solidFill>
                  <a:srgbClr val="BED5C3"/>
                </a:solidFill>
              </a:defRPr>
            </a:lvl6pPr>
            <a:lvl7pPr>
              <a:defRPr sz="1350" b="0">
                <a:solidFill>
                  <a:srgbClr val="BED5C3"/>
                </a:solidFill>
              </a:defRPr>
            </a:lvl7pPr>
            <a:lvl8pPr>
              <a:defRPr sz="1350" b="0">
                <a:solidFill>
                  <a:srgbClr val="BED5C3"/>
                </a:solidFill>
              </a:defRPr>
            </a:lvl8pPr>
            <a:lvl9pPr>
              <a:defRPr sz="13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ED5C3"/>
                </a:solidFill>
              </a:defRPr>
            </a:pPr>
            <a:r>
              <a:rPr sz="1350" b="0">
                <a:solidFill>
                  <a:srgbClr val="BED5C3"/>
                </a:solidFill>
              </a:rPr>
              <a:t>Assign, monitor, and review work.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EF5B5F-04B0-4087-ABA6-CE793FBD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5817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1E0A0"/>
                </a:solidFill>
              </a:defRPr>
            </a:defPPr>
            <a:lvl1pPr>
              <a:defRPr sz="2025" b="1">
                <a:solidFill>
                  <a:srgbClr val="71E0A0"/>
                </a:solidFill>
              </a:defRPr>
            </a:lvl1pPr>
            <a:lvl2pPr>
              <a:defRPr sz="2025" b="1">
                <a:solidFill>
                  <a:srgbClr val="71E0A0"/>
                </a:solidFill>
              </a:defRPr>
            </a:lvl2pPr>
            <a:lvl3pPr>
              <a:defRPr sz="2025" b="1">
                <a:solidFill>
                  <a:srgbClr val="71E0A0"/>
                </a:solidFill>
              </a:defRPr>
            </a:lvl3pPr>
            <a:lvl4pPr>
              <a:defRPr sz="2025" b="1">
                <a:solidFill>
                  <a:srgbClr val="71E0A0"/>
                </a:solidFill>
              </a:defRPr>
            </a:lvl4pPr>
            <a:lvl5pPr>
              <a:defRPr sz="2025" b="1">
                <a:solidFill>
                  <a:srgbClr val="71E0A0"/>
                </a:solidFill>
              </a:defRPr>
            </a:lvl5pPr>
            <a:lvl6pPr>
              <a:defRPr sz="2025" b="1">
                <a:solidFill>
                  <a:srgbClr val="71E0A0"/>
                </a:solidFill>
              </a:defRPr>
            </a:lvl6pPr>
            <a:lvl7pPr>
              <a:defRPr sz="2025" b="1">
                <a:solidFill>
                  <a:srgbClr val="71E0A0"/>
                </a:solidFill>
              </a:defRPr>
            </a:lvl7pPr>
            <a:lvl8pPr>
              <a:defRPr sz="2025" b="1">
                <a:solidFill>
                  <a:srgbClr val="71E0A0"/>
                </a:solidFill>
              </a:defRPr>
            </a:lvl8pPr>
            <a:lvl9pPr>
              <a:defRPr sz="20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1E0A0"/>
                </a:solidFill>
              </a:defRPr>
            </a:pPr>
            <a:r>
              <a:rPr sz="2025" b="1">
                <a:solidFill>
                  <a:srgbClr val="71E0A0"/>
                </a:solidFill>
              </a:rPr>
              <a:t>◷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68C909-2C81-48F9-B959-8634E1CA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658177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8F5DF"/>
                </a:solidFill>
              </a:defRPr>
            </a:defPPr>
            <a:lvl1pPr>
              <a:defRPr sz="1650" b="1">
                <a:solidFill>
                  <a:srgbClr val="F8F5DF"/>
                </a:solidFill>
              </a:defRPr>
            </a:lvl1pPr>
            <a:lvl2pPr>
              <a:defRPr sz="1650" b="1">
                <a:solidFill>
                  <a:srgbClr val="F8F5DF"/>
                </a:solidFill>
              </a:defRPr>
            </a:lvl2pPr>
            <a:lvl3pPr>
              <a:defRPr sz="1650" b="1">
                <a:solidFill>
                  <a:srgbClr val="F8F5DF"/>
                </a:solidFill>
              </a:defRPr>
            </a:lvl3pPr>
            <a:lvl4pPr>
              <a:defRPr sz="1650" b="1">
                <a:solidFill>
                  <a:srgbClr val="F8F5DF"/>
                </a:solidFill>
              </a:defRPr>
            </a:lvl4pPr>
            <a:lvl5pPr>
              <a:defRPr sz="1650" b="1">
                <a:solidFill>
                  <a:srgbClr val="F8F5DF"/>
                </a:solidFill>
              </a:defRPr>
            </a:lvl5pPr>
            <a:lvl6pPr>
              <a:defRPr sz="1650" b="1">
                <a:solidFill>
                  <a:srgbClr val="F8F5DF"/>
                </a:solidFill>
              </a:defRPr>
            </a:lvl6pPr>
            <a:lvl7pPr>
              <a:defRPr sz="1650" b="1">
                <a:solidFill>
                  <a:srgbClr val="F8F5DF"/>
                </a:solidFill>
              </a:defRPr>
            </a:lvl7pPr>
            <a:lvl8pPr>
              <a:defRPr sz="1650" b="1">
                <a:solidFill>
                  <a:srgbClr val="F8F5DF"/>
                </a:solidFill>
              </a:defRPr>
            </a:lvl8pPr>
            <a:lvl9pPr>
              <a:defRPr sz="16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8F5DF"/>
                </a:solidFill>
              </a:defRPr>
            </a:pPr>
            <a:r>
              <a:rPr sz="1650" b="1">
                <a:solidFill>
                  <a:srgbClr val="F8F5DF"/>
                </a:solidFill>
              </a:rPr>
              <a:t>Events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4C083D-F7A4-4F7A-86C7-42C25A78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68675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ED5C3"/>
                </a:solidFill>
              </a:defRPr>
            </a:defPPr>
            <a:lvl1pPr>
              <a:defRPr sz="1350" b="0">
                <a:solidFill>
                  <a:srgbClr val="BED5C3"/>
                </a:solidFill>
              </a:defRPr>
            </a:lvl1pPr>
            <a:lvl2pPr>
              <a:defRPr sz="1350" b="0">
                <a:solidFill>
                  <a:srgbClr val="BED5C3"/>
                </a:solidFill>
              </a:defRPr>
            </a:lvl2pPr>
            <a:lvl3pPr>
              <a:defRPr sz="1350" b="0">
                <a:solidFill>
                  <a:srgbClr val="BED5C3"/>
                </a:solidFill>
              </a:defRPr>
            </a:lvl3pPr>
            <a:lvl4pPr>
              <a:defRPr sz="1350" b="0">
                <a:solidFill>
                  <a:srgbClr val="BED5C3"/>
                </a:solidFill>
              </a:defRPr>
            </a:lvl4pPr>
            <a:lvl5pPr>
              <a:defRPr sz="1350" b="0">
                <a:solidFill>
                  <a:srgbClr val="BED5C3"/>
                </a:solidFill>
              </a:defRPr>
            </a:lvl5pPr>
            <a:lvl6pPr>
              <a:defRPr sz="1350" b="0">
                <a:solidFill>
                  <a:srgbClr val="BED5C3"/>
                </a:solidFill>
              </a:defRPr>
            </a:lvl6pPr>
            <a:lvl7pPr>
              <a:defRPr sz="1350" b="0">
                <a:solidFill>
                  <a:srgbClr val="BED5C3"/>
                </a:solidFill>
              </a:defRPr>
            </a:lvl7pPr>
            <a:lvl8pPr>
              <a:defRPr sz="1350" b="0">
                <a:solidFill>
                  <a:srgbClr val="BED5C3"/>
                </a:solidFill>
              </a:defRPr>
            </a:lvl8pPr>
            <a:lvl9pPr>
              <a:defRPr sz="13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ED5C3"/>
                </a:solidFill>
              </a:defRPr>
            </a:pPr>
            <a:r>
              <a:rPr sz="1350" b="0">
                <a:solidFill>
                  <a:srgbClr val="BED5C3"/>
                </a:solidFill>
              </a:rPr>
              <a:t>Publish events and track joins.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D2CFDD-0320-4555-AA55-0DAA7219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7381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1E0A0"/>
                </a:solidFill>
              </a:defRPr>
            </a:defPPr>
            <a:lvl1pPr>
              <a:defRPr sz="2025" b="1">
                <a:solidFill>
                  <a:srgbClr val="71E0A0"/>
                </a:solidFill>
              </a:defRPr>
            </a:lvl1pPr>
            <a:lvl2pPr>
              <a:defRPr sz="2025" b="1">
                <a:solidFill>
                  <a:srgbClr val="71E0A0"/>
                </a:solidFill>
              </a:defRPr>
            </a:lvl2pPr>
            <a:lvl3pPr>
              <a:defRPr sz="2025" b="1">
                <a:solidFill>
                  <a:srgbClr val="71E0A0"/>
                </a:solidFill>
              </a:defRPr>
            </a:lvl3pPr>
            <a:lvl4pPr>
              <a:defRPr sz="2025" b="1">
                <a:solidFill>
                  <a:srgbClr val="71E0A0"/>
                </a:solidFill>
              </a:defRPr>
            </a:lvl4pPr>
            <a:lvl5pPr>
              <a:defRPr sz="2025" b="1">
                <a:solidFill>
                  <a:srgbClr val="71E0A0"/>
                </a:solidFill>
              </a:defRPr>
            </a:lvl5pPr>
            <a:lvl6pPr>
              <a:defRPr sz="2025" b="1">
                <a:solidFill>
                  <a:srgbClr val="71E0A0"/>
                </a:solidFill>
              </a:defRPr>
            </a:lvl6pPr>
            <a:lvl7pPr>
              <a:defRPr sz="2025" b="1">
                <a:solidFill>
                  <a:srgbClr val="71E0A0"/>
                </a:solidFill>
              </a:defRPr>
            </a:lvl7pPr>
            <a:lvl8pPr>
              <a:defRPr sz="2025" b="1">
                <a:solidFill>
                  <a:srgbClr val="71E0A0"/>
                </a:solidFill>
              </a:defRPr>
            </a:lvl8pPr>
            <a:lvl9pPr>
              <a:defRPr sz="20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1E0A0"/>
                </a:solidFill>
              </a:defRPr>
            </a:pPr>
            <a:r>
              <a:rPr sz="2025" b="1">
                <a:solidFill>
                  <a:srgbClr val="71E0A0"/>
                </a:solidFill>
              </a:rPr>
              <a:t>!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8E321C-B3D9-4FF9-B5C2-594BB68E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738187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8F5DF"/>
                </a:solidFill>
              </a:defRPr>
            </a:defPPr>
            <a:lvl1pPr>
              <a:defRPr sz="1650" b="1">
                <a:solidFill>
                  <a:srgbClr val="F8F5DF"/>
                </a:solidFill>
              </a:defRPr>
            </a:lvl1pPr>
            <a:lvl2pPr>
              <a:defRPr sz="1650" b="1">
                <a:solidFill>
                  <a:srgbClr val="F8F5DF"/>
                </a:solidFill>
              </a:defRPr>
            </a:lvl2pPr>
            <a:lvl3pPr>
              <a:defRPr sz="1650" b="1">
                <a:solidFill>
                  <a:srgbClr val="F8F5DF"/>
                </a:solidFill>
              </a:defRPr>
            </a:lvl3pPr>
            <a:lvl4pPr>
              <a:defRPr sz="1650" b="1">
                <a:solidFill>
                  <a:srgbClr val="F8F5DF"/>
                </a:solidFill>
              </a:defRPr>
            </a:lvl4pPr>
            <a:lvl5pPr>
              <a:defRPr sz="1650" b="1">
                <a:solidFill>
                  <a:srgbClr val="F8F5DF"/>
                </a:solidFill>
              </a:defRPr>
            </a:lvl5pPr>
            <a:lvl6pPr>
              <a:defRPr sz="1650" b="1">
                <a:solidFill>
                  <a:srgbClr val="F8F5DF"/>
                </a:solidFill>
              </a:defRPr>
            </a:lvl6pPr>
            <a:lvl7pPr>
              <a:defRPr sz="1650" b="1">
                <a:solidFill>
                  <a:srgbClr val="F8F5DF"/>
                </a:solidFill>
              </a:defRPr>
            </a:lvl7pPr>
            <a:lvl8pPr>
              <a:defRPr sz="1650" b="1">
                <a:solidFill>
                  <a:srgbClr val="F8F5DF"/>
                </a:solidFill>
              </a:defRPr>
            </a:lvl8pPr>
            <a:lvl9pPr>
              <a:defRPr sz="16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8F5DF"/>
                </a:solidFill>
              </a:defRPr>
            </a:pPr>
            <a:r>
              <a:rPr sz="1650" b="1">
                <a:solidFill>
                  <a:srgbClr val="F8F5DF"/>
                </a:solidFill>
              </a:rPr>
              <a:t>Concerns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5C9E15-FD6E-416B-9FCD-EAFE10D0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76676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ED5C3"/>
                </a:solidFill>
              </a:defRPr>
            </a:defPPr>
            <a:lvl1pPr>
              <a:defRPr sz="1350" b="0">
                <a:solidFill>
                  <a:srgbClr val="BED5C3"/>
                </a:solidFill>
              </a:defRPr>
            </a:lvl1pPr>
            <a:lvl2pPr>
              <a:defRPr sz="1350" b="0">
                <a:solidFill>
                  <a:srgbClr val="BED5C3"/>
                </a:solidFill>
              </a:defRPr>
            </a:lvl2pPr>
            <a:lvl3pPr>
              <a:defRPr sz="1350" b="0">
                <a:solidFill>
                  <a:srgbClr val="BED5C3"/>
                </a:solidFill>
              </a:defRPr>
            </a:lvl3pPr>
            <a:lvl4pPr>
              <a:defRPr sz="1350" b="0">
                <a:solidFill>
                  <a:srgbClr val="BED5C3"/>
                </a:solidFill>
              </a:defRPr>
            </a:lvl4pPr>
            <a:lvl5pPr>
              <a:defRPr sz="1350" b="0">
                <a:solidFill>
                  <a:srgbClr val="BED5C3"/>
                </a:solidFill>
              </a:defRPr>
            </a:lvl5pPr>
            <a:lvl6pPr>
              <a:defRPr sz="1350" b="0">
                <a:solidFill>
                  <a:srgbClr val="BED5C3"/>
                </a:solidFill>
              </a:defRPr>
            </a:lvl6pPr>
            <a:lvl7pPr>
              <a:defRPr sz="1350" b="0">
                <a:solidFill>
                  <a:srgbClr val="BED5C3"/>
                </a:solidFill>
              </a:defRPr>
            </a:lvl7pPr>
            <a:lvl8pPr>
              <a:defRPr sz="1350" b="0">
                <a:solidFill>
                  <a:srgbClr val="BED5C3"/>
                </a:solidFill>
              </a:defRPr>
            </a:lvl8pPr>
            <a:lvl9pPr>
              <a:defRPr sz="13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ED5C3"/>
                </a:solidFill>
              </a:defRPr>
            </a:pPr>
            <a:r>
              <a:rPr sz="1350" b="0">
                <a:solidFill>
                  <a:srgbClr val="BED5C3"/>
                </a:solidFill>
              </a:rPr>
              <a:t>Receive and resolve student issues.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DDFCF8-599F-4BC3-BA86-FE7191F1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7381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1E0A0"/>
                </a:solidFill>
              </a:defRPr>
            </a:defPPr>
            <a:lvl1pPr>
              <a:defRPr sz="2025" b="1">
                <a:solidFill>
                  <a:srgbClr val="71E0A0"/>
                </a:solidFill>
              </a:defRPr>
            </a:lvl1pPr>
            <a:lvl2pPr>
              <a:defRPr sz="2025" b="1">
                <a:solidFill>
                  <a:srgbClr val="71E0A0"/>
                </a:solidFill>
              </a:defRPr>
            </a:lvl2pPr>
            <a:lvl3pPr>
              <a:defRPr sz="2025" b="1">
                <a:solidFill>
                  <a:srgbClr val="71E0A0"/>
                </a:solidFill>
              </a:defRPr>
            </a:lvl3pPr>
            <a:lvl4pPr>
              <a:defRPr sz="2025" b="1">
                <a:solidFill>
                  <a:srgbClr val="71E0A0"/>
                </a:solidFill>
              </a:defRPr>
            </a:lvl4pPr>
            <a:lvl5pPr>
              <a:defRPr sz="2025" b="1">
                <a:solidFill>
                  <a:srgbClr val="71E0A0"/>
                </a:solidFill>
              </a:defRPr>
            </a:lvl5pPr>
            <a:lvl6pPr>
              <a:defRPr sz="2025" b="1">
                <a:solidFill>
                  <a:srgbClr val="71E0A0"/>
                </a:solidFill>
              </a:defRPr>
            </a:lvl6pPr>
            <a:lvl7pPr>
              <a:defRPr sz="2025" b="1">
                <a:solidFill>
                  <a:srgbClr val="71E0A0"/>
                </a:solidFill>
              </a:defRPr>
            </a:lvl7pPr>
            <a:lvl8pPr>
              <a:defRPr sz="2025" b="1">
                <a:solidFill>
                  <a:srgbClr val="71E0A0"/>
                </a:solidFill>
              </a:defRPr>
            </a:lvl8pPr>
            <a:lvl9pPr>
              <a:defRPr sz="20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1E0A0"/>
                </a:solidFill>
              </a:defRPr>
            </a:pPr>
            <a:r>
              <a:rPr sz="2025" b="1">
                <a:solidFill>
                  <a:srgbClr val="71E0A0"/>
                </a:solidFill>
              </a:rPr>
              <a:t>◉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D91358-2026-4367-9033-74409E39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738187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8F5DF"/>
                </a:solidFill>
              </a:defRPr>
            </a:defPPr>
            <a:lvl1pPr>
              <a:defRPr sz="1650" b="1">
                <a:solidFill>
                  <a:srgbClr val="F8F5DF"/>
                </a:solidFill>
              </a:defRPr>
            </a:lvl1pPr>
            <a:lvl2pPr>
              <a:defRPr sz="1650" b="1">
                <a:solidFill>
                  <a:srgbClr val="F8F5DF"/>
                </a:solidFill>
              </a:defRPr>
            </a:lvl2pPr>
            <a:lvl3pPr>
              <a:defRPr sz="1650" b="1">
                <a:solidFill>
                  <a:srgbClr val="F8F5DF"/>
                </a:solidFill>
              </a:defRPr>
            </a:lvl3pPr>
            <a:lvl4pPr>
              <a:defRPr sz="1650" b="1">
                <a:solidFill>
                  <a:srgbClr val="F8F5DF"/>
                </a:solidFill>
              </a:defRPr>
            </a:lvl4pPr>
            <a:lvl5pPr>
              <a:defRPr sz="1650" b="1">
                <a:solidFill>
                  <a:srgbClr val="F8F5DF"/>
                </a:solidFill>
              </a:defRPr>
            </a:lvl5pPr>
            <a:lvl6pPr>
              <a:defRPr sz="1650" b="1">
                <a:solidFill>
                  <a:srgbClr val="F8F5DF"/>
                </a:solidFill>
              </a:defRPr>
            </a:lvl6pPr>
            <a:lvl7pPr>
              <a:defRPr sz="1650" b="1">
                <a:solidFill>
                  <a:srgbClr val="F8F5DF"/>
                </a:solidFill>
              </a:defRPr>
            </a:lvl7pPr>
            <a:lvl8pPr>
              <a:defRPr sz="1650" b="1">
                <a:solidFill>
                  <a:srgbClr val="F8F5DF"/>
                </a:solidFill>
              </a:defRPr>
            </a:lvl8pPr>
            <a:lvl9pPr>
              <a:defRPr sz="16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8F5DF"/>
                </a:solidFill>
              </a:defRPr>
            </a:pPr>
            <a:r>
              <a:rPr sz="1650" b="1">
                <a:solidFill>
                  <a:srgbClr val="F8F5DF"/>
                </a:solidFill>
              </a:rPr>
              <a:t>Voting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3CE960-D2BB-4ADA-B60F-56173646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76676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ED5C3"/>
                </a:solidFill>
              </a:defRPr>
            </a:defPPr>
            <a:lvl1pPr>
              <a:defRPr sz="1350" b="0">
                <a:solidFill>
                  <a:srgbClr val="BED5C3"/>
                </a:solidFill>
              </a:defRPr>
            </a:lvl1pPr>
            <a:lvl2pPr>
              <a:defRPr sz="1350" b="0">
                <a:solidFill>
                  <a:srgbClr val="BED5C3"/>
                </a:solidFill>
              </a:defRPr>
            </a:lvl2pPr>
            <a:lvl3pPr>
              <a:defRPr sz="1350" b="0">
                <a:solidFill>
                  <a:srgbClr val="BED5C3"/>
                </a:solidFill>
              </a:defRPr>
            </a:lvl3pPr>
            <a:lvl4pPr>
              <a:defRPr sz="1350" b="0">
                <a:solidFill>
                  <a:srgbClr val="BED5C3"/>
                </a:solidFill>
              </a:defRPr>
            </a:lvl4pPr>
            <a:lvl5pPr>
              <a:defRPr sz="1350" b="0">
                <a:solidFill>
                  <a:srgbClr val="BED5C3"/>
                </a:solidFill>
              </a:defRPr>
            </a:lvl5pPr>
            <a:lvl6pPr>
              <a:defRPr sz="1350" b="0">
                <a:solidFill>
                  <a:srgbClr val="BED5C3"/>
                </a:solidFill>
              </a:defRPr>
            </a:lvl6pPr>
            <a:lvl7pPr>
              <a:defRPr sz="1350" b="0">
                <a:solidFill>
                  <a:srgbClr val="BED5C3"/>
                </a:solidFill>
              </a:defRPr>
            </a:lvl7pPr>
            <a:lvl8pPr>
              <a:defRPr sz="1350" b="0">
                <a:solidFill>
                  <a:srgbClr val="BED5C3"/>
                </a:solidFill>
              </a:defRPr>
            </a:lvl8pPr>
            <a:lvl9pPr>
              <a:defRPr sz="13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ED5C3"/>
                </a:solidFill>
              </a:defRPr>
            </a:pPr>
            <a:r>
              <a:rPr sz="1350" b="0">
                <a:solidFill>
                  <a:srgbClr val="BED5C3"/>
                </a:solidFill>
              </a:rPr>
              <a:t>Run organized student decisions.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B05E74-9BF0-4BE0-9AC3-EB3C9396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8181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1E0A0"/>
                </a:solidFill>
              </a:defRPr>
            </a:defPPr>
            <a:lvl1pPr>
              <a:defRPr sz="2025" b="1">
                <a:solidFill>
                  <a:srgbClr val="71E0A0"/>
                </a:solidFill>
              </a:defRPr>
            </a:lvl1pPr>
            <a:lvl2pPr>
              <a:defRPr sz="2025" b="1">
                <a:solidFill>
                  <a:srgbClr val="71E0A0"/>
                </a:solidFill>
              </a:defRPr>
            </a:lvl2pPr>
            <a:lvl3pPr>
              <a:defRPr sz="2025" b="1">
                <a:solidFill>
                  <a:srgbClr val="71E0A0"/>
                </a:solidFill>
              </a:defRPr>
            </a:lvl3pPr>
            <a:lvl4pPr>
              <a:defRPr sz="2025" b="1">
                <a:solidFill>
                  <a:srgbClr val="71E0A0"/>
                </a:solidFill>
              </a:defRPr>
            </a:lvl4pPr>
            <a:lvl5pPr>
              <a:defRPr sz="2025" b="1">
                <a:solidFill>
                  <a:srgbClr val="71E0A0"/>
                </a:solidFill>
              </a:defRPr>
            </a:lvl5pPr>
            <a:lvl6pPr>
              <a:defRPr sz="2025" b="1">
                <a:solidFill>
                  <a:srgbClr val="71E0A0"/>
                </a:solidFill>
              </a:defRPr>
            </a:lvl6pPr>
            <a:lvl7pPr>
              <a:defRPr sz="2025" b="1">
                <a:solidFill>
                  <a:srgbClr val="71E0A0"/>
                </a:solidFill>
              </a:defRPr>
            </a:lvl7pPr>
            <a:lvl8pPr>
              <a:defRPr sz="2025" b="1">
                <a:solidFill>
                  <a:srgbClr val="71E0A0"/>
                </a:solidFill>
              </a:defRPr>
            </a:lvl8pPr>
            <a:lvl9pPr>
              <a:defRPr sz="20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1E0A0"/>
                </a:solidFill>
              </a:defRPr>
            </a:pPr>
            <a:r>
              <a:rPr sz="2025" b="1">
                <a:solidFill>
                  <a:srgbClr val="71E0A0"/>
                </a:solidFill>
              </a:rPr>
              <a:t>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F968E2-054E-45CA-A58E-E7B13B37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818197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8F5DF"/>
                </a:solidFill>
              </a:defRPr>
            </a:defPPr>
            <a:lvl1pPr>
              <a:defRPr sz="1650" b="1">
                <a:solidFill>
                  <a:srgbClr val="F8F5DF"/>
                </a:solidFill>
              </a:defRPr>
            </a:lvl1pPr>
            <a:lvl2pPr>
              <a:defRPr sz="1650" b="1">
                <a:solidFill>
                  <a:srgbClr val="F8F5DF"/>
                </a:solidFill>
              </a:defRPr>
            </a:lvl2pPr>
            <a:lvl3pPr>
              <a:defRPr sz="1650" b="1">
                <a:solidFill>
                  <a:srgbClr val="F8F5DF"/>
                </a:solidFill>
              </a:defRPr>
            </a:lvl3pPr>
            <a:lvl4pPr>
              <a:defRPr sz="1650" b="1">
                <a:solidFill>
                  <a:srgbClr val="F8F5DF"/>
                </a:solidFill>
              </a:defRPr>
            </a:lvl4pPr>
            <a:lvl5pPr>
              <a:defRPr sz="1650" b="1">
                <a:solidFill>
                  <a:srgbClr val="F8F5DF"/>
                </a:solidFill>
              </a:defRPr>
            </a:lvl5pPr>
            <a:lvl6pPr>
              <a:defRPr sz="1650" b="1">
                <a:solidFill>
                  <a:srgbClr val="F8F5DF"/>
                </a:solidFill>
              </a:defRPr>
            </a:lvl6pPr>
            <a:lvl7pPr>
              <a:defRPr sz="1650" b="1">
                <a:solidFill>
                  <a:srgbClr val="F8F5DF"/>
                </a:solidFill>
              </a:defRPr>
            </a:lvl7pPr>
            <a:lvl8pPr>
              <a:defRPr sz="1650" b="1">
                <a:solidFill>
                  <a:srgbClr val="F8F5DF"/>
                </a:solidFill>
              </a:defRPr>
            </a:lvl8pPr>
            <a:lvl9pPr>
              <a:defRPr sz="16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8F5DF"/>
                </a:solidFill>
              </a:defRPr>
            </a:pPr>
            <a:r>
              <a:rPr sz="1650" b="1">
                <a:solidFill>
                  <a:srgbClr val="F8F5DF"/>
                </a:solidFill>
              </a:rPr>
              <a:t>Budget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DC91C6-B651-44FD-B609-8232A96E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84677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ED5C3"/>
                </a:solidFill>
              </a:defRPr>
            </a:defPPr>
            <a:lvl1pPr>
              <a:defRPr sz="1350" b="0">
                <a:solidFill>
                  <a:srgbClr val="BED5C3"/>
                </a:solidFill>
              </a:defRPr>
            </a:lvl1pPr>
            <a:lvl2pPr>
              <a:defRPr sz="1350" b="0">
                <a:solidFill>
                  <a:srgbClr val="BED5C3"/>
                </a:solidFill>
              </a:defRPr>
            </a:lvl2pPr>
            <a:lvl3pPr>
              <a:defRPr sz="1350" b="0">
                <a:solidFill>
                  <a:srgbClr val="BED5C3"/>
                </a:solidFill>
              </a:defRPr>
            </a:lvl3pPr>
            <a:lvl4pPr>
              <a:defRPr sz="1350" b="0">
                <a:solidFill>
                  <a:srgbClr val="BED5C3"/>
                </a:solidFill>
              </a:defRPr>
            </a:lvl4pPr>
            <a:lvl5pPr>
              <a:defRPr sz="1350" b="0">
                <a:solidFill>
                  <a:srgbClr val="BED5C3"/>
                </a:solidFill>
              </a:defRPr>
            </a:lvl5pPr>
            <a:lvl6pPr>
              <a:defRPr sz="1350" b="0">
                <a:solidFill>
                  <a:srgbClr val="BED5C3"/>
                </a:solidFill>
              </a:defRPr>
            </a:lvl6pPr>
            <a:lvl7pPr>
              <a:defRPr sz="1350" b="0">
                <a:solidFill>
                  <a:srgbClr val="BED5C3"/>
                </a:solidFill>
              </a:defRPr>
            </a:lvl7pPr>
            <a:lvl8pPr>
              <a:defRPr sz="1350" b="0">
                <a:solidFill>
                  <a:srgbClr val="BED5C3"/>
                </a:solidFill>
              </a:defRPr>
            </a:lvl8pPr>
            <a:lvl9pPr>
              <a:defRPr sz="13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ED5C3"/>
                </a:solidFill>
              </a:defRPr>
            </a:pPr>
            <a:r>
              <a:rPr sz="1350" b="0">
                <a:solidFill>
                  <a:srgbClr val="BED5C3"/>
                </a:solidFill>
              </a:rPr>
              <a:t>Track allocations and balances.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C4DA41-385B-4570-9D60-FD05EECC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8181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1E0A0"/>
                </a:solidFill>
              </a:defRPr>
            </a:defPPr>
            <a:lvl1pPr>
              <a:defRPr sz="2025" b="1">
                <a:solidFill>
                  <a:srgbClr val="71E0A0"/>
                </a:solidFill>
              </a:defRPr>
            </a:lvl1pPr>
            <a:lvl2pPr>
              <a:defRPr sz="2025" b="1">
                <a:solidFill>
                  <a:srgbClr val="71E0A0"/>
                </a:solidFill>
              </a:defRPr>
            </a:lvl2pPr>
            <a:lvl3pPr>
              <a:defRPr sz="2025" b="1">
                <a:solidFill>
                  <a:srgbClr val="71E0A0"/>
                </a:solidFill>
              </a:defRPr>
            </a:lvl3pPr>
            <a:lvl4pPr>
              <a:defRPr sz="2025" b="1">
                <a:solidFill>
                  <a:srgbClr val="71E0A0"/>
                </a:solidFill>
              </a:defRPr>
            </a:lvl4pPr>
            <a:lvl5pPr>
              <a:defRPr sz="2025" b="1">
                <a:solidFill>
                  <a:srgbClr val="71E0A0"/>
                </a:solidFill>
              </a:defRPr>
            </a:lvl5pPr>
            <a:lvl6pPr>
              <a:defRPr sz="2025" b="1">
                <a:solidFill>
                  <a:srgbClr val="71E0A0"/>
                </a:solidFill>
              </a:defRPr>
            </a:lvl6pPr>
            <a:lvl7pPr>
              <a:defRPr sz="2025" b="1">
                <a:solidFill>
                  <a:srgbClr val="71E0A0"/>
                </a:solidFill>
              </a:defRPr>
            </a:lvl7pPr>
            <a:lvl8pPr>
              <a:defRPr sz="2025" b="1">
                <a:solidFill>
                  <a:srgbClr val="71E0A0"/>
                </a:solidFill>
              </a:defRPr>
            </a:lvl8pPr>
            <a:lvl9pPr>
              <a:defRPr sz="20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1E0A0"/>
                </a:solidFill>
              </a:defRPr>
            </a:pPr>
            <a:r>
              <a:rPr sz="2025" b="1">
                <a:solidFill>
                  <a:srgbClr val="71E0A0"/>
                </a:solidFill>
              </a:rPr>
              <a:t>▤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03B6E3-2D94-4477-B1B4-FBBCD44D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818197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8F5DF"/>
                </a:solidFill>
              </a:defRPr>
            </a:defPPr>
            <a:lvl1pPr>
              <a:defRPr sz="1650" b="1">
                <a:solidFill>
                  <a:srgbClr val="F8F5DF"/>
                </a:solidFill>
              </a:defRPr>
            </a:lvl1pPr>
            <a:lvl2pPr>
              <a:defRPr sz="1650" b="1">
                <a:solidFill>
                  <a:srgbClr val="F8F5DF"/>
                </a:solidFill>
              </a:defRPr>
            </a:lvl2pPr>
            <a:lvl3pPr>
              <a:defRPr sz="1650" b="1">
                <a:solidFill>
                  <a:srgbClr val="F8F5DF"/>
                </a:solidFill>
              </a:defRPr>
            </a:lvl3pPr>
            <a:lvl4pPr>
              <a:defRPr sz="1650" b="1">
                <a:solidFill>
                  <a:srgbClr val="F8F5DF"/>
                </a:solidFill>
              </a:defRPr>
            </a:lvl4pPr>
            <a:lvl5pPr>
              <a:defRPr sz="1650" b="1">
                <a:solidFill>
                  <a:srgbClr val="F8F5DF"/>
                </a:solidFill>
              </a:defRPr>
            </a:lvl5pPr>
            <a:lvl6pPr>
              <a:defRPr sz="1650" b="1">
                <a:solidFill>
                  <a:srgbClr val="F8F5DF"/>
                </a:solidFill>
              </a:defRPr>
            </a:lvl6pPr>
            <a:lvl7pPr>
              <a:defRPr sz="1650" b="1">
                <a:solidFill>
                  <a:srgbClr val="F8F5DF"/>
                </a:solidFill>
              </a:defRPr>
            </a:lvl7pPr>
            <a:lvl8pPr>
              <a:defRPr sz="1650" b="1">
                <a:solidFill>
                  <a:srgbClr val="F8F5DF"/>
                </a:solidFill>
              </a:defRPr>
            </a:lvl8pPr>
            <a:lvl9pPr>
              <a:defRPr sz="16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8F5DF"/>
                </a:solidFill>
              </a:defRPr>
            </a:pPr>
            <a:r>
              <a:rPr sz="1650" b="1">
                <a:solidFill>
                  <a:srgbClr val="F8F5DF"/>
                </a:solidFill>
              </a:rPr>
              <a:t>Documents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678E97-B65C-4DEB-9661-E03CB0C0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84677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ED5C3"/>
                </a:solidFill>
              </a:defRPr>
            </a:defPPr>
            <a:lvl1pPr>
              <a:defRPr sz="1350" b="0">
                <a:solidFill>
                  <a:srgbClr val="BED5C3"/>
                </a:solidFill>
              </a:defRPr>
            </a:lvl1pPr>
            <a:lvl2pPr>
              <a:defRPr sz="1350" b="0">
                <a:solidFill>
                  <a:srgbClr val="BED5C3"/>
                </a:solidFill>
              </a:defRPr>
            </a:lvl2pPr>
            <a:lvl3pPr>
              <a:defRPr sz="1350" b="0">
                <a:solidFill>
                  <a:srgbClr val="BED5C3"/>
                </a:solidFill>
              </a:defRPr>
            </a:lvl3pPr>
            <a:lvl4pPr>
              <a:defRPr sz="1350" b="0">
                <a:solidFill>
                  <a:srgbClr val="BED5C3"/>
                </a:solidFill>
              </a:defRPr>
            </a:lvl4pPr>
            <a:lvl5pPr>
              <a:defRPr sz="1350" b="0">
                <a:solidFill>
                  <a:srgbClr val="BED5C3"/>
                </a:solidFill>
              </a:defRPr>
            </a:lvl5pPr>
            <a:lvl6pPr>
              <a:defRPr sz="1350" b="0">
                <a:solidFill>
                  <a:srgbClr val="BED5C3"/>
                </a:solidFill>
              </a:defRPr>
            </a:lvl6pPr>
            <a:lvl7pPr>
              <a:defRPr sz="1350" b="0">
                <a:solidFill>
                  <a:srgbClr val="BED5C3"/>
                </a:solidFill>
              </a:defRPr>
            </a:lvl7pPr>
            <a:lvl8pPr>
              <a:defRPr sz="1350" b="0">
                <a:solidFill>
                  <a:srgbClr val="BED5C3"/>
                </a:solidFill>
              </a:defRPr>
            </a:lvl8pPr>
            <a:lvl9pPr>
              <a:defRPr sz="13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ED5C3"/>
                </a:solidFill>
              </a:defRPr>
            </a:pPr>
            <a:r>
              <a:rPr sz="1350" b="0">
                <a:solidFill>
                  <a:srgbClr val="BED5C3"/>
                </a:solidFill>
              </a:rPr>
              <a:t>Keep council files accessible.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D13AB9-BDFB-4569-825B-C6C41AD7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5743575"/>
            <a:ext cx="13830300" cy="3514725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5E4DC4-BAD5-4322-B4AF-C183AF12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5981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05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90B3DCA-2E20-42B3-B3D3-B3A667DF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5991225"/>
            <a:ext cx="1253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System architecture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FCB3BA-0C3E-48CE-9A8A-0F770B56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655320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4EF6468-B962-4351-830B-FB60E1DC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66579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8F5DF"/>
                </a:solidFill>
              </a:defRPr>
            </a:defPPr>
            <a:lvl1pPr>
              <a:defRPr sz="1350" b="1">
                <a:solidFill>
                  <a:srgbClr val="F8F5DF"/>
                </a:solidFill>
              </a:defRPr>
            </a:lvl1pPr>
            <a:lvl2pPr>
              <a:defRPr sz="1350" b="1">
                <a:solidFill>
                  <a:srgbClr val="F8F5DF"/>
                </a:solidFill>
              </a:defRPr>
            </a:lvl2pPr>
            <a:lvl3pPr>
              <a:defRPr sz="1350" b="1">
                <a:solidFill>
                  <a:srgbClr val="F8F5DF"/>
                </a:solidFill>
              </a:defRPr>
            </a:lvl3pPr>
            <a:lvl4pPr>
              <a:defRPr sz="1350" b="1">
                <a:solidFill>
                  <a:srgbClr val="F8F5DF"/>
                </a:solidFill>
              </a:defRPr>
            </a:lvl4pPr>
            <a:lvl5pPr>
              <a:defRPr sz="1350" b="1">
                <a:solidFill>
                  <a:srgbClr val="F8F5DF"/>
                </a:solidFill>
              </a:defRPr>
            </a:lvl5pPr>
            <a:lvl6pPr>
              <a:defRPr sz="1350" b="1">
                <a:solidFill>
                  <a:srgbClr val="F8F5DF"/>
                </a:solidFill>
              </a:defRPr>
            </a:lvl6pPr>
            <a:lvl7pPr>
              <a:defRPr sz="1350" b="1">
                <a:solidFill>
                  <a:srgbClr val="F8F5DF"/>
                </a:solidFill>
              </a:defRPr>
            </a:lvl7pPr>
            <a:lvl8pPr>
              <a:defRPr sz="1350" b="1">
                <a:solidFill>
                  <a:srgbClr val="F8F5DF"/>
                </a:solidFill>
              </a:defRPr>
            </a:lvl8pPr>
            <a:lvl9pPr>
              <a:defRPr sz="13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8F5DF"/>
                </a:solidFill>
              </a:defRPr>
            </a:pPr>
            <a:r>
              <a:rPr sz="1350" b="1">
                <a:solidFill>
                  <a:srgbClr val="F8F5DF"/>
                </a:solidFill>
              </a:rPr>
              <a:t>Users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B2855D4-3690-4909-ADDE-059AB53A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0" y="6648450"/>
            <a:ext cx="1004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ED5C3"/>
                </a:solidFill>
              </a:defRPr>
            </a:defPPr>
            <a:lvl1pPr>
              <a:defRPr sz="1575" b="0">
                <a:solidFill>
                  <a:srgbClr val="BED5C3"/>
                </a:solidFill>
              </a:defRPr>
            </a:lvl1pPr>
            <a:lvl2pPr>
              <a:defRPr sz="1575" b="0">
                <a:solidFill>
                  <a:srgbClr val="BED5C3"/>
                </a:solidFill>
              </a:defRPr>
            </a:lvl2pPr>
            <a:lvl3pPr>
              <a:defRPr sz="1575" b="0">
                <a:solidFill>
                  <a:srgbClr val="BED5C3"/>
                </a:solidFill>
              </a:defRPr>
            </a:lvl3pPr>
            <a:lvl4pPr>
              <a:defRPr sz="1575" b="0">
                <a:solidFill>
                  <a:srgbClr val="BED5C3"/>
                </a:solidFill>
              </a:defRPr>
            </a:lvl4pPr>
            <a:lvl5pPr>
              <a:defRPr sz="1575" b="0">
                <a:solidFill>
                  <a:srgbClr val="BED5C3"/>
                </a:solidFill>
              </a:defRPr>
            </a:lvl5pPr>
            <a:lvl6pPr>
              <a:defRPr sz="1575" b="0">
                <a:solidFill>
                  <a:srgbClr val="BED5C3"/>
                </a:solidFill>
              </a:defRPr>
            </a:lvl6pPr>
            <a:lvl7pPr>
              <a:defRPr sz="1575" b="0">
                <a:solidFill>
                  <a:srgbClr val="BED5C3"/>
                </a:solidFill>
              </a:defRPr>
            </a:lvl7pPr>
            <a:lvl8pPr>
              <a:defRPr sz="1575" b="0">
                <a:solidFill>
                  <a:srgbClr val="BED5C3"/>
                </a:solidFill>
              </a:defRPr>
            </a:lvl8pPr>
            <a:lvl9pPr>
              <a:defRPr sz="157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ED5C3"/>
                </a:solidFill>
              </a:defRPr>
            </a:pPr>
            <a:r>
              <a:rPr sz="1575" b="0">
                <a:solidFill>
                  <a:srgbClr val="BED5C3"/>
                </a:solidFill>
              </a:rPr>
              <a:t>Students  •  Officers  •  OSA/Admin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7DF2F82-13BF-4FC1-A15F-FBC85EFC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1575" y="69627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1E0A0"/>
                </a:solidFill>
              </a:defRPr>
            </a:defPPr>
            <a:lvl1pPr>
              <a:defRPr sz="1500" b="1">
                <a:solidFill>
                  <a:srgbClr val="71E0A0"/>
                </a:solidFill>
              </a:defRPr>
            </a:lvl1pPr>
            <a:lvl2pPr>
              <a:defRPr sz="1500" b="1">
                <a:solidFill>
                  <a:srgbClr val="71E0A0"/>
                </a:solidFill>
              </a:defRPr>
            </a:lvl2pPr>
            <a:lvl3pPr>
              <a:defRPr sz="1500" b="1">
                <a:solidFill>
                  <a:srgbClr val="71E0A0"/>
                </a:solidFill>
              </a:defRPr>
            </a:lvl3pPr>
            <a:lvl4pPr>
              <a:defRPr sz="1500" b="1">
                <a:solidFill>
                  <a:srgbClr val="71E0A0"/>
                </a:solidFill>
              </a:defRPr>
            </a:lvl4pPr>
            <a:lvl5pPr>
              <a:defRPr sz="1500" b="1">
                <a:solidFill>
                  <a:srgbClr val="71E0A0"/>
                </a:solidFill>
              </a:defRPr>
            </a:lvl5pPr>
            <a:lvl6pPr>
              <a:defRPr sz="1500" b="1">
                <a:solidFill>
                  <a:srgbClr val="71E0A0"/>
                </a:solidFill>
              </a:defRPr>
            </a:lvl6pPr>
            <a:lvl7pPr>
              <a:defRPr sz="1500" b="1">
                <a:solidFill>
                  <a:srgbClr val="71E0A0"/>
                </a:solidFill>
              </a:defRPr>
            </a:lvl7pPr>
            <a:lvl8pPr>
              <a:defRPr sz="1500" b="1">
                <a:solidFill>
                  <a:srgbClr val="71E0A0"/>
                </a:solidFill>
              </a:defRPr>
            </a:lvl8pPr>
            <a:lvl9pPr>
              <a:defRPr sz="15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1E0A0"/>
                </a:solidFill>
              </a:defRPr>
            </a:pPr>
            <a:r>
              <a:rPr sz="1500" b="1">
                <a:solidFill>
                  <a:srgbClr val="71E0A0"/>
                </a:solidFill>
              </a:rPr>
              <a:t>↓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A8F319-D649-4704-9D86-74922112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716280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FE1B714-3277-4856-91D0-363D1948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72675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8F5DF"/>
                </a:solidFill>
              </a:defRPr>
            </a:defPPr>
            <a:lvl1pPr>
              <a:defRPr sz="1350" b="1">
                <a:solidFill>
                  <a:srgbClr val="F8F5DF"/>
                </a:solidFill>
              </a:defRPr>
            </a:lvl1pPr>
            <a:lvl2pPr>
              <a:defRPr sz="1350" b="1">
                <a:solidFill>
                  <a:srgbClr val="F8F5DF"/>
                </a:solidFill>
              </a:defRPr>
            </a:lvl2pPr>
            <a:lvl3pPr>
              <a:defRPr sz="1350" b="1">
                <a:solidFill>
                  <a:srgbClr val="F8F5DF"/>
                </a:solidFill>
              </a:defRPr>
            </a:lvl3pPr>
            <a:lvl4pPr>
              <a:defRPr sz="1350" b="1">
                <a:solidFill>
                  <a:srgbClr val="F8F5DF"/>
                </a:solidFill>
              </a:defRPr>
            </a:lvl4pPr>
            <a:lvl5pPr>
              <a:defRPr sz="1350" b="1">
                <a:solidFill>
                  <a:srgbClr val="F8F5DF"/>
                </a:solidFill>
              </a:defRPr>
            </a:lvl5pPr>
            <a:lvl6pPr>
              <a:defRPr sz="1350" b="1">
                <a:solidFill>
                  <a:srgbClr val="F8F5DF"/>
                </a:solidFill>
              </a:defRPr>
            </a:lvl6pPr>
            <a:lvl7pPr>
              <a:defRPr sz="1350" b="1">
                <a:solidFill>
                  <a:srgbClr val="F8F5DF"/>
                </a:solidFill>
              </a:defRPr>
            </a:lvl7pPr>
            <a:lvl8pPr>
              <a:defRPr sz="1350" b="1">
                <a:solidFill>
                  <a:srgbClr val="F8F5DF"/>
                </a:solidFill>
              </a:defRPr>
            </a:lvl8pPr>
            <a:lvl9pPr>
              <a:defRPr sz="13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8F5DF"/>
                </a:solidFill>
              </a:defRPr>
            </a:pPr>
            <a:r>
              <a:rPr sz="1350" b="1">
                <a:solidFill>
                  <a:srgbClr val="F8F5DF"/>
                </a:solidFill>
              </a:rPr>
              <a:t>Web platform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5C0AED-05F2-412F-A04A-437A4AD9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0" y="7258050"/>
            <a:ext cx="1004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BED5C3"/>
                </a:solidFill>
              </a:defRPr>
            </a:defPPr>
            <a:lvl1pPr>
              <a:defRPr sz="1575" b="1">
                <a:solidFill>
                  <a:srgbClr val="BED5C3"/>
                </a:solidFill>
              </a:defRPr>
            </a:lvl1pPr>
            <a:lvl2pPr>
              <a:defRPr sz="1575" b="1">
                <a:solidFill>
                  <a:srgbClr val="BED5C3"/>
                </a:solidFill>
              </a:defRPr>
            </a:lvl2pPr>
            <a:lvl3pPr>
              <a:defRPr sz="1575" b="1">
                <a:solidFill>
                  <a:srgbClr val="BED5C3"/>
                </a:solidFill>
              </a:defRPr>
            </a:lvl3pPr>
            <a:lvl4pPr>
              <a:defRPr sz="1575" b="1">
                <a:solidFill>
                  <a:srgbClr val="BED5C3"/>
                </a:solidFill>
              </a:defRPr>
            </a:lvl4pPr>
            <a:lvl5pPr>
              <a:defRPr sz="1575" b="1">
                <a:solidFill>
                  <a:srgbClr val="BED5C3"/>
                </a:solidFill>
              </a:defRPr>
            </a:lvl5pPr>
            <a:lvl6pPr>
              <a:defRPr sz="1575" b="1">
                <a:solidFill>
                  <a:srgbClr val="BED5C3"/>
                </a:solidFill>
              </a:defRPr>
            </a:lvl6pPr>
            <a:lvl7pPr>
              <a:defRPr sz="1575" b="1">
                <a:solidFill>
                  <a:srgbClr val="BED5C3"/>
                </a:solidFill>
              </a:defRPr>
            </a:lvl7pPr>
            <a:lvl8pPr>
              <a:defRPr sz="1575" b="1">
                <a:solidFill>
                  <a:srgbClr val="BED5C3"/>
                </a:solidFill>
              </a:defRPr>
            </a:lvl8pPr>
            <a:lvl9pPr>
              <a:defRPr sz="1575" b="1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BED5C3"/>
                </a:solidFill>
              </a:defRPr>
            </a:pPr>
            <a:r>
              <a:rPr sz="1575" b="1">
                <a:solidFill>
                  <a:srgbClr val="BED5C3"/>
                </a:solidFill>
              </a:rPr>
              <a:t>Role-aware modules and dashboards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11BED3F-F54E-4ADB-A873-EB262615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1575" y="75723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1E0A0"/>
                </a:solidFill>
              </a:defRPr>
            </a:defPPr>
            <a:lvl1pPr>
              <a:defRPr sz="1500" b="1">
                <a:solidFill>
                  <a:srgbClr val="71E0A0"/>
                </a:solidFill>
              </a:defRPr>
            </a:lvl1pPr>
            <a:lvl2pPr>
              <a:defRPr sz="1500" b="1">
                <a:solidFill>
                  <a:srgbClr val="71E0A0"/>
                </a:solidFill>
              </a:defRPr>
            </a:lvl2pPr>
            <a:lvl3pPr>
              <a:defRPr sz="1500" b="1">
                <a:solidFill>
                  <a:srgbClr val="71E0A0"/>
                </a:solidFill>
              </a:defRPr>
            </a:lvl3pPr>
            <a:lvl4pPr>
              <a:defRPr sz="1500" b="1">
                <a:solidFill>
                  <a:srgbClr val="71E0A0"/>
                </a:solidFill>
              </a:defRPr>
            </a:lvl4pPr>
            <a:lvl5pPr>
              <a:defRPr sz="1500" b="1">
                <a:solidFill>
                  <a:srgbClr val="71E0A0"/>
                </a:solidFill>
              </a:defRPr>
            </a:lvl5pPr>
            <a:lvl6pPr>
              <a:defRPr sz="1500" b="1">
                <a:solidFill>
                  <a:srgbClr val="71E0A0"/>
                </a:solidFill>
              </a:defRPr>
            </a:lvl6pPr>
            <a:lvl7pPr>
              <a:defRPr sz="1500" b="1">
                <a:solidFill>
                  <a:srgbClr val="71E0A0"/>
                </a:solidFill>
              </a:defRPr>
            </a:lvl7pPr>
            <a:lvl8pPr>
              <a:defRPr sz="1500" b="1">
                <a:solidFill>
                  <a:srgbClr val="71E0A0"/>
                </a:solidFill>
              </a:defRPr>
            </a:lvl8pPr>
            <a:lvl9pPr>
              <a:defRPr sz="15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1E0A0"/>
                </a:solidFill>
              </a:defRPr>
            </a:pPr>
            <a:r>
              <a:rPr sz="1500" b="1">
                <a:solidFill>
                  <a:srgbClr val="71E0A0"/>
                </a:solidFill>
              </a:rPr>
              <a:t>↓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7BF1D9D-6F4A-46DC-BFF2-3049A346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777240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AB96F8A-8A9C-4B92-87D6-D972778E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78771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8F5DF"/>
                </a:solidFill>
              </a:defRPr>
            </a:defPPr>
            <a:lvl1pPr>
              <a:defRPr sz="1350" b="1">
                <a:solidFill>
                  <a:srgbClr val="F8F5DF"/>
                </a:solidFill>
              </a:defRPr>
            </a:lvl1pPr>
            <a:lvl2pPr>
              <a:defRPr sz="1350" b="1">
                <a:solidFill>
                  <a:srgbClr val="F8F5DF"/>
                </a:solidFill>
              </a:defRPr>
            </a:lvl2pPr>
            <a:lvl3pPr>
              <a:defRPr sz="1350" b="1">
                <a:solidFill>
                  <a:srgbClr val="F8F5DF"/>
                </a:solidFill>
              </a:defRPr>
            </a:lvl3pPr>
            <a:lvl4pPr>
              <a:defRPr sz="1350" b="1">
                <a:solidFill>
                  <a:srgbClr val="F8F5DF"/>
                </a:solidFill>
              </a:defRPr>
            </a:lvl4pPr>
            <a:lvl5pPr>
              <a:defRPr sz="1350" b="1">
                <a:solidFill>
                  <a:srgbClr val="F8F5DF"/>
                </a:solidFill>
              </a:defRPr>
            </a:lvl5pPr>
            <a:lvl6pPr>
              <a:defRPr sz="1350" b="1">
                <a:solidFill>
                  <a:srgbClr val="F8F5DF"/>
                </a:solidFill>
              </a:defRPr>
            </a:lvl6pPr>
            <a:lvl7pPr>
              <a:defRPr sz="1350" b="1">
                <a:solidFill>
                  <a:srgbClr val="F8F5DF"/>
                </a:solidFill>
              </a:defRPr>
            </a:lvl7pPr>
            <a:lvl8pPr>
              <a:defRPr sz="1350" b="1">
                <a:solidFill>
                  <a:srgbClr val="F8F5DF"/>
                </a:solidFill>
              </a:defRPr>
            </a:lvl8pPr>
            <a:lvl9pPr>
              <a:defRPr sz="13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8F5DF"/>
                </a:solidFill>
              </a:defRPr>
            </a:pPr>
            <a:r>
              <a:rPr sz="1350" b="1">
                <a:solidFill>
                  <a:srgbClr val="F8F5DF"/>
                </a:solidFill>
              </a:rPr>
              <a:t>Services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FD8664-EB67-43D4-9A47-F6EDD811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0" y="7867650"/>
            <a:ext cx="1004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ED5C3"/>
                </a:solidFill>
              </a:defRPr>
            </a:defPPr>
            <a:lvl1pPr>
              <a:defRPr sz="1575" b="0">
                <a:solidFill>
                  <a:srgbClr val="BED5C3"/>
                </a:solidFill>
              </a:defRPr>
            </a:lvl1pPr>
            <a:lvl2pPr>
              <a:defRPr sz="1575" b="0">
                <a:solidFill>
                  <a:srgbClr val="BED5C3"/>
                </a:solidFill>
              </a:defRPr>
            </a:lvl2pPr>
            <a:lvl3pPr>
              <a:defRPr sz="1575" b="0">
                <a:solidFill>
                  <a:srgbClr val="BED5C3"/>
                </a:solidFill>
              </a:defRPr>
            </a:lvl3pPr>
            <a:lvl4pPr>
              <a:defRPr sz="1575" b="0">
                <a:solidFill>
                  <a:srgbClr val="BED5C3"/>
                </a:solidFill>
              </a:defRPr>
            </a:lvl4pPr>
            <a:lvl5pPr>
              <a:defRPr sz="1575" b="0">
                <a:solidFill>
                  <a:srgbClr val="BED5C3"/>
                </a:solidFill>
              </a:defRPr>
            </a:lvl5pPr>
            <a:lvl6pPr>
              <a:defRPr sz="1575" b="0">
                <a:solidFill>
                  <a:srgbClr val="BED5C3"/>
                </a:solidFill>
              </a:defRPr>
            </a:lvl6pPr>
            <a:lvl7pPr>
              <a:defRPr sz="1575" b="0">
                <a:solidFill>
                  <a:srgbClr val="BED5C3"/>
                </a:solidFill>
              </a:defRPr>
            </a:lvl7pPr>
            <a:lvl8pPr>
              <a:defRPr sz="1575" b="0">
                <a:solidFill>
                  <a:srgbClr val="BED5C3"/>
                </a:solidFill>
              </a:defRPr>
            </a:lvl8pPr>
            <a:lvl9pPr>
              <a:defRPr sz="157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ED5C3"/>
                </a:solidFill>
              </a:defRPr>
            </a:pPr>
            <a:r>
              <a:rPr sz="1575" b="0">
                <a:solidFill>
                  <a:srgbClr val="BED5C3"/>
                </a:solidFill>
              </a:rPr>
              <a:t>Authentication  •  Workflows  •  Notifications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78AF827-C369-4597-89F1-B54C35D4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1575" y="81819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1E0A0"/>
                </a:solidFill>
              </a:defRPr>
            </a:defPPr>
            <a:lvl1pPr>
              <a:defRPr sz="1500" b="1">
                <a:solidFill>
                  <a:srgbClr val="71E0A0"/>
                </a:solidFill>
              </a:defRPr>
            </a:lvl1pPr>
            <a:lvl2pPr>
              <a:defRPr sz="1500" b="1">
                <a:solidFill>
                  <a:srgbClr val="71E0A0"/>
                </a:solidFill>
              </a:defRPr>
            </a:lvl2pPr>
            <a:lvl3pPr>
              <a:defRPr sz="1500" b="1">
                <a:solidFill>
                  <a:srgbClr val="71E0A0"/>
                </a:solidFill>
              </a:defRPr>
            </a:lvl3pPr>
            <a:lvl4pPr>
              <a:defRPr sz="1500" b="1">
                <a:solidFill>
                  <a:srgbClr val="71E0A0"/>
                </a:solidFill>
              </a:defRPr>
            </a:lvl4pPr>
            <a:lvl5pPr>
              <a:defRPr sz="1500" b="1">
                <a:solidFill>
                  <a:srgbClr val="71E0A0"/>
                </a:solidFill>
              </a:defRPr>
            </a:lvl5pPr>
            <a:lvl6pPr>
              <a:defRPr sz="1500" b="1">
                <a:solidFill>
                  <a:srgbClr val="71E0A0"/>
                </a:solidFill>
              </a:defRPr>
            </a:lvl6pPr>
            <a:lvl7pPr>
              <a:defRPr sz="1500" b="1">
                <a:solidFill>
                  <a:srgbClr val="71E0A0"/>
                </a:solidFill>
              </a:defRPr>
            </a:lvl7pPr>
            <a:lvl8pPr>
              <a:defRPr sz="1500" b="1">
                <a:solidFill>
                  <a:srgbClr val="71E0A0"/>
                </a:solidFill>
              </a:defRPr>
            </a:lvl8pPr>
            <a:lvl9pPr>
              <a:defRPr sz="15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1E0A0"/>
                </a:solidFill>
              </a:defRPr>
            </a:pPr>
            <a:r>
              <a:rPr sz="1500" b="1">
                <a:solidFill>
                  <a:srgbClr val="71E0A0"/>
                </a:solidFill>
              </a:rPr>
              <a:t>↓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1248EBB-6731-4525-BDAB-5FB69A97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838200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BE6AC1A-D8E1-4533-B8F8-F307C91D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84867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8F5DF"/>
                </a:solidFill>
              </a:defRPr>
            </a:defPPr>
            <a:lvl1pPr>
              <a:defRPr sz="1350" b="1">
                <a:solidFill>
                  <a:srgbClr val="F8F5DF"/>
                </a:solidFill>
              </a:defRPr>
            </a:lvl1pPr>
            <a:lvl2pPr>
              <a:defRPr sz="1350" b="1">
                <a:solidFill>
                  <a:srgbClr val="F8F5DF"/>
                </a:solidFill>
              </a:defRPr>
            </a:lvl2pPr>
            <a:lvl3pPr>
              <a:defRPr sz="1350" b="1">
                <a:solidFill>
                  <a:srgbClr val="F8F5DF"/>
                </a:solidFill>
              </a:defRPr>
            </a:lvl3pPr>
            <a:lvl4pPr>
              <a:defRPr sz="1350" b="1">
                <a:solidFill>
                  <a:srgbClr val="F8F5DF"/>
                </a:solidFill>
              </a:defRPr>
            </a:lvl4pPr>
            <a:lvl5pPr>
              <a:defRPr sz="1350" b="1">
                <a:solidFill>
                  <a:srgbClr val="F8F5DF"/>
                </a:solidFill>
              </a:defRPr>
            </a:lvl5pPr>
            <a:lvl6pPr>
              <a:defRPr sz="1350" b="1">
                <a:solidFill>
                  <a:srgbClr val="F8F5DF"/>
                </a:solidFill>
              </a:defRPr>
            </a:lvl6pPr>
            <a:lvl7pPr>
              <a:defRPr sz="1350" b="1">
                <a:solidFill>
                  <a:srgbClr val="F8F5DF"/>
                </a:solidFill>
              </a:defRPr>
            </a:lvl7pPr>
            <a:lvl8pPr>
              <a:defRPr sz="1350" b="1">
                <a:solidFill>
                  <a:srgbClr val="F8F5DF"/>
                </a:solidFill>
              </a:defRPr>
            </a:lvl8pPr>
            <a:lvl9pPr>
              <a:defRPr sz="13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8F5DF"/>
                </a:solidFill>
              </a:defRPr>
            </a:pPr>
            <a:r>
              <a:rPr sz="1350" b="1">
                <a:solidFill>
                  <a:srgbClr val="F8F5DF"/>
                </a:solidFill>
              </a:rPr>
              <a:t>Data layer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618863B-1243-4E41-B3FE-81F0F7C2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0" y="8477250"/>
            <a:ext cx="1004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C9DD8A"/>
                </a:solidFill>
              </a:defRPr>
            </a:defPPr>
            <a:lvl1pPr>
              <a:defRPr sz="1575" b="0">
                <a:solidFill>
                  <a:srgbClr val="C9DD8A"/>
                </a:solidFill>
              </a:defRPr>
            </a:lvl1pPr>
            <a:lvl2pPr>
              <a:defRPr sz="1575" b="0">
                <a:solidFill>
                  <a:srgbClr val="C9DD8A"/>
                </a:solidFill>
              </a:defRPr>
            </a:lvl2pPr>
            <a:lvl3pPr>
              <a:defRPr sz="1575" b="0">
                <a:solidFill>
                  <a:srgbClr val="C9DD8A"/>
                </a:solidFill>
              </a:defRPr>
            </a:lvl3pPr>
            <a:lvl4pPr>
              <a:defRPr sz="1575" b="0">
                <a:solidFill>
                  <a:srgbClr val="C9DD8A"/>
                </a:solidFill>
              </a:defRPr>
            </a:lvl4pPr>
            <a:lvl5pPr>
              <a:defRPr sz="1575" b="0">
                <a:solidFill>
                  <a:srgbClr val="C9DD8A"/>
                </a:solidFill>
              </a:defRPr>
            </a:lvl5pPr>
            <a:lvl6pPr>
              <a:defRPr sz="1575" b="0">
                <a:solidFill>
                  <a:srgbClr val="C9DD8A"/>
                </a:solidFill>
              </a:defRPr>
            </a:lvl6pPr>
            <a:lvl7pPr>
              <a:defRPr sz="1575" b="0">
                <a:solidFill>
                  <a:srgbClr val="C9DD8A"/>
                </a:solidFill>
              </a:defRPr>
            </a:lvl7pPr>
            <a:lvl8pPr>
              <a:defRPr sz="1575" b="0">
                <a:solidFill>
                  <a:srgbClr val="C9DD8A"/>
                </a:solidFill>
              </a:defRPr>
            </a:lvl8pPr>
            <a:lvl9pPr>
              <a:defRPr sz="1575" b="0">
                <a:solidFill>
                  <a:srgbClr val="C9DD8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C9DD8A"/>
                </a:solidFill>
              </a:defRPr>
            </a:pPr>
            <a:r>
              <a:rPr sz="1575" b="0">
                <a:solidFill>
                  <a:srgbClr val="C9DD8A"/>
                </a:solidFill>
              </a:rPr>
              <a:t>Accounts  •  Organizations  •  Audit records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5B4A630-95FA-4FF1-8450-ADD9BEE5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0" y="5743575"/>
            <a:ext cx="13830300" cy="3514725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488D796-BF0A-49EA-A7C7-77D9E703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0" y="5981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06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CB36839-439B-4285-8398-CA47BE1F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3300" y="5991225"/>
            <a:ext cx="1253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RBAC &amp; security flow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B8AD429-FE62-42C6-A778-0D677DFE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6591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8F5DF"/>
                </a:solidFill>
              </a:defRPr>
            </a:defPPr>
            <a:lvl1pPr>
              <a:defRPr sz="1725" b="1">
                <a:solidFill>
                  <a:srgbClr val="F8F5DF"/>
                </a:solidFill>
              </a:defRPr>
            </a:lvl1pPr>
            <a:lvl2pPr>
              <a:defRPr sz="1725" b="1">
                <a:solidFill>
                  <a:srgbClr val="F8F5DF"/>
                </a:solidFill>
              </a:defRPr>
            </a:lvl2pPr>
            <a:lvl3pPr>
              <a:defRPr sz="1725" b="1">
                <a:solidFill>
                  <a:srgbClr val="F8F5DF"/>
                </a:solidFill>
              </a:defRPr>
            </a:lvl3pPr>
            <a:lvl4pPr>
              <a:defRPr sz="1725" b="1">
                <a:solidFill>
                  <a:srgbClr val="F8F5DF"/>
                </a:solidFill>
              </a:defRPr>
            </a:lvl4pPr>
            <a:lvl5pPr>
              <a:defRPr sz="1725" b="1">
                <a:solidFill>
                  <a:srgbClr val="F8F5DF"/>
                </a:solidFill>
              </a:defRPr>
            </a:lvl5pPr>
            <a:lvl6pPr>
              <a:defRPr sz="1725" b="1">
                <a:solidFill>
                  <a:srgbClr val="F8F5DF"/>
                </a:solidFill>
              </a:defRPr>
            </a:lvl6pPr>
            <a:lvl7pPr>
              <a:defRPr sz="1725" b="1">
                <a:solidFill>
                  <a:srgbClr val="F8F5DF"/>
                </a:solidFill>
              </a:defRPr>
            </a:lvl7pPr>
            <a:lvl8pPr>
              <a:defRPr sz="1725" b="1">
                <a:solidFill>
                  <a:srgbClr val="F8F5DF"/>
                </a:solidFill>
              </a:defRPr>
            </a:lvl8pPr>
            <a:lvl9pPr>
              <a:defRPr sz="17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5DF"/>
                </a:solidFill>
              </a:defRPr>
            </a:pPr>
            <a:r>
              <a:rPr sz="1725" b="1">
                <a:solidFill>
                  <a:srgbClr val="F8F5DF"/>
                </a:solidFill>
              </a:rPr>
              <a:t>Sign in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F729934-0843-429B-9592-54EAF31F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8700" y="65722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→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215CD27-1CFE-491C-B0DC-4CC80251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975" y="65913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8F5DF"/>
                </a:solidFill>
              </a:defRPr>
            </a:defPPr>
            <a:lvl1pPr>
              <a:defRPr sz="1725" b="1">
                <a:solidFill>
                  <a:srgbClr val="F8F5DF"/>
                </a:solidFill>
              </a:defRPr>
            </a:lvl1pPr>
            <a:lvl2pPr>
              <a:defRPr sz="1725" b="1">
                <a:solidFill>
                  <a:srgbClr val="F8F5DF"/>
                </a:solidFill>
              </a:defRPr>
            </a:lvl2pPr>
            <a:lvl3pPr>
              <a:defRPr sz="1725" b="1">
                <a:solidFill>
                  <a:srgbClr val="F8F5DF"/>
                </a:solidFill>
              </a:defRPr>
            </a:lvl3pPr>
            <a:lvl4pPr>
              <a:defRPr sz="1725" b="1">
                <a:solidFill>
                  <a:srgbClr val="F8F5DF"/>
                </a:solidFill>
              </a:defRPr>
            </a:lvl4pPr>
            <a:lvl5pPr>
              <a:defRPr sz="1725" b="1">
                <a:solidFill>
                  <a:srgbClr val="F8F5DF"/>
                </a:solidFill>
              </a:defRPr>
            </a:lvl5pPr>
            <a:lvl6pPr>
              <a:defRPr sz="1725" b="1">
                <a:solidFill>
                  <a:srgbClr val="F8F5DF"/>
                </a:solidFill>
              </a:defRPr>
            </a:lvl6pPr>
            <a:lvl7pPr>
              <a:defRPr sz="1725" b="1">
                <a:solidFill>
                  <a:srgbClr val="F8F5DF"/>
                </a:solidFill>
              </a:defRPr>
            </a:lvl7pPr>
            <a:lvl8pPr>
              <a:defRPr sz="1725" b="1">
                <a:solidFill>
                  <a:srgbClr val="F8F5DF"/>
                </a:solidFill>
              </a:defRPr>
            </a:lvl8pPr>
            <a:lvl9pPr>
              <a:defRPr sz="17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5DF"/>
                </a:solidFill>
              </a:defRPr>
            </a:pPr>
            <a:r>
              <a:rPr sz="1725" b="1">
                <a:solidFill>
                  <a:srgbClr val="F8F5DF"/>
                </a:solidFill>
              </a:rPr>
              <a:t>Verify identity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4885241-AB59-4B00-ACD3-490351FC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5300" y="65722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→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D1C760C-B977-4779-950A-AA682963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5850" y="659130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8F5DF"/>
                </a:solidFill>
              </a:defRPr>
            </a:defPPr>
            <a:lvl1pPr>
              <a:defRPr sz="1725" b="1">
                <a:solidFill>
                  <a:srgbClr val="F8F5DF"/>
                </a:solidFill>
              </a:defRPr>
            </a:lvl1pPr>
            <a:lvl2pPr>
              <a:defRPr sz="1725" b="1">
                <a:solidFill>
                  <a:srgbClr val="F8F5DF"/>
                </a:solidFill>
              </a:defRPr>
            </a:lvl2pPr>
            <a:lvl3pPr>
              <a:defRPr sz="1725" b="1">
                <a:solidFill>
                  <a:srgbClr val="F8F5DF"/>
                </a:solidFill>
              </a:defRPr>
            </a:lvl3pPr>
            <a:lvl4pPr>
              <a:defRPr sz="1725" b="1">
                <a:solidFill>
                  <a:srgbClr val="F8F5DF"/>
                </a:solidFill>
              </a:defRPr>
            </a:lvl4pPr>
            <a:lvl5pPr>
              <a:defRPr sz="1725" b="1">
                <a:solidFill>
                  <a:srgbClr val="F8F5DF"/>
                </a:solidFill>
              </a:defRPr>
            </a:lvl5pPr>
            <a:lvl6pPr>
              <a:defRPr sz="1725" b="1">
                <a:solidFill>
                  <a:srgbClr val="F8F5DF"/>
                </a:solidFill>
              </a:defRPr>
            </a:lvl6pPr>
            <a:lvl7pPr>
              <a:defRPr sz="1725" b="1">
                <a:solidFill>
                  <a:srgbClr val="F8F5DF"/>
                </a:solidFill>
              </a:defRPr>
            </a:lvl7pPr>
            <a:lvl8pPr>
              <a:defRPr sz="1725" b="1">
                <a:solidFill>
                  <a:srgbClr val="F8F5DF"/>
                </a:solidFill>
              </a:defRPr>
            </a:lvl8pPr>
            <a:lvl9pPr>
              <a:defRPr sz="17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5DF"/>
                </a:solidFill>
              </a:defRPr>
            </a:pPr>
            <a:r>
              <a:rPr sz="1725" b="1">
                <a:solidFill>
                  <a:srgbClr val="F8F5DF"/>
                </a:solidFill>
              </a:rPr>
              <a:t>Check role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A65051B-6939-4E54-9564-5A343D84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7050" y="65722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→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2ED182A-01B5-452B-A805-73C1EFEF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0" y="6591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8F5DF"/>
                </a:solidFill>
              </a:defRPr>
            </a:defPPr>
            <a:lvl1pPr>
              <a:defRPr sz="1725" b="1">
                <a:solidFill>
                  <a:srgbClr val="F8F5DF"/>
                </a:solidFill>
              </a:defRPr>
            </a:lvl1pPr>
            <a:lvl2pPr>
              <a:defRPr sz="1725" b="1">
                <a:solidFill>
                  <a:srgbClr val="F8F5DF"/>
                </a:solidFill>
              </a:defRPr>
            </a:lvl2pPr>
            <a:lvl3pPr>
              <a:defRPr sz="1725" b="1">
                <a:solidFill>
                  <a:srgbClr val="F8F5DF"/>
                </a:solidFill>
              </a:defRPr>
            </a:lvl3pPr>
            <a:lvl4pPr>
              <a:defRPr sz="1725" b="1">
                <a:solidFill>
                  <a:srgbClr val="F8F5DF"/>
                </a:solidFill>
              </a:defRPr>
            </a:lvl4pPr>
            <a:lvl5pPr>
              <a:defRPr sz="1725" b="1">
                <a:solidFill>
                  <a:srgbClr val="F8F5DF"/>
                </a:solidFill>
              </a:defRPr>
            </a:lvl5pPr>
            <a:lvl6pPr>
              <a:defRPr sz="1725" b="1">
                <a:solidFill>
                  <a:srgbClr val="F8F5DF"/>
                </a:solidFill>
              </a:defRPr>
            </a:lvl6pPr>
            <a:lvl7pPr>
              <a:defRPr sz="1725" b="1">
                <a:solidFill>
                  <a:srgbClr val="F8F5DF"/>
                </a:solidFill>
              </a:defRPr>
            </a:lvl7pPr>
            <a:lvl8pPr>
              <a:defRPr sz="1725" b="1">
                <a:solidFill>
                  <a:srgbClr val="F8F5DF"/>
                </a:solidFill>
              </a:defRPr>
            </a:lvl8pPr>
            <a:lvl9pPr>
              <a:defRPr sz="17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5DF"/>
                </a:solidFill>
              </a:defRPr>
            </a:pPr>
            <a:r>
              <a:rPr sz="1725" b="1">
                <a:solidFill>
                  <a:srgbClr val="F8F5DF"/>
                </a:solidFill>
              </a:rPr>
              <a:t>Allow action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CAE52A6-010B-401C-AD27-599CC7D8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6550" y="7143750"/>
            <a:ext cx="13030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2013ADE-2569-449F-A46B-0C0F12A1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2775" y="7372350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DA0C9E5-C315-43D6-9C6A-15286AE1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0" y="7372350"/>
            <a:ext cx="1163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ED5C3"/>
                </a:solidFill>
              </a:defRPr>
            </a:defPPr>
            <a:lvl1pPr>
              <a:defRPr sz="1650" b="0">
                <a:solidFill>
                  <a:srgbClr val="BED5C3"/>
                </a:solidFill>
              </a:defRPr>
            </a:lvl1pPr>
            <a:lvl2pPr>
              <a:defRPr sz="1650" b="0">
                <a:solidFill>
                  <a:srgbClr val="BED5C3"/>
                </a:solidFill>
              </a:defRPr>
            </a:lvl2pPr>
            <a:lvl3pPr>
              <a:defRPr sz="1650" b="0">
                <a:solidFill>
                  <a:srgbClr val="BED5C3"/>
                </a:solidFill>
              </a:defRPr>
            </a:lvl3pPr>
            <a:lvl4pPr>
              <a:defRPr sz="1650" b="0">
                <a:solidFill>
                  <a:srgbClr val="BED5C3"/>
                </a:solidFill>
              </a:defRPr>
            </a:lvl4pPr>
            <a:lvl5pPr>
              <a:defRPr sz="1650" b="0">
                <a:solidFill>
                  <a:srgbClr val="BED5C3"/>
                </a:solidFill>
              </a:defRPr>
            </a:lvl5pPr>
            <a:lvl6pPr>
              <a:defRPr sz="1650" b="0">
                <a:solidFill>
                  <a:srgbClr val="BED5C3"/>
                </a:solidFill>
              </a:defRPr>
            </a:lvl6pPr>
            <a:lvl7pPr>
              <a:defRPr sz="1650" b="0">
                <a:solidFill>
                  <a:srgbClr val="BED5C3"/>
                </a:solidFill>
              </a:defRPr>
            </a:lvl7pPr>
            <a:lvl8pPr>
              <a:defRPr sz="1650" b="0">
                <a:solidFill>
                  <a:srgbClr val="BED5C3"/>
                </a:solidFill>
              </a:defRPr>
            </a:lvl8pPr>
            <a:lvl9pPr>
              <a:defRPr sz="16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ED5C3"/>
                </a:solidFill>
              </a:defRPr>
            </a:pPr>
            <a:r>
              <a:rPr sz="1650" b="0">
                <a:solidFill>
                  <a:srgbClr val="BED5C3"/>
                </a:solidFill>
              </a:rPr>
              <a:t>Role-based permissions limit each account to its allowed scope.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508EFD2-DFFC-4151-89F1-D98D3E45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2775" y="7867650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99B0864-BF90-4264-91C7-13534D3D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0" y="7867650"/>
            <a:ext cx="1163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ED5C3"/>
                </a:solidFill>
              </a:defRPr>
            </a:defPPr>
            <a:lvl1pPr>
              <a:defRPr sz="1650" b="0">
                <a:solidFill>
                  <a:srgbClr val="BED5C3"/>
                </a:solidFill>
              </a:defRPr>
            </a:lvl1pPr>
            <a:lvl2pPr>
              <a:defRPr sz="1650" b="0">
                <a:solidFill>
                  <a:srgbClr val="BED5C3"/>
                </a:solidFill>
              </a:defRPr>
            </a:lvl2pPr>
            <a:lvl3pPr>
              <a:defRPr sz="1650" b="0">
                <a:solidFill>
                  <a:srgbClr val="BED5C3"/>
                </a:solidFill>
              </a:defRPr>
            </a:lvl3pPr>
            <a:lvl4pPr>
              <a:defRPr sz="1650" b="0">
                <a:solidFill>
                  <a:srgbClr val="BED5C3"/>
                </a:solidFill>
              </a:defRPr>
            </a:lvl4pPr>
            <a:lvl5pPr>
              <a:defRPr sz="1650" b="0">
                <a:solidFill>
                  <a:srgbClr val="BED5C3"/>
                </a:solidFill>
              </a:defRPr>
            </a:lvl5pPr>
            <a:lvl6pPr>
              <a:defRPr sz="1650" b="0">
                <a:solidFill>
                  <a:srgbClr val="BED5C3"/>
                </a:solidFill>
              </a:defRPr>
            </a:lvl6pPr>
            <a:lvl7pPr>
              <a:defRPr sz="1650" b="0">
                <a:solidFill>
                  <a:srgbClr val="BED5C3"/>
                </a:solidFill>
              </a:defRPr>
            </a:lvl7pPr>
            <a:lvl8pPr>
              <a:defRPr sz="1650" b="0">
                <a:solidFill>
                  <a:srgbClr val="BED5C3"/>
                </a:solidFill>
              </a:defRPr>
            </a:lvl8pPr>
            <a:lvl9pPr>
              <a:defRPr sz="16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ED5C3"/>
                </a:solidFill>
              </a:defRPr>
            </a:pPr>
            <a:r>
              <a:rPr sz="1650" b="0">
                <a:solidFill>
                  <a:srgbClr val="BED5C3"/>
                </a:solidFill>
              </a:rPr>
              <a:t>Separate administrator access, account verification, and logged identity reveals protect sensitive actions.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ED2BF75-923D-4F18-B087-CD0F052B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2775" y="8362950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3864453-144B-4173-9B74-C35DFF4E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0" y="8362950"/>
            <a:ext cx="1163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ED5C3"/>
                </a:solidFill>
              </a:defRPr>
            </a:defPPr>
            <a:lvl1pPr>
              <a:defRPr sz="1650" b="0">
                <a:solidFill>
                  <a:srgbClr val="BED5C3"/>
                </a:solidFill>
              </a:defRPr>
            </a:lvl1pPr>
            <a:lvl2pPr>
              <a:defRPr sz="1650" b="0">
                <a:solidFill>
                  <a:srgbClr val="BED5C3"/>
                </a:solidFill>
              </a:defRPr>
            </a:lvl2pPr>
            <a:lvl3pPr>
              <a:defRPr sz="1650" b="0">
                <a:solidFill>
                  <a:srgbClr val="BED5C3"/>
                </a:solidFill>
              </a:defRPr>
            </a:lvl3pPr>
            <a:lvl4pPr>
              <a:defRPr sz="1650" b="0">
                <a:solidFill>
                  <a:srgbClr val="BED5C3"/>
                </a:solidFill>
              </a:defRPr>
            </a:lvl4pPr>
            <a:lvl5pPr>
              <a:defRPr sz="1650" b="0">
                <a:solidFill>
                  <a:srgbClr val="BED5C3"/>
                </a:solidFill>
              </a:defRPr>
            </a:lvl5pPr>
            <a:lvl6pPr>
              <a:defRPr sz="1650" b="0">
                <a:solidFill>
                  <a:srgbClr val="BED5C3"/>
                </a:solidFill>
              </a:defRPr>
            </a:lvl6pPr>
            <a:lvl7pPr>
              <a:defRPr sz="1650" b="0">
                <a:solidFill>
                  <a:srgbClr val="BED5C3"/>
                </a:solidFill>
              </a:defRPr>
            </a:lvl7pPr>
            <a:lvl8pPr>
              <a:defRPr sz="1650" b="0">
                <a:solidFill>
                  <a:srgbClr val="BED5C3"/>
                </a:solidFill>
              </a:defRPr>
            </a:lvl8pPr>
            <a:lvl9pPr>
              <a:defRPr sz="16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ED5C3"/>
                </a:solidFill>
              </a:defRPr>
            </a:pPr>
            <a:r>
              <a:rPr sz="1650" b="0">
                <a:solidFill>
                  <a:srgbClr val="BED5C3"/>
                </a:solidFill>
              </a:rPr>
              <a:t>Anonymous concerns stay hidden from officers until authorized handling requires disclosure.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19C3982-F8F7-40BC-8EA1-69085F4E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29775"/>
            <a:ext cx="138303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1556A7E-D144-4AB6-B637-658D0F8B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8679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07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DB051CB-0A3A-4CF4-90D4-81282543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9877425"/>
            <a:ext cx="1253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Development methodology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1A8089B-158C-4D11-825D-69A057AB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51560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C7A03FF-0FB3-4967-8FE6-AF465515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66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8F5DF"/>
                </a:solidFill>
              </a:defRPr>
            </a:defPPr>
            <a:lvl1pPr>
              <a:defRPr sz="2100" b="1">
                <a:solidFill>
                  <a:srgbClr val="F8F5DF"/>
                </a:solidFill>
              </a:defRPr>
            </a:lvl1pPr>
            <a:lvl2pPr>
              <a:defRPr sz="2100" b="1">
                <a:solidFill>
                  <a:srgbClr val="F8F5DF"/>
                </a:solidFill>
              </a:defRPr>
            </a:lvl2pPr>
            <a:lvl3pPr>
              <a:defRPr sz="2100" b="1">
                <a:solidFill>
                  <a:srgbClr val="F8F5DF"/>
                </a:solidFill>
              </a:defRPr>
            </a:lvl3pPr>
            <a:lvl4pPr>
              <a:defRPr sz="2100" b="1">
                <a:solidFill>
                  <a:srgbClr val="F8F5DF"/>
                </a:solidFill>
              </a:defRPr>
            </a:lvl4pPr>
            <a:lvl5pPr>
              <a:defRPr sz="2100" b="1">
                <a:solidFill>
                  <a:srgbClr val="F8F5DF"/>
                </a:solidFill>
              </a:defRPr>
            </a:lvl5pPr>
            <a:lvl6pPr>
              <a:defRPr sz="2100" b="1">
                <a:solidFill>
                  <a:srgbClr val="F8F5DF"/>
                </a:solidFill>
              </a:defRPr>
            </a:lvl6pPr>
            <a:lvl7pPr>
              <a:defRPr sz="2100" b="1">
                <a:solidFill>
                  <a:srgbClr val="F8F5DF"/>
                </a:solidFill>
              </a:defRPr>
            </a:lvl7pPr>
            <a:lvl8pPr>
              <a:defRPr sz="2100" b="1">
                <a:solidFill>
                  <a:srgbClr val="F8F5DF"/>
                </a:solidFill>
              </a:defRPr>
            </a:lvl8pPr>
            <a:lvl9pPr>
              <a:defRPr sz="21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8F5DF"/>
                </a:solidFill>
              </a:defRPr>
            </a:pPr>
            <a:r>
              <a:rPr sz="2100" b="1">
                <a:solidFill>
                  <a:srgbClr val="F8F5DF"/>
                </a:solidFill>
              </a:rPr>
              <a:t>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CA5C141-05E5-44EC-A51D-D18F2236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143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Discover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FB2A693-BC3D-479E-9853-E41CFF37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1715750"/>
            <a:ext cx="2362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D5C3"/>
                </a:solidFill>
              </a:defRPr>
            </a:defPPr>
            <a:lvl1pPr>
              <a:defRPr sz="1200" b="0">
                <a:solidFill>
                  <a:srgbClr val="BED5C3"/>
                </a:solidFill>
              </a:defRPr>
            </a:lvl1pPr>
            <a:lvl2pPr>
              <a:defRPr sz="1200" b="0">
                <a:solidFill>
                  <a:srgbClr val="BED5C3"/>
                </a:solidFill>
              </a:defRPr>
            </a:lvl2pPr>
            <a:lvl3pPr>
              <a:defRPr sz="1200" b="0">
                <a:solidFill>
                  <a:srgbClr val="BED5C3"/>
                </a:solidFill>
              </a:defRPr>
            </a:lvl3pPr>
            <a:lvl4pPr>
              <a:defRPr sz="1200" b="0">
                <a:solidFill>
                  <a:srgbClr val="BED5C3"/>
                </a:solidFill>
              </a:defRPr>
            </a:lvl4pPr>
            <a:lvl5pPr>
              <a:defRPr sz="1200" b="0">
                <a:solidFill>
                  <a:srgbClr val="BED5C3"/>
                </a:solidFill>
              </a:defRPr>
            </a:lvl5pPr>
            <a:lvl6pPr>
              <a:defRPr sz="1200" b="0">
                <a:solidFill>
                  <a:srgbClr val="BED5C3"/>
                </a:solidFill>
              </a:defRPr>
            </a:lvl6pPr>
            <a:lvl7pPr>
              <a:defRPr sz="1200" b="0">
                <a:solidFill>
                  <a:srgbClr val="BED5C3"/>
                </a:solidFill>
              </a:defRPr>
            </a:lvl7pPr>
            <a:lvl8pPr>
              <a:defRPr sz="1200" b="0">
                <a:solidFill>
                  <a:srgbClr val="BED5C3"/>
                </a:solidFill>
              </a:defRPr>
            </a:lvl8pPr>
            <a:lvl9pPr>
              <a:defRPr sz="12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D5C3"/>
                </a:solidFill>
              </a:defRPr>
            </a:pPr>
            <a:r>
              <a:rPr sz="1200" b="0">
                <a:solidFill>
                  <a:srgbClr val="BED5C3"/>
                </a:solidFill>
              </a:rPr>
              <a:t>Map council workflows and user needs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E9711EA-5C71-4999-BB28-83711BFC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06680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0D9F841-462A-45E2-8201-1A511C40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51560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C4EF4BC-0F6F-4AED-A316-481F3276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66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8F5DF"/>
                </a:solidFill>
              </a:defRPr>
            </a:defPPr>
            <a:lvl1pPr>
              <a:defRPr sz="2100" b="1">
                <a:solidFill>
                  <a:srgbClr val="F8F5DF"/>
                </a:solidFill>
              </a:defRPr>
            </a:lvl1pPr>
            <a:lvl2pPr>
              <a:defRPr sz="2100" b="1">
                <a:solidFill>
                  <a:srgbClr val="F8F5DF"/>
                </a:solidFill>
              </a:defRPr>
            </a:lvl2pPr>
            <a:lvl3pPr>
              <a:defRPr sz="2100" b="1">
                <a:solidFill>
                  <a:srgbClr val="F8F5DF"/>
                </a:solidFill>
              </a:defRPr>
            </a:lvl3pPr>
            <a:lvl4pPr>
              <a:defRPr sz="2100" b="1">
                <a:solidFill>
                  <a:srgbClr val="F8F5DF"/>
                </a:solidFill>
              </a:defRPr>
            </a:lvl4pPr>
            <a:lvl5pPr>
              <a:defRPr sz="2100" b="1">
                <a:solidFill>
                  <a:srgbClr val="F8F5DF"/>
                </a:solidFill>
              </a:defRPr>
            </a:lvl5pPr>
            <a:lvl6pPr>
              <a:defRPr sz="2100" b="1">
                <a:solidFill>
                  <a:srgbClr val="F8F5DF"/>
                </a:solidFill>
              </a:defRPr>
            </a:lvl6pPr>
            <a:lvl7pPr>
              <a:defRPr sz="2100" b="1">
                <a:solidFill>
                  <a:srgbClr val="F8F5DF"/>
                </a:solidFill>
              </a:defRPr>
            </a:lvl7pPr>
            <a:lvl8pPr>
              <a:defRPr sz="2100" b="1">
                <a:solidFill>
                  <a:srgbClr val="F8F5DF"/>
                </a:solidFill>
              </a:defRPr>
            </a:lvl8pPr>
            <a:lvl9pPr>
              <a:defRPr sz="21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8F5DF"/>
                </a:solidFill>
              </a:defRPr>
            </a:pPr>
            <a:r>
              <a:rPr sz="2100" b="1">
                <a:solidFill>
                  <a:srgbClr val="F8F5DF"/>
                </a:solidFill>
              </a:rPr>
              <a:t>2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EF8A470-CB92-4DCB-A965-7F37EE3C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143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Design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BB1B91E-2BDF-497A-BEB2-0CCAE71A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1715750"/>
            <a:ext cx="2362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D5C3"/>
                </a:solidFill>
              </a:defRPr>
            </a:defPPr>
            <a:lvl1pPr>
              <a:defRPr sz="1200" b="0">
                <a:solidFill>
                  <a:srgbClr val="BED5C3"/>
                </a:solidFill>
              </a:defRPr>
            </a:lvl1pPr>
            <a:lvl2pPr>
              <a:defRPr sz="1200" b="0">
                <a:solidFill>
                  <a:srgbClr val="BED5C3"/>
                </a:solidFill>
              </a:defRPr>
            </a:lvl2pPr>
            <a:lvl3pPr>
              <a:defRPr sz="1200" b="0">
                <a:solidFill>
                  <a:srgbClr val="BED5C3"/>
                </a:solidFill>
              </a:defRPr>
            </a:lvl3pPr>
            <a:lvl4pPr>
              <a:defRPr sz="1200" b="0">
                <a:solidFill>
                  <a:srgbClr val="BED5C3"/>
                </a:solidFill>
              </a:defRPr>
            </a:lvl4pPr>
            <a:lvl5pPr>
              <a:defRPr sz="1200" b="0">
                <a:solidFill>
                  <a:srgbClr val="BED5C3"/>
                </a:solidFill>
              </a:defRPr>
            </a:lvl5pPr>
            <a:lvl6pPr>
              <a:defRPr sz="1200" b="0">
                <a:solidFill>
                  <a:srgbClr val="BED5C3"/>
                </a:solidFill>
              </a:defRPr>
            </a:lvl6pPr>
            <a:lvl7pPr>
              <a:defRPr sz="1200" b="0">
                <a:solidFill>
                  <a:srgbClr val="BED5C3"/>
                </a:solidFill>
              </a:defRPr>
            </a:lvl7pPr>
            <a:lvl8pPr>
              <a:defRPr sz="1200" b="0">
                <a:solidFill>
                  <a:srgbClr val="BED5C3"/>
                </a:solidFill>
              </a:defRPr>
            </a:lvl8pPr>
            <a:lvl9pPr>
              <a:defRPr sz="12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D5C3"/>
                </a:solidFill>
              </a:defRPr>
            </a:pPr>
            <a:r>
              <a:rPr sz="1200" b="0">
                <a:solidFill>
                  <a:srgbClr val="BED5C3"/>
                </a:solidFill>
              </a:rPr>
              <a:t>Define roles, modules, and interface flows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481AF34-4AC7-4150-881B-000B0929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06680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6E74B47-12B1-46EC-8D96-B07D85C9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51560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66CCAE7-9B91-49FB-BBFF-091C1363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66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8F5DF"/>
                </a:solidFill>
              </a:defRPr>
            </a:defPPr>
            <a:lvl1pPr>
              <a:defRPr sz="2100" b="1">
                <a:solidFill>
                  <a:srgbClr val="F8F5DF"/>
                </a:solidFill>
              </a:defRPr>
            </a:lvl1pPr>
            <a:lvl2pPr>
              <a:defRPr sz="2100" b="1">
                <a:solidFill>
                  <a:srgbClr val="F8F5DF"/>
                </a:solidFill>
              </a:defRPr>
            </a:lvl2pPr>
            <a:lvl3pPr>
              <a:defRPr sz="2100" b="1">
                <a:solidFill>
                  <a:srgbClr val="F8F5DF"/>
                </a:solidFill>
              </a:defRPr>
            </a:lvl3pPr>
            <a:lvl4pPr>
              <a:defRPr sz="2100" b="1">
                <a:solidFill>
                  <a:srgbClr val="F8F5DF"/>
                </a:solidFill>
              </a:defRPr>
            </a:lvl4pPr>
            <a:lvl5pPr>
              <a:defRPr sz="2100" b="1">
                <a:solidFill>
                  <a:srgbClr val="F8F5DF"/>
                </a:solidFill>
              </a:defRPr>
            </a:lvl5pPr>
            <a:lvl6pPr>
              <a:defRPr sz="2100" b="1">
                <a:solidFill>
                  <a:srgbClr val="F8F5DF"/>
                </a:solidFill>
              </a:defRPr>
            </a:lvl6pPr>
            <a:lvl7pPr>
              <a:defRPr sz="2100" b="1">
                <a:solidFill>
                  <a:srgbClr val="F8F5DF"/>
                </a:solidFill>
              </a:defRPr>
            </a:lvl7pPr>
            <a:lvl8pPr>
              <a:defRPr sz="2100" b="1">
                <a:solidFill>
                  <a:srgbClr val="F8F5DF"/>
                </a:solidFill>
              </a:defRPr>
            </a:lvl8pPr>
            <a:lvl9pPr>
              <a:defRPr sz="21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8F5DF"/>
                </a:solidFill>
              </a:defRPr>
            </a:pPr>
            <a:r>
              <a:rPr sz="2100" b="1">
                <a:solidFill>
                  <a:srgbClr val="F8F5DF"/>
                </a:solidFill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5A9D89A-80B9-43B8-86D3-DD957E82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143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Build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4BABB6F-14E1-4B2D-81C3-7D40A05D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1715750"/>
            <a:ext cx="2362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D5C3"/>
                </a:solidFill>
              </a:defRPr>
            </a:defPPr>
            <a:lvl1pPr>
              <a:defRPr sz="1200" b="0">
                <a:solidFill>
                  <a:srgbClr val="BED5C3"/>
                </a:solidFill>
              </a:defRPr>
            </a:lvl1pPr>
            <a:lvl2pPr>
              <a:defRPr sz="1200" b="0">
                <a:solidFill>
                  <a:srgbClr val="BED5C3"/>
                </a:solidFill>
              </a:defRPr>
            </a:lvl2pPr>
            <a:lvl3pPr>
              <a:defRPr sz="1200" b="0">
                <a:solidFill>
                  <a:srgbClr val="BED5C3"/>
                </a:solidFill>
              </a:defRPr>
            </a:lvl3pPr>
            <a:lvl4pPr>
              <a:defRPr sz="1200" b="0">
                <a:solidFill>
                  <a:srgbClr val="BED5C3"/>
                </a:solidFill>
              </a:defRPr>
            </a:lvl4pPr>
            <a:lvl5pPr>
              <a:defRPr sz="1200" b="0">
                <a:solidFill>
                  <a:srgbClr val="BED5C3"/>
                </a:solidFill>
              </a:defRPr>
            </a:lvl5pPr>
            <a:lvl6pPr>
              <a:defRPr sz="1200" b="0">
                <a:solidFill>
                  <a:srgbClr val="BED5C3"/>
                </a:solidFill>
              </a:defRPr>
            </a:lvl6pPr>
            <a:lvl7pPr>
              <a:defRPr sz="1200" b="0">
                <a:solidFill>
                  <a:srgbClr val="BED5C3"/>
                </a:solidFill>
              </a:defRPr>
            </a:lvl7pPr>
            <a:lvl8pPr>
              <a:defRPr sz="1200" b="0">
                <a:solidFill>
                  <a:srgbClr val="BED5C3"/>
                </a:solidFill>
              </a:defRPr>
            </a:lvl8pPr>
            <a:lvl9pPr>
              <a:defRPr sz="12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D5C3"/>
                </a:solidFill>
              </a:defRPr>
            </a:pPr>
            <a:r>
              <a:rPr sz="1200" b="0">
                <a:solidFill>
                  <a:srgbClr val="BED5C3"/>
                </a:solidFill>
              </a:rPr>
              <a:t>Develop and integrate core services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9544F2C-901F-4B8F-BC23-CCA1DFAF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06680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7FD94FB-F148-4824-9B71-E4811C0B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051560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E73EE43-8BEB-4425-BE73-7E2C9888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066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8F5DF"/>
                </a:solidFill>
              </a:defRPr>
            </a:defPPr>
            <a:lvl1pPr>
              <a:defRPr sz="2100" b="1">
                <a:solidFill>
                  <a:srgbClr val="F8F5DF"/>
                </a:solidFill>
              </a:defRPr>
            </a:lvl1pPr>
            <a:lvl2pPr>
              <a:defRPr sz="2100" b="1">
                <a:solidFill>
                  <a:srgbClr val="F8F5DF"/>
                </a:solidFill>
              </a:defRPr>
            </a:lvl2pPr>
            <a:lvl3pPr>
              <a:defRPr sz="2100" b="1">
                <a:solidFill>
                  <a:srgbClr val="F8F5DF"/>
                </a:solidFill>
              </a:defRPr>
            </a:lvl3pPr>
            <a:lvl4pPr>
              <a:defRPr sz="2100" b="1">
                <a:solidFill>
                  <a:srgbClr val="F8F5DF"/>
                </a:solidFill>
              </a:defRPr>
            </a:lvl4pPr>
            <a:lvl5pPr>
              <a:defRPr sz="2100" b="1">
                <a:solidFill>
                  <a:srgbClr val="F8F5DF"/>
                </a:solidFill>
              </a:defRPr>
            </a:lvl5pPr>
            <a:lvl6pPr>
              <a:defRPr sz="2100" b="1">
                <a:solidFill>
                  <a:srgbClr val="F8F5DF"/>
                </a:solidFill>
              </a:defRPr>
            </a:lvl6pPr>
            <a:lvl7pPr>
              <a:defRPr sz="2100" b="1">
                <a:solidFill>
                  <a:srgbClr val="F8F5DF"/>
                </a:solidFill>
              </a:defRPr>
            </a:lvl7pPr>
            <a:lvl8pPr>
              <a:defRPr sz="2100" b="1">
                <a:solidFill>
                  <a:srgbClr val="F8F5DF"/>
                </a:solidFill>
              </a:defRPr>
            </a:lvl8pPr>
            <a:lvl9pPr>
              <a:defRPr sz="21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8F5DF"/>
                </a:solidFill>
              </a:defRPr>
            </a:pPr>
            <a:r>
              <a:rPr sz="2100" b="1">
                <a:solidFill>
                  <a:srgbClr val="F8F5DF"/>
                </a:solidFill>
              </a:rPr>
              <a:t>4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8C13035-FC1C-4BF4-90FA-063D5A18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43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Test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73155CF-FE1C-4ECB-805C-6E7A4DCE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715750"/>
            <a:ext cx="2362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D5C3"/>
                </a:solidFill>
              </a:defRPr>
            </a:defPPr>
            <a:lvl1pPr>
              <a:defRPr sz="1200" b="0">
                <a:solidFill>
                  <a:srgbClr val="BED5C3"/>
                </a:solidFill>
              </a:defRPr>
            </a:lvl1pPr>
            <a:lvl2pPr>
              <a:defRPr sz="1200" b="0">
                <a:solidFill>
                  <a:srgbClr val="BED5C3"/>
                </a:solidFill>
              </a:defRPr>
            </a:lvl2pPr>
            <a:lvl3pPr>
              <a:defRPr sz="1200" b="0">
                <a:solidFill>
                  <a:srgbClr val="BED5C3"/>
                </a:solidFill>
              </a:defRPr>
            </a:lvl3pPr>
            <a:lvl4pPr>
              <a:defRPr sz="1200" b="0">
                <a:solidFill>
                  <a:srgbClr val="BED5C3"/>
                </a:solidFill>
              </a:defRPr>
            </a:lvl4pPr>
            <a:lvl5pPr>
              <a:defRPr sz="1200" b="0">
                <a:solidFill>
                  <a:srgbClr val="BED5C3"/>
                </a:solidFill>
              </a:defRPr>
            </a:lvl5pPr>
            <a:lvl6pPr>
              <a:defRPr sz="1200" b="0">
                <a:solidFill>
                  <a:srgbClr val="BED5C3"/>
                </a:solidFill>
              </a:defRPr>
            </a:lvl6pPr>
            <a:lvl7pPr>
              <a:defRPr sz="1200" b="0">
                <a:solidFill>
                  <a:srgbClr val="BED5C3"/>
                </a:solidFill>
              </a:defRPr>
            </a:lvl7pPr>
            <a:lvl8pPr>
              <a:defRPr sz="1200" b="0">
                <a:solidFill>
                  <a:srgbClr val="BED5C3"/>
                </a:solidFill>
              </a:defRPr>
            </a:lvl8pPr>
            <a:lvl9pPr>
              <a:defRPr sz="12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D5C3"/>
                </a:solidFill>
              </a:defRPr>
            </a:pPr>
            <a:r>
              <a:rPr sz="1200" b="0">
                <a:solidFill>
                  <a:srgbClr val="BED5C3"/>
                </a:solidFill>
              </a:rPr>
              <a:t>Validate functions, access, and usability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FC66567-2A55-40E1-9265-B4DFE6B6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106680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EEDBD41-1B71-40A9-B7AD-5BF1D252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051560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F0CD2C2-1BA0-413D-A6F5-D36E7987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066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8F5DF"/>
                </a:solidFill>
              </a:defRPr>
            </a:defPPr>
            <a:lvl1pPr>
              <a:defRPr sz="2100" b="1">
                <a:solidFill>
                  <a:srgbClr val="F8F5DF"/>
                </a:solidFill>
              </a:defRPr>
            </a:lvl1pPr>
            <a:lvl2pPr>
              <a:defRPr sz="2100" b="1">
                <a:solidFill>
                  <a:srgbClr val="F8F5DF"/>
                </a:solidFill>
              </a:defRPr>
            </a:lvl2pPr>
            <a:lvl3pPr>
              <a:defRPr sz="2100" b="1">
                <a:solidFill>
                  <a:srgbClr val="F8F5DF"/>
                </a:solidFill>
              </a:defRPr>
            </a:lvl3pPr>
            <a:lvl4pPr>
              <a:defRPr sz="2100" b="1">
                <a:solidFill>
                  <a:srgbClr val="F8F5DF"/>
                </a:solidFill>
              </a:defRPr>
            </a:lvl4pPr>
            <a:lvl5pPr>
              <a:defRPr sz="2100" b="1">
                <a:solidFill>
                  <a:srgbClr val="F8F5DF"/>
                </a:solidFill>
              </a:defRPr>
            </a:lvl5pPr>
            <a:lvl6pPr>
              <a:defRPr sz="2100" b="1">
                <a:solidFill>
                  <a:srgbClr val="F8F5DF"/>
                </a:solidFill>
              </a:defRPr>
            </a:lvl6pPr>
            <a:lvl7pPr>
              <a:defRPr sz="2100" b="1">
                <a:solidFill>
                  <a:srgbClr val="F8F5DF"/>
                </a:solidFill>
              </a:defRPr>
            </a:lvl7pPr>
            <a:lvl8pPr>
              <a:defRPr sz="2100" b="1">
                <a:solidFill>
                  <a:srgbClr val="F8F5DF"/>
                </a:solidFill>
              </a:defRPr>
            </a:lvl8pPr>
            <a:lvl9pPr>
              <a:defRPr sz="21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8F5DF"/>
                </a:solidFill>
              </a:defRPr>
            </a:pPr>
            <a:r>
              <a:rPr sz="2100" b="1">
                <a:solidFill>
                  <a:srgbClr val="F8F5DF"/>
                </a:solidFill>
              </a:rPr>
              <a:t>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370EA58-F711-4AF0-B7C0-C506564A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143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Refine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9518457-3475-477B-ABFE-2C72505D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1715750"/>
            <a:ext cx="2362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D5C3"/>
                </a:solidFill>
              </a:defRPr>
            </a:defPPr>
            <a:lvl1pPr>
              <a:defRPr sz="1200" b="0">
                <a:solidFill>
                  <a:srgbClr val="BED5C3"/>
                </a:solidFill>
              </a:defRPr>
            </a:lvl1pPr>
            <a:lvl2pPr>
              <a:defRPr sz="1200" b="0">
                <a:solidFill>
                  <a:srgbClr val="BED5C3"/>
                </a:solidFill>
              </a:defRPr>
            </a:lvl2pPr>
            <a:lvl3pPr>
              <a:defRPr sz="1200" b="0">
                <a:solidFill>
                  <a:srgbClr val="BED5C3"/>
                </a:solidFill>
              </a:defRPr>
            </a:lvl3pPr>
            <a:lvl4pPr>
              <a:defRPr sz="1200" b="0">
                <a:solidFill>
                  <a:srgbClr val="BED5C3"/>
                </a:solidFill>
              </a:defRPr>
            </a:lvl4pPr>
            <a:lvl5pPr>
              <a:defRPr sz="1200" b="0">
                <a:solidFill>
                  <a:srgbClr val="BED5C3"/>
                </a:solidFill>
              </a:defRPr>
            </a:lvl5pPr>
            <a:lvl6pPr>
              <a:defRPr sz="1200" b="0">
                <a:solidFill>
                  <a:srgbClr val="BED5C3"/>
                </a:solidFill>
              </a:defRPr>
            </a:lvl6pPr>
            <a:lvl7pPr>
              <a:defRPr sz="1200" b="0">
                <a:solidFill>
                  <a:srgbClr val="BED5C3"/>
                </a:solidFill>
              </a:defRPr>
            </a:lvl7pPr>
            <a:lvl8pPr>
              <a:defRPr sz="1200" b="0">
                <a:solidFill>
                  <a:srgbClr val="BED5C3"/>
                </a:solidFill>
              </a:defRPr>
            </a:lvl8pPr>
            <a:lvl9pPr>
              <a:defRPr sz="12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D5C3"/>
                </a:solidFill>
              </a:defRPr>
            </a:pPr>
            <a:r>
              <a:rPr sz="1200" b="0">
                <a:solidFill>
                  <a:srgbClr val="BED5C3"/>
                </a:solidFill>
              </a:rPr>
              <a:t>Improve from feedback and observed issues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9432B8C-AC9F-48FF-92A5-41411FED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629775"/>
            <a:ext cx="138303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D3672D2-897B-466A-A876-2E54C23E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98679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08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A16D8BB-717D-49C3-8BCF-D7A4822B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9877425"/>
            <a:ext cx="1253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User roles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3730233-B60D-4B50-B183-BB21FA10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10448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BB9ED"/>
                </a:solidFill>
              </a:defRPr>
            </a:defPPr>
            <a:lvl1pPr>
              <a:defRPr sz="1425" b="1">
                <a:solidFill>
                  <a:srgbClr val="2BB9ED"/>
                </a:solidFill>
              </a:defRPr>
            </a:lvl1pPr>
            <a:lvl2pPr>
              <a:defRPr sz="1425" b="1">
                <a:solidFill>
                  <a:srgbClr val="2BB9ED"/>
                </a:solidFill>
              </a:defRPr>
            </a:lvl2pPr>
            <a:lvl3pPr>
              <a:defRPr sz="1425" b="1">
                <a:solidFill>
                  <a:srgbClr val="2BB9ED"/>
                </a:solidFill>
              </a:defRPr>
            </a:lvl3pPr>
            <a:lvl4pPr>
              <a:defRPr sz="1425" b="1">
                <a:solidFill>
                  <a:srgbClr val="2BB9ED"/>
                </a:solidFill>
              </a:defRPr>
            </a:lvl4pPr>
            <a:lvl5pPr>
              <a:defRPr sz="1425" b="1">
                <a:solidFill>
                  <a:srgbClr val="2BB9ED"/>
                </a:solidFill>
              </a:defRPr>
            </a:lvl5pPr>
            <a:lvl6pPr>
              <a:defRPr sz="1425" b="1">
                <a:solidFill>
                  <a:srgbClr val="2BB9ED"/>
                </a:solidFill>
              </a:defRPr>
            </a:lvl6pPr>
            <a:lvl7pPr>
              <a:defRPr sz="1425" b="1">
                <a:solidFill>
                  <a:srgbClr val="2BB9ED"/>
                </a:solidFill>
              </a:defRPr>
            </a:lvl7pPr>
            <a:lvl8pPr>
              <a:defRPr sz="1425" b="1">
                <a:solidFill>
                  <a:srgbClr val="2BB9ED"/>
                </a:solidFill>
              </a:defRPr>
            </a:lvl8pPr>
            <a:lvl9pPr>
              <a:defRPr sz="1425" b="1">
                <a:solidFill>
                  <a:srgbClr val="2BB9ED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BB9ED"/>
                </a:solidFill>
              </a:defRPr>
            </a:pPr>
            <a:r>
              <a:rPr sz="1425" b="1">
                <a:solidFill>
                  <a:srgbClr val="2BB9ED"/>
                </a:solidFill>
              </a:rPr>
              <a:t>●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FA4D6F4-B03E-4662-9E36-85313F41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104489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Student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DE2EB1D-A329-4921-9C20-6D579F30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1044892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ED5C3"/>
                </a:solidFill>
              </a:defRPr>
            </a:defPPr>
            <a:lvl1pPr>
              <a:defRPr sz="1425" b="0">
                <a:solidFill>
                  <a:srgbClr val="BED5C3"/>
                </a:solidFill>
              </a:defRPr>
            </a:lvl1pPr>
            <a:lvl2pPr>
              <a:defRPr sz="1425" b="0">
                <a:solidFill>
                  <a:srgbClr val="BED5C3"/>
                </a:solidFill>
              </a:defRPr>
            </a:lvl2pPr>
            <a:lvl3pPr>
              <a:defRPr sz="1425" b="0">
                <a:solidFill>
                  <a:srgbClr val="BED5C3"/>
                </a:solidFill>
              </a:defRPr>
            </a:lvl3pPr>
            <a:lvl4pPr>
              <a:defRPr sz="1425" b="0">
                <a:solidFill>
                  <a:srgbClr val="BED5C3"/>
                </a:solidFill>
              </a:defRPr>
            </a:lvl4pPr>
            <a:lvl5pPr>
              <a:defRPr sz="1425" b="0">
                <a:solidFill>
                  <a:srgbClr val="BED5C3"/>
                </a:solidFill>
              </a:defRPr>
            </a:lvl5pPr>
            <a:lvl6pPr>
              <a:defRPr sz="1425" b="0">
                <a:solidFill>
                  <a:srgbClr val="BED5C3"/>
                </a:solidFill>
              </a:defRPr>
            </a:lvl6pPr>
            <a:lvl7pPr>
              <a:defRPr sz="1425" b="0">
                <a:solidFill>
                  <a:srgbClr val="BED5C3"/>
                </a:solidFill>
              </a:defRPr>
            </a:lvl7pPr>
            <a:lvl8pPr>
              <a:defRPr sz="1425" b="0">
                <a:solidFill>
                  <a:srgbClr val="BED5C3"/>
                </a:solidFill>
              </a:defRPr>
            </a:lvl8pPr>
            <a:lvl9pPr>
              <a:defRPr sz="14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ED5C3"/>
                </a:solidFill>
              </a:defRPr>
            </a:pPr>
            <a:r>
              <a:rPr sz="1425" b="0">
                <a:solidFill>
                  <a:srgbClr val="BED5C3"/>
                </a:solidFill>
              </a:rPr>
              <a:t>Submit concerns, join events, view announcements.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0913FB0-83EA-41D4-AD73-9B0686A4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10896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59447"/>
                </a:solidFill>
              </a:defRPr>
            </a:defPPr>
            <a:lvl1pPr>
              <a:defRPr sz="1425" b="1">
                <a:solidFill>
                  <a:srgbClr val="159447"/>
                </a:solidFill>
              </a:defRPr>
            </a:lvl1pPr>
            <a:lvl2pPr>
              <a:defRPr sz="1425" b="1">
                <a:solidFill>
                  <a:srgbClr val="159447"/>
                </a:solidFill>
              </a:defRPr>
            </a:lvl2pPr>
            <a:lvl3pPr>
              <a:defRPr sz="1425" b="1">
                <a:solidFill>
                  <a:srgbClr val="159447"/>
                </a:solidFill>
              </a:defRPr>
            </a:lvl3pPr>
            <a:lvl4pPr>
              <a:defRPr sz="1425" b="1">
                <a:solidFill>
                  <a:srgbClr val="159447"/>
                </a:solidFill>
              </a:defRPr>
            </a:lvl4pPr>
            <a:lvl5pPr>
              <a:defRPr sz="1425" b="1">
                <a:solidFill>
                  <a:srgbClr val="159447"/>
                </a:solidFill>
              </a:defRPr>
            </a:lvl5pPr>
            <a:lvl6pPr>
              <a:defRPr sz="1425" b="1">
                <a:solidFill>
                  <a:srgbClr val="159447"/>
                </a:solidFill>
              </a:defRPr>
            </a:lvl6pPr>
            <a:lvl7pPr>
              <a:defRPr sz="1425" b="1">
                <a:solidFill>
                  <a:srgbClr val="159447"/>
                </a:solidFill>
              </a:defRPr>
            </a:lvl7pPr>
            <a:lvl8pPr>
              <a:defRPr sz="1425" b="1">
                <a:solidFill>
                  <a:srgbClr val="159447"/>
                </a:solidFill>
              </a:defRPr>
            </a:lvl8pPr>
            <a:lvl9pPr>
              <a:defRPr sz="1425" b="1">
                <a:solidFill>
                  <a:srgbClr val="159447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9447"/>
                </a:solidFill>
              </a:defRPr>
            </a:pPr>
            <a:r>
              <a:rPr sz="1425" b="1">
                <a:solidFill>
                  <a:srgbClr val="159447"/>
                </a:solidFill>
              </a:rPr>
              <a:t>●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A51E2FF-79F9-4E7C-9435-C25D83AE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10896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Officer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55C050C-B225-4DD4-8D5A-814EDA63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108966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ED5C3"/>
                </a:solidFill>
              </a:defRPr>
            </a:defPPr>
            <a:lvl1pPr>
              <a:defRPr sz="1425" b="0">
                <a:solidFill>
                  <a:srgbClr val="BED5C3"/>
                </a:solidFill>
              </a:defRPr>
            </a:lvl1pPr>
            <a:lvl2pPr>
              <a:defRPr sz="1425" b="0">
                <a:solidFill>
                  <a:srgbClr val="BED5C3"/>
                </a:solidFill>
              </a:defRPr>
            </a:lvl2pPr>
            <a:lvl3pPr>
              <a:defRPr sz="1425" b="0">
                <a:solidFill>
                  <a:srgbClr val="BED5C3"/>
                </a:solidFill>
              </a:defRPr>
            </a:lvl3pPr>
            <a:lvl4pPr>
              <a:defRPr sz="1425" b="0">
                <a:solidFill>
                  <a:srgbClr val="BED5C3"/>
                </a:solidFill>
              </a:defRPr>
            </a:lvl4pPr>
            <a:lvl5pPr>
              <a:defRPr sz="1425" b="0">
                <a:solidFill>
                  <a:srgbClr val="BED5C3"/>
                </a:solidFill>
              </a:defRPr>
            </a:lvl5pPr>
            <a:lvl6pPr>
              <a:defRPr sz="1425" b="0">
                <a:solidFill>
                  <a:srgbClr val="BED5C3"/>
                </a:solidFill>
              </a:defRPr>
            </a:lvl6pPr>
            <a:lvl7pPr>
              <a:defRPr sz="1425" b="0">
                <a:solidFill>
                  <a:srgbClr val="BED5C3"/>
                </a:solidFill>
              </a:defRPr>
            </a:lvl7pPr>
            <a:lvl8pPr>
              <a:defRPr sz="1425" b="0">
                <a:solidFill>
                  <a:srgbClr val="BED5C3"/>
                </a:solidFill>
              </a:defRPr>
            </a:lvl8pPr>
            <a:lvl9pPr>
              <a:defRPr sz="14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ED5C3"/>
                </a:solidFill>
              </a:defRPr>
            </a:pPr>
            <a:r>
              <a:rPr sz="1425" b="0">
                <a:solidFill>
                  <a:srgbClr val="BED5C3"/>
                </a:solidFill>
              </a:rPr>
              <a:t>Manage tasks, members, budgets, and activities.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91889E3-3001-481D-8D9A-6A48A6BE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113442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9A25"/>
                </a:solidFill>
              </a:defRPr>
            </a:defPPr>
            <a:lvl1pPr>
              <a:defRPr sz="1425" b="1">
                <a:solidFill>
                  <a:srgbClr val="FF9A25"/>
                </a:solidFill>
              </a:defRPr>
            </a:lvl1pPr>
            <a:lvl2pPr>
              <a:defRPr sz="1425" b="1">
                <a:solidFill>
                  <a:srgbClr val="FF9A25"/>
                </a:solidFill>
              </a:defRPr>
            </a:lvl2pPr>
            <a:lvl3pPr>
              <a:defRPr sz="1425" b="1">
                <a:solidFill>
                  <a:srgbClr val="FF9A25"/>
                </a:solidFill>
              </a:defRPr>
            </a:lvl3pPr>
            <a:lvl4pPr>
              <a:defRPr sz="1425" b="1">
                <a:solidFill>
                  <a:srgbClr val="FF9A25"/>
                </a:solidFill>
              </a:defRPr>
            </a:lvl4pPr>
            <a:lvl5pPr>
              <a:defRPr sz="1425" b="1">
                <a:solidFill>
                  <a:srgbClr val="FF9A25"/>
                </a:solidFill>
              </a:defRPr>
            </a:lvl5pPr>
            <a:lvl6pPr>
              <a:defRPr sz="1425" b="1">
                <a:solidFill>
                  <a:srgbClr val="FF9A25"/>
                </a:solidFill>
              </a:defRPr>
            </a:lvl6pPr>
            <a:lvl7pPr>
              <a:defRPr sz="1425" b="1">
                <a:solidFill>
                  <a:srgbClr val="FF9A25"/>
                </a:solidFill>
              </a:defRPr>
            </a:lvl7pPr>
            <a:lvl8pPr>
              <a:defRPr sz="1425" b="1">
                <a:solidFill>
                  <a:srgbClr val="FF9A25"/>
                </a:solidFill>
              </a:defRPr>
            </a:lvl8pPr>
            <a:lvl9pPr>
              <a:defRPr sz="1425" b="1">
                <a:solidFill>
                  <a:srgbClr val="FF9A2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9A25"/>
                </a:solidFill>
              </a:defRPr>
            </a:pPr>
            <a:r>
              <a:rPr sz="1425" b="1">
                <a:solidFill>
                  <a:srgbClr val="FF9A25"/>
                </a:solidFill>
              </a:rPr>
              <a:t>●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C06AD6B-B28B-49FA-93D4-0F112AB2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113442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President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601BA4C-6D18-423B-9270-456EBEF9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113442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ED5C3"/>
                </a:solidFill>
              </a:defRPr>
            </a:defPPr>
            <a:lvl1pPr>
              <a:defRPr sz="1425" b="0">
                <a:solidFill>
                  <a:srgbClr val="BED5C3"/>
                </a:solidFill>
              </a:defRPr>
            </a:lvl1pPr>
            <a:lvl2pPr>
              <a:defRPr sz="1425" b="0">
                <a:solidFill>
                  <a:srgbClr val="BED5C3"/>
                </a:solidFill>
              </a:defRPr>
            </a:lvl2pPr>
            <a:lvl3pPr>
              <a:defRPr sz="1425" b="0">
                <a:solidFill>
                  <a:srgbClr val="BED5C3"/>
                </a:solidFill>
              </a:defRPr>
            </a:lvl3pPr>
            <a:lvl4pPr>
              <a:defRPr sz="1425" b="0">
                <a:solidFill>
                  <a:srgbClr val="BED5C3"/>
                </a:solidFill>
              </a:defRPr>
            </a:lvl4pPr>
            <a:lvl5pPr>
              <a:defRPr sz="1425" b="0">
                <a:solidFill>
                  <a:srgbClr val="BED5C3"/>
                </a:solidFill>
              </a:defRPr>
            </a:lvl5pPr>
            <a:lvl6pPr>
              <a:defRPr sz="1425" b="0">
                <a:solidFill>
                  <a:srgbClr val="BED5C3"/>
                </a:solidFill>
              </a:defRPr>
            </a:lvl6pPr>
            <a:lvl7pPr>
              <a:defRPr sz="1425" b="0">
                <a:solidFill>
                  <a:srgbClr val="BED5C3"/>
                </a:solidFill>
              </a:defRPr>
            </a:lvl7pPr>
            <a:lvl8pPr>
              <a:defRPr sz="1425" b="0">
                <a:solidFill>
                  <a:srgbClr val="BED5C3"/>
                </a:solidFill>
              </a:defRPr>
            </a:lvl8pPr>
            <a:lvl9pPr>
              <a:defRPr sz="14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ED5C3"/>
                </a:solidFill>
              </a:defRPr>
            </a:pPr>
            <a:r>
              <a:rPr sz="1425" b="0">
                <a:solidFill>
                  <a:srgbClr val="BED5C3"/>
                </a:solidFill>
              </a:rPr>
              <a:t>Coordinate organization-wide council operations.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8DCF196-4FFE-45CB-902C-3B6FBCCF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11791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9B6BFF"/>
                </a:solidFill>
              </a:defRPr>
            </a:defPPr>
            <a:lvl1pPr>
              <a:defRPr sz="1425" b="1">
                <a:solidFill>
                  <a:srgbClr val="9B6BFF"/>
                </a:solidFill>
              </a:defRPr>
            </a:lvl1pPr>
            <a:lvl2pPr>
              <a:defRPr sz="1425" b="1">
                <a:solidFill>
                  <a:srgbClr val="9B6BFF"/>
                </a:solidFill>
              </a:defRPr>
            </a:lvl2pPr>
            <a:lvl3pPr>
              <a:defRPr sz="1425" b="1">
                <a:solidFill>
                  <a:srgbClr val="9B6BFF"/>
                </a:solidFill>
              </a:defRPr>
            </a:lvl3pPr>
            <a:lvl4pPr>
              <a:defRPr sz="1425" b="1">
                <a:solidFill>
                  <a:srgbClr val="9B6BFF"/>
                </a:solidFill>
              </a:defRPr>
            </a:lvl4pPr>
            <a:lvl5pPr>
              <a:defRPr sz="1425" b="1">
                <a:solidFill>
                  <a:srgbClr val="9B6BFF"/>
                </a:solidFill>
              </a:defRPr>
            </a:lvl5pPr>
            <a:lvl6pPr>
              <a:defRPr sz="1425" b="1">
                <a:solidFill>
                  <a:srgbClr val="9B6BFF"/>
                </a:solidFill>
              </a:defRPr>
            </a:lvl6pPr>
            <a:lvl7pPr>
              <a:defRPr sz="1425" b="1">
                <a:solidFill>
                  <a:srgbClr val="9B6BFF"/>
                </a:solidFill>
              </a:defRPr>
            </a:lvl7pPr>
            <a:lvl8pPr>
              <a:defRPr sz="1425" b="1">
                <a:solidFill>
                  <a:srgbClr val="9B6BFF"/>
                </a:solidFill>
              </a:defRPr>
            </a:lvl8pPr>
            <a:lvl9pPr>
              <a:defRPr sz="1425" b="1">
                <a:solidFill>
                  <a:srgbClr val="9B6B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9B6BFF"/>
                </a:solidFill>
              </a:defRPr>
            </a:pPr>
            <a:r>
              <a:rPr sz="1425" b="1">
                <a:solidFill>
                  <a:srgbClr val="9B6BFF"/>
                </a:solidFill>
              </a:rPr>
              <a:t>●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B21C8B3-78F3-49DC-BF1F-4BD0F213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11791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Administrator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34B0713-D661-4F48-9FD6-91A2DEFB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11791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ED5C3"/>
                </a:solidFill>
              </a:defRPr>
            </a:defPPr>
            <a:lvl1pPr>
              <a:defRPr sz="1425" b="0">
                <a:solidFill>
                  <a:srgbClr val="BED5C3"/>
                </a:solidFill>
              </a:defRPr>
            </a:lvl1pPr>
            <a:lvl2pPr>
              <a:defRPr sz="1425" b="0">
                <a:solidFill>
                  <a:srgbClr val="BED5C3"/>
                </a:solidFill>
              </a:defRPr>
            </a:lvl2pPr>
            <a:lvl3pPr>
              <a:defRPr sz="1425" b="0">
                <a:solidFill>
                  <a:srgbClr val="BED5C3"/>
                </a:solidFill>
              </a:defRPr>
            </a:lvl3pPr>
            <a:lvl4pPr>
              <a:defRPr sz="1425" b="0">
                <a:solidFill>
                  <a:srgbClr val="BED5C3"/>
                </a:solidFill>
              </a:defRPr>
            </a:lvl4pPr>
            <a:lvl5pPr>
              <a:defRPr sz="1425" b="0">
                <a:solidFill>
                  <a:srgbClr val="BED5C3"/>
                </a:solidFill>
              </a:defRPr>
            </a:lvl5pPr>
            <a:lvl6pPr>
              <a:defRPr sz="1425" b="0">
                <a:solidFill>
                  <a:srgbClr val="BED5C3"/>
                </a:solidFill>
              </a:defRPr>
            </a:lvl6pPr>
            <a:lvl7pPr>
              <a:defRPr sz="1425" b="0">
                <a:solidFill>
                  <a:srgbClr val="BED5C3"/>
                </a:solidFill>
              </a:defRPr>
            </a:lvl7pPr>
            <a:lvl8pPr>
              <a:defRPr sz="1425" b="0">
                <a:solidFill>
                  <a:srgbClr val="BED5C3"/>
                </a:solidFill>
              </a:defRPr>
            </a:lvl8pPr>
            <a:lvl9pPr>
              <a:defRPr sz="14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ED5C3"/>
                </a:solidFill>
              </a:defRPr>
            </a:pPr>
            <a:r>
              <a:rPr sz="1425" b="0">
                <a:solidFill>
                  <a:srgbClr val="BED5C3"/>
                </a:solidFill>
              </a:rPr>
              <a:t>Verify accounts, oversee records, and audit access.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767CE49-3651-487A-A226-75DFA52D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0" y="9629775"/>
            <a:ext cx="13830300" cy="5476875"/>
          </a:xfrm>
          <a:prstGeom xmlns:a="http://schemas.openxmlformats.org/drawingml/2006/main" prst="roundRect">
            <a:avLst>
              <a:gd name="adj" fmla="val 2087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D8AC571-E12C-402B-BC82-F7233D18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0" y="98679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09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1987046-0805-485C-A5C8-C54EB38D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3300" y="9877425"/>
            <a:ext cx="1253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System screenshots</a:t>
            </a:r>
          </a:p>
        </p:txBody>
      </p:sp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287C225-0A68-48ED-AE28-1ADE2E8FF3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9f96427d0494a"/>
          <a:srcRect xmlns:a="http://schemas.openxmlformats.org/drawingml/2006/main" l="0" t="5653" r="0" b="56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17975" y="10458450"/>
            <a:ext cx="40576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5927088-45D4-441A-BF20-BD41A5A5D7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8799e3d7c49c0"/>
          <a:srcRect xmlns:a="http://schemas.openxmlformats.org/drawingml/2006/main" l="0" t="5997" r="0" b="59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56625" y="10458450"/>
            <a:ext cx="40576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87BC91D-94F8-484E-A33D-5974E1CF80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2ca0d3a6e4b7d"/>
          <a:srcRect xmlns:a="http://schemas.openxmlformats.org/drawingml/2006/main" l="0" t="5372" r="0" b="53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395275" y="10458450"/>
            <a:ext cx="40576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700011D-3E14-4163-B4A5-57A3EDCD89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56c59d04f4a3f"/>
          <a:srcRect xmlns:a="http://schemas.openxmlformats.org/drawingml/2006/main" l="0" t="5464" r="0" b="54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17975" y="12611100"/>
            <a:ext cx="40576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190116F-EB6E-4CE3-8784-340F1F1510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c1b956b4a41ac"/>
          <a:srcRect xmlns:a="http://schemas.openxmlformats.org/drawingml/2006/main" l="0" t="5927" r="0" b="59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56625" y="12611100"/>
            <a:ext cx="40576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EE8D02B-4A0D-41B2-BC00-16C33B58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5275" y="12611100"/>
            <a:ext cx="40576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E2ECAC0-8316-40BD-B72C-3B831DBE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8650" y="12954000"/>
            <a:ext cx="3390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8F5DF"/>
                </a:solidFill>
              </a:defRPr>
            </a:defPPr>
            <a:lvl1pPr>
              <a:defRPr sz="2025" b="1">
                <a:solidFill>
                  <a:srgbClr val="F8F5DF"/>
                </a:solidFill>
              </a:defRPr>
            </a:lvl1pPr>
            <a:lvl2pPr>
              <a:defRPr sz="2025" b="1">
                <a:solidFill>
                  <a:srgbClr val="F8F5DF"/>
                </a:solidFill>
              </a:defRPr>
            </a:lvl2pPr>
            <a:lvl3pPr>
              <a:defRPr sz="2025" b="1">
                <a:solidFill>
                  <a:srgbClr val="F8F5DF"/>
                </a:solidFill>
              </a:defRPr>
            </a:lvl3pPr>
            <a:lvl4pPr>
              <a:defRPr sz="2025" b="1">
                <a:solidFill>
                  <a:srgbClr val="F8F5DF"/>
                </a:solidFill>
              </a:defRPr>
            </a:lvl4pPr>
            <a:lvl5pPr>
              <a:defRPr sz="2025" b="1">
                <a:solidFill>
                  <a:srgbClr val="F8F5DF"/>
                </a:solidFill>
              </a:defRPr>
            </a:lvl5pPr>
            <a:lvl6pPr>
              <a:defRPr sz="2025" b="1">
                <a:solidFill>
                  <a:srgbClr val="F8F5DF"/>
                </a:solidFill>
              </a:defRPr>
            </a:lvl6pPr>
            <a:lvl7pPr>
              <a:defRPr sz="2025" b="1">
                <a:solidFill>
                  <a:srgbClr val="F8F5DF"/>
                </a:solidFill>
              </a:defRPr>
            </a:lvl7pPr>
            <a:lvl8pPr>
              <a:defRPr sz="2025" b="1">
                <a:solidFill>
                  <a:srgbClr val="F8F5DF"/>
                </a:solidFill>
              </a:defRPr>
            </a:lvl8pPr>
            <a:lvl9pPr>
              <a:defRPr sz="20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8F5DF"/>
                </a:solidFill>
              </a:defRPr>
            </a:pPr>
            <a:r>
              <a:rPr sz="2025" b="1">
                <a:solidFill>
                  <a:srgbClr val="F8F5DF"/>
                </a:solidFill>
              </a:rPr>
              <a:t>CouncilForge connects participation with accountable council operations.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8FA9690-398F-493D-AC8A-3FCC975A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4350" y="13982700"/>
            <a:ext cx="361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71E0A0"/>
                </a:solidFill>
              </a:defRPr>
            </a:defPPr>
            <a:lvl1pPr>
              <a:defRPr sz="1350" b="1">
                <a:solidFill>
                  <a:srgbClr val="71E0A0"/>
                </a:solidFill>
              </a:defRPr>
            </a:lvl1pPr>
            <a:lvl2pPr>
              <a:defRPr sz="1350" b="1">
                <a:solidFill>
                  <a:srgbClr val="71E0A0"/>
                </a:solidFill>
              </a:defRPr>
            </a:lvl2pPr>
            <a:lvl3pPr>
              <a:defRPr sz="1350" b="1">
                <a:solidFill>
                  <a:srgbClr val="71E0A0"/>
                </a:solidFill>
              </a:defRPr>
            </a:lvl3pPr>
            <a:lvl4pPr>
              <a:defRPr sz="1350" b="1">
                <a:solidFill>
                  <a:srgbClr val="71E0A0"/>
                </a:solidFill>
              </a:defRPr>
            </a:lvl4pPr>
            <a:lvl5pPr>
              <a:defRPr sz="1350" b="1">
                <a:solidFill>
                  <a:srgbClr val="71E0A0"/>
                </a:solidFill>
              </a:defRPr>
            </a:lvl5pPr>
            <a:lvl6pPr>
              <a:defRPr sz="1350" b="1">
                <a:solidFill>
                  <a:srgbClr val="71E0A0"/>
                </a:solidFill>
              </a:defRPr>
            </a:lvl6pPr>
            <a:lvl7pPr>
              <a:defRPr sz="1350" b="1">
                <a:solidFill>
                  <a:srgbClr val="71E0A0"/>
                </a:solidFill>
              </a:defRPr>
            </a:lvl7pPr>
            <a:lvl8pPr>
              <a:defRPr sz="1350" b="1">
                <a:solidFill>
                  <a:srgbClr val="71E0A0"/>
                </a:solidFill>
              </a:defRPr>
            </a:lvl8pPr>
            <a:lvl9pPr>
              <a:defRPr sz="13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1E0A0"/>
                </a:solidFill>
              </a:defRPr>
            </a:pPr>
            <a:r>
              <a:rPr sz="1350" b="1">
                <a:solidFill>
                  <a:srgbClr val="71E0A0"/>
                </a:solidFill>
              </a:rPr>
              <a:t>Students  •  Councils  •  Administration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BC40D1D-AACD-41AE-93D0-CC85E8E1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640050"/>
            <a:ext cx="416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CouncilForge  |  Student Council Management System  |  Built for campus participation, coordination, and transparent governance</a:t>
            </a:r>
          </a:p>
        </p:txBody>
      </p:sp>
    </p:spTree>
    <p:extLst>
      <p:ext uri="{BB962C8B-B14F-4D97-AF65-F5344CB8AC3E}">
        <p14:creationId xmlns:p14="http://schemas.microsoft.com/office/powerpoint/2010/main" val="1654365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2026-10-19T05:23:00.8530000Z</dcterms:created>
  <dcterms:modified xsi:type="dcterms:W3CDTF">2026-10-19T05:23:00.8530000Z</dcterms:modified>
</coreProperties>
</file>