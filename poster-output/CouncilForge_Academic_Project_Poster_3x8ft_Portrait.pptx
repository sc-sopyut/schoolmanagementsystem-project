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e8f6509d64912" /><Relationship Type="http://schemas.openxmlformats.org/officeDocument/2006/relationships/extended-properties" Target="/docProps/app.xml" Id="Rf6d5d900e4f8449f" /><Relationship Type="http://schemas.openxmlformats.org/officeDocument/2006/relationships/officeDocument" Target="/ppt/presentation.xml" Id="R69914c0fcc1c4c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96231c1d4e4c91"/>
  </p:sldMasterIdLst>
  <p:notesMasterIdLst>
    <p:notesMasterId xmlns:r="http://schemas.openxmlformats.org/officeDocument/2006/relationships" r:id="R8fd2ab686d38432b"/>
  </p:notesMasterIdLst>
  <p:sldIdLst>
    <p:sldId xmlns:r="http://schemas.openxmlformats.org/officeDocument/2006/relationships" id="256" r:id="Rab90b6669e9f4948"/>
  </p:sldIdLst>
  <p:sldSz cx="16459200" cy="4389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6650ee8da04533" /><Relationship Type="http://schemas.openxmlformats.org/officeDocument/2006/relationships/slideMaster" Target="/ppt/slideMasters/slideMaster1.xml" Id="Rc396231c1d4e4c91" /><Relationship Type="http://schemas.openxmlformats.org/officeDocument/2006/relationships/notesMaster" Target="/ppt/notesMasters/notesMaster1.xml" Id="R8fd2ab686d38432b" /><Relationship Type="http://schemas.openxmlformats.org/officeDocument/2006/relationships/presProps" Target="/ppt/presProps.xml" Id="R57a10d7a3a4a43ce" /><Relationship Type="http://schemas.openxmlformats.org/officeDocument/2006/relationships/tableStyles" Target="/ppt/tableStyles.xml" Id="Rf47fed24ed374688" /><Relationship Type="http://schemas.openxmlformats.org/officeDocument/2006/relationships/slide" Target="/ppt/slides/slide1.xml" Id="Rab90b6669e9f49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430b51eeca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4019269d0471e" /><Relationship Type="http://schemas.openxmlformats.org/officeDocument/2006/relationships/notesMaster" Target="/ppt/notesMasters/notesMaster1.xml" Id="R37e14df53f66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97e5501bc4e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86f6d74254f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11de7b7614c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136e6caa141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e8c50487747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70cad0c58e42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BD9106-EA3C-494A-9DBC-1008416F73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5920" y="16581120"/>
            <a:ext cx="13167360" cy="633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602D1D-A176-439B-9030-7D29772032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68880" y="24140160"/>
            <a:ext cx="11521440" cy="48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BA5F1C-523A-4465-9322-FEBCE4D4E8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5920" y="18288000"/>
            <a:ext cx="1316736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00C0CA-4574-4E04-96AB-DC1D5D475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3413760"/>
            <a:ext cx="14607540" cy="53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687DA2-926F-48F8-8F7D-56D7F21D40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5830" y="12192000"/>
            <a:ext cx="1460754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A32962-6544-49AC-B805-91C0B1317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3413760"/>
            <a:ext cx="14607540" cy="53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834BC5-05D1-4FF2-87BB-D89FE94CD6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5830" y="12192000"/>
            <a:ext cx="678942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908EA8-4A08-4F80-A2AA-622C445F07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743950" y="12192000"/>
            <a:ext cx="678942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FE07D-0706-419F-873E-3CF4F79C7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3413760"/>
            <a:ext cx="14607540" cy="53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6A88EE-72B1-416A-BEFA-F69F2E31D5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5830" y="12192000"/>
            <a:ext cx="678942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58e70bbb9409d" /><Relationship Type="http://schemas.openxmlformats.org/officeDocument/2006/relationships/slideLayout" Target="/ppt/slideLayouts/slideLayout1.xml" Id="R2f1467ae90f1453c" /><Relationship Type="http://schemas.openxmlformats.org/officeDocument/2006/relationships/slideLayout" Target="/ppt/slideLayouts/slideLayout2.xml" Id="Rf566f7eb07fd4c48" /><Relationship Type="http://schemas.openxmlformats.org/officeDocument/2006/relationships/slideLayout" Target="/ppt/slideLayouts/slideLayout3.xml" Id="R240c2c0199584749" /><Relationship Type="http://schemas.openxmlformats.org/officeDocument/2006/relationships/slideLayout" Target="/ppt/slideLayouts/slideLayout4.xml" Id="R64c0d3b45c974580" /><Relationship Type="http://schemas.openxmlformats.org/officeDocument/2006/relationships/slideLayout" Target="/ppt/slideLayouts/slideLayout5.xml" Id="Re0a35a4855d64973" /><Relationship Type="http://schemas.openxmlformats.org/officeDocument/2006/relationships/slideLayout" Target="/ppt/slideLayouts/slideLayout6.xml" Id="Rb238ca76a08c4b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467ae90f1453c"/>
    <p:sldLayoutId xmlns:r="http://schemas.openxmlformats.org/officeDocument/2006/relationships" id="2147483650" r:id="Rf566f7eb07fd4c48"/>
    <p:sldLayoutId xmlns:r="http://schemas.openxmlformats.org/officeDocument/2006/relationships" id="2147483651" r:id="R240c2c0199584749"/>
    <p:sldLayoutId xmlns:r="http://schemas.openxmlformats.org/officeDocument/2006/relationships" id="2147483652" r:id="R64c0d3b45c974580"/>
    <p:sldLayoutId xmlns:r="http://schemas.openxmlformats.org/officeDocument/2006/relationships" id="2147483653" r:id="Re0a35a4855d64973"/>
    <p:sldLayoutId xmlns:r="http://schemas.openxmlformats.org/officeDocument/2006/relationships" id="2147483654" r:id="Rb238ca76a08c4b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68abf08844306" /><Relationship Type="http://schemas.openxmlformats.org/officeDocument/2006/relationships/image" Target="/ppt/media/image.png" Id="R5b8c7fca9b64489c" /><Relationship Type="http://schemas.openxmlformats.org/officeDocument/2006/relationships/image" Target="/ppt/media/image2.png" Id="Rd4facc6bd5494129" /><Relationship Type="http://schemas.openxmlformats.org/officeDocument/2006/relationships/image" Target="/ppt/media/image3.png" Id="R655639eb96b245c9" /><Relationship Type="http://schemas.openxmlformats.org/officeDocument/2006/relationships/image" Target="/ppt/media/image4.png" Id="Re7b92f93b7dc49b9" /><Relationship Type="http://schemas.openxmlformats.org/officeDocument/2006/relationships/image" Target="/ppt/media/image5.png" Id="R440cac0f47394cf8" /><Relationship Type="http://schemas.openxmlformats.org/officeDocument/2006/relationships/notesSlide" Target="/ppt/notesSlides/notesSlide1.xml" Id="Rf9929c9a51e746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7249790-DDC7-4E4B-B3ED-CDDAB14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8C89F-2740-4B23-98FF-128EC19C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F8F5DF"/>
                </a:solidFill>
              </a:defRPr>
            </a:defPPr>
            <a:lvl1pPr>
              <a:defRPr sz="4575" b="1">
                <a:solidFill>
                  <a:srgbClr val="F8F5DF"/>
                </a:solidFill>
              </a:defRPr>
            </a:lvl1pPr>
            <a:lvl2pPr>
              <a:defRPr sz="4575" b="1">
                <a:solidFill>
                  <a:srgbClr val="F8F5DF"/>
                </a:solidFill>
              </a:defRPr>
            </a:lvl2pPr>
            <a:lvl3pPr>
              <a:defRPr sz="4575" b="1">
                <a:solidFill>
                  <a:srgbClr val="F8F5DF"/>
                </a:solidFill>
              </a:defRPr>
            </a:lvl3pPr>
            <a:lvl4pPr>
              <a:defRPr sz="4575" b="1">
                <a:solidFill>
                  <a:srgbClr val="F8F5DF"/>
                </a:solidFill>
              </a:defRPr>
            </a:lvl4pPr>
            <a:lvl5pPr>
              <a:defRPr sz="4575" b="1">
                <a:solidFill>
                  <a:srgbClr val="F8F5DF"/>
                </a:solidFill>
              </a:defRPr>
            </a:lvl5pPr>
            <a:lvl6pPr>
              <a:defRPr sz="4575" b="1">
                <a:solidFill>
                  <a:srgbClr val="F8F5DF"/>
                </a:solidFill>
              </a:defRPr>
            </a:lvl6pPr>
            <a:lvl7pPr>
              <a:defRPr sz="4575" b="1">
                <a:solidFill>
                  <a:srgbClr val="F8F5DF"/>
                </a:solidFill>
              </a:defRPr>
            </a:lvl7pPr>
            <a:lvl8pPr>
              <a:defRPr sz="4575" b="1">
                <a:solidFill>
                  <a:srgbClr val="F8F5DF"/>
                </a:solidFill>
              </a:defRPr>
            </a:lvl8pPr>
            <a:lvl9pPr>
              <a:defRPr sz="4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F8F5DF"/>
                </a:solidFill>
              </a:defRPr>
            </a:pPr>
            <a:r>
              <a:rPr sz="4575" b="1">
                <a:solidFill>
                  <a:srgbClr val="F8F5DF"/>
                </a:solidFill>
              </a:rPr>
              <a:t>CouncilForge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2FAE3-BFF8-4771-80FB-39D9F8B9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847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1E0A0"/>
                </a:solidFill>
              </a:defRPr>
            </a:defPPr>
            <a:lvl1pPr>
              <a:defRPr sz="1725" b="1">
                <a:solidFill>
                  <a:srgbClr val="71E0A0"/>
                </a:solidFill>
              </a:defRPr>
            </a:lvl1pPr>
            <a:lvl2pPr>
              <a:defRPr sz="1725" b="1">
                <a:solidFill>
                  <a:srgbClr val="71E0A0"/>
                </a:solidFill>
              </a:defRPr>
            </a:lvl2pPr>
            <a:lvl3pPr>
              <a:defRPr sz="1725" b="1">
                <a:solidFill>
                  <a:srgbClr val="71E0A0"/>
                </a:solidFill>
              </a:defRPr>
            </a:lvl3pPr>
            <a:lvl4pPr>
              <a:defRPr sz="1725" b="1">
                <a:solidFill>
                  <a:srgbClr val="71E0A0"/>
                </a:solidFill>
              </a:defRPr>
            </a:lvl4pPr>
            <a:lvl5pPr>
              <a:defRPr sz="1725" b="1">
                <a:solidFill>
                  <a:srgbClr val="71E0A0"/>
                </a:solidFill>
              </a:defRPr>
            </a:lvl5pPr>
            <a:lvl6pPr>
              <a:defRPr sz="1725" b="1">
                <a:solidFill>
                  <a:srgbClr val="71E0A0"/>
                </a:solidFill>
              </a:defRPr>
            </a:lvl6pPr>
            <a:lvl7pPr>
              <a:defRPr sz="1725" b="1">
                <a:solidFill>
                  <a:srgbClr val="71E0A0"/>
                </a:solidFill>
              </a:defRPr>
            </a:lvl7pPr>
            <a:lvl8pPr>
              <a:defRPr sz="1725" b="1">
                <a:solidFill>
                  <a:srgbClr val="71E0A0"/>
                </a:solidFill>
              </a:defRPr>
            </a:lvl8pPr>
            <a:lvl9pPr>
              <a:defRPr sz="17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1E0A0"/>
                </a:solidFill>
              </a:defRPr>
            </a:pPr>
            <a:r>
              <a:rPr sz="1725" b="1">
                <a:solidFill>
                  <a:srgbClr val="71E0A0"/>
                </a:solidFill>
              </a:rPr>
              <a:t>STUDENT COUNCIL 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C7976-3C50-4D68-978E-D7511D97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714375"/>
            <a:ext cx="4686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8FB23-8E14-41E5-9D19-C767EE3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942975"/>
            <a:ext cx="411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CIVIC TECH SUITE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FE76B-8E2B-45F7-824F-88EFE51E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257300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8F5DF"/>
                </a:solidFill>
              </a:defRPr>
            </a:defPPr>
            <a:lvl1pPr>
              <a:defRPr sz="1200" b="0">
                <a:solidFill>
                  <a:srgbClr val="F8F5DF"/>
                </a:solidFill>
              </a:defRPr>
            </a:lvl1pPr>
            <a:lvl2pPr>
              <a:defRPr sz="1200" b="0">
                <a:solidFill>
                  <a:srgbClr val="F8F5DF"/>
                </a:solidFill>
              </a:defRPr>
            </a:lvl2pPr>
            <a:lvl3pPr>
              <a:defRPr sz="1200" b="0">
                <a:solidFill>
                  <a:srgbClr val="F8F5DF"/>
                </a:solidFill>
              </a:defRPr>
            </a:lvl3pPr>
            <a:lvl4pPr>
              <a:defRPr sz="1200" b="0">
                <a:solidFill>
                  <a:srgbClr val="F8F5DF"/>
                </a:solidFill>
              </a:defRPr>
            </a:lvl4pPr>
            <a:lvl5pPr>
              <a:defRPr sz="1200" b="0">
                <a:solidFill>
                  <a:srgbClr val="F8F5DF"/>
                </a:solidFill>
              </a:defRPr>
            </a:lvl5pPr>
            <a:lvl6pPr>
              <a:defRPr sz="1200" b="0">
                <a:solidFill>
                  <a:srgbClr val="F8F5DF"/>
                </a:solidFill>
              </a:defRPr>
            </a:lvl6pPr>
            <a:lvl7pPr>
              <a:defRPr sz="1200" b="0">
                <a:solidFill>
                  <a:srgbClr val="F8F5DF"/>
                </a:solidFill>
              </a:defRPr>
            </a:lvl7pPr>
            <a:lvl8pPr>
              <a:defRPr sz="1200" b="0">
                <a:solidFill>
                  <a:srgbClr val="F8F5DF"/>
                </a:solidFill>
              </a:defRPr>
            </a:lvl8pPr>
            <a:lvl9pPr>
              <a:defRPr sz="1200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8F5DF"/>
                </a:solidFill>
              </a:defRPr>
            </a:pPr>
            <a:r>
              <a:rPr sz="1200" b="0">
                <a:solidFill>
                  <a:srgbClr val="F8F5DF"/>
                </a:solidFill>
              </a:rPr>
              <a:t>Abuyog Community College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10AD6-3D47-4389-855F-34746E4A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4706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F8F5DF"/>
                </a:solidFill>
              </a:defRPr>
            </a:defPPr>
            <a:lvl1pPr>
              <a:defRPr sz="4125" b="1">
                <a:solidFill>
                  <a:srgbClr val="F8F5DF"/>
                </a:solidFill>
              </a:defRPr>
            </a:lvl1pPr>
            <a:lvl2pPr>
              <a:defRPr sz="4125" b="1">
                <a:solidFill>
                  <a:srgbClr val="F8F5DF"/>
                </a:solidFill>
              </a:defRPr>
            </a:lvl2pPr>
            <a:lvl3pPr>
              <a:defRPr sz="4125" b="1">
                <a:solidFill>
                  <a:srgbClr val="F8F5DF"/>
                </a:solidFill>
              </a:defRPr>
            </a:lvl3pPr>
            <a:lvl4pPr>
              <a:defRPr sz="4125" b="1">
                <a:solidFill>
                  <a:srgbClr val="F8F5DF"/>
                </a:solidFill>
              </a:defRPr>
            </a:lvl4pPr>
            <a:lvl5pPr>
              <a:defRPr sz="4125" b="1">
                <a:solidFill>
                  <a:srgbClr val="F8F5DF"/>
                </a:solidFill>
              </a:defRPr>
            </a:lvl5pPr>
            <a:lvl6pPr>
              <a:defRPr sz="4125" b="1">
                <a:solidFill>
                  <a:srgbClr val="F8F5DF"/>
                </a:solidFill>
              </a:defRPr>
            </a:lvl6pPr>
            <a:lvl7pPr>
              <a:defRPr sz="4125" b="1">
                <a:solidFill>
                  <a:srgbClr val="F8F5DF"/>
                </a:solidFill>
              </a:defRPr>
            </a:lvl7pPr>
            <a:lvl8pPr>
              <a:defRPr sz="4125" b="1">
                <a:solidFill>
                  <a:srgbClr val="F8F5DF"/>
                </a:solidFill>
              </a:defRPr>
            </a:lvl8pPr>
            <a:lvl9pPr>
              <a:defRPr sz="41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F8F5DF"/>
                </a:solidFill>
              </a:defRPr>
            </a:pPr>
            <a:r>
              <a:rPr sz="4125" b="1">
                <a:solidFill>
                  <a:srgbClr val="F8F5DF"/>
                </a:solidFill>
              </a:rPr>
              <a:t>One campus platform for</a:t>
            </a:r>
          </a:p>
          <a:p xmlns:a="http://schemas.openxmlformats.org/drawingml/2006/main">
            <a:pPr>
              <a:defRPr sz="4125" b="1">
                <a:solidFill>
                  <a:srgbClr val="F8F5DF"/>
                </a:solidFill>
              </a:defRPr>
            </a:pPr>
            <a:r>
              <a:rPr sz="4125" b="1">
                <a:solidFill>
                  <a:srgbClr val="F8F5DF"/>
                </a:solidFill>
              </a:rPr>
              <a:t>accountable student leadership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390DC-B0E8-480E-91BA-DC0B0B42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455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ED5C3"/>
                </a:solidFill>
              </a:defRPr>
            </a:defPPr>
            <a:lvl1pPr>
              <a:defRPr sz="1500" b="1">
                <a:solidFill>
                  <a:srgbClr val="BED5C3"/>
                </a:solidFill>
              </a:defRPr>
            </a:lvl1pPr>
            <a:lvl2pPr>
              <a:defRPr sz="1500" b="1">
                <a:solidFill>
                  <a:srgbClr val="BED5C3"/>
                </a:solidFill>
              </a:defRPr>
            </a:lvl2pPr>
            <a:lvl3pPr>
              <a:defRPr sz="1500" b="1">
                <a:solidFill>
                  <a:srgbClr val="BED5C3"/>
                </a:solidFill>
              </a:defRPr>
            </a:lvl3pPr>
            <a:lvl4pPr>
              <a:defRPr sz="1500" b="1">
                <a:solidFill>
                  <a:srgbClr val="BED5C3"/>
                </a:solidFill>
              </a:defRPr>
            </a:lvl4pPr>
            <a:lvl5pPr>
              <a:defRPr sz="1500" b="1">
                <a:solidFill>
                  <a:srgbClr val="BED5C3"/>
                </a:solidFill>
              </a:defRPr>
            </a:lvl5pPr>
            <a:lvl6pPr>
              <a:defRPr sz="1500" b="1">
                <a:solidFill>
                  <a:srgbClr val="BED5C3"/>
                </a:solidFill>
              </a:defRPr>
            </a:lvl6pPr>
            <a:lvl7pPr>
              <a:defRPr sz="1500" b="1">
                <a:solidFill>
                  <a:srgbClr val="BED5C3"/>
                </a:solidFill>
              </a:defRPr>
            </a:lvl7pPr>
            <a:lvl8pPr>
              <a:defRPr sz="1500" b="1">
                <a:solidFill>
                  <a:srgbClr val="BED5C3"/>
                </a:solidFill>
              </a:defRPr>
            </a:lvl8pPr>
            <a:lvl9pPr>
              <a:defRPr sz="1500" b="1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ED5C3"/>
                </a:solidFill>
              </a:defRPr>
            </a:pPr>
            <a:r>
              <a:rPr sz="1500" b="1">
                <a:solidFill>
                  <a:srgbClr val="BED5C3"/>
                </a:solidFill>
              </a:rPr>
              <a:t>ACADEMIC PROJECT POSTER  |  PRINT SIZE: 3 FT × 8 FT  |  PORTRAIT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63C5F-3F61-4005-9FDE-80FFEDD8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51257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70F99-266F-4F96-9CE2-A963E96D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4073B-4055-4E25-89E5-48C15B04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Why CouncilForge?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0D0B9-9B04-401A-B694-A9389ADE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1436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ED5C3"/>
                </a:solidFill>
              </a:defRPr>
            </a:defPPr>
            <a:lvl1pPr>
              <a:defRPr sz="2100" b="0">
                <a:solidFill>
                  <a:srgbClr val="BED5C3"/>
                </a:solidFill>
              </a:defRPr>
            </a:lvl1pPr>
            <a:lvl2pPr>
              <a:defRPr sz="2100" b="0">
                <a:solidFill>
                  <a:srgbClr val="BED5C3"/>
                </a:solidFill>
              </a:defRPr>
            </a:lvl2pPr>
            <a:lvl3pPr>
              <a:defRPr sz="2100" b="0">
                <a:solidFill>
                  <a:srgbClr val="BED5C3"/>
                </a:solidFill>
              </a:defRPr>
            </a:lvl3pPr>
            <a:lvl4pPr>
              <a:defRPr sz="2100" b="0">
                <a:solidFill>
                  <a:srgbClr val="BED5C3"/>
                </a:solidFill>
              </a:defRPr>
            </a:lvl4pPr>
            <a:lvl5pPr>
              <a:defRPr sz="2100" b="0">
                <a:solidFill>
                  <a:srgbClr val="BED5C3"/>
                </a:solidFill>
              </a:defRPr>
            </a:lvl5pPr>
            <a:lvl6pPr>
              <a:defRPr sz="2100" b="0">
                <a:solidFill>
                  <a:srgbClr val="BED5C3"/>
                </a:solidFill>
              </a:defRPr>
            </a:lvl6pPr>
            <a:lvl7pPr>
              <a:defRPr sz="2100" b="0">
                <a:solidFill>
                  <a:srgbClr val="BED5C3"/>
                </a:solidFill>
              </a:defRPr>
            </a:lvl7pPr>
            <a:lvl8pPr>
              <a:defRPr sz="2100" b="0">
                <a:solidFill>
                  <a:srgbClr val="BED5C3"/>
                </a:solidFill>
              </a:defRPr>
            </a:lvl8pPr>
            <a:lvl9pPr>
              <a:defRPr sz="21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ED5C3"/>
                </a:solidFill>
              </a:defRPr>
            </a:pPr>
            <a:r>
              <a:rPr sz="2100" b="0">
                <a:solidFill>
                  <a:srgbClr val="BED5C3"/>
                </a:solidFill>
              </a:rPr>
              <a:t>Student councils often work through scattered chat groups, files, and paper records. This makes tasks hard to track, limits transparency, and slows responses to student concerns.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47900-313E-4341-86CE-F4ABC304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91450"/>
            <a:ext cx="14363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2E884-47F7-46D2-ADBB-1D522D7F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020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9DD8A"/>
                </a:solidFill>
              </a:defRPr>
            </a:defPPr>
            <a:lvl1pPr>
              <a:defRPr sz="1575" b="1">
                <a:solidFill>
                  <a:srgbClr val="C9DD8A"/>
                </a:solidFill>
              </a:defRPr>
            </a:lvl1pPr>
            <a:lvl2pPr>
              <a:defRPr sz="1575" b="1">
                <a:solidFill>
                  <a:srgbClr val="C9DD8A"/>
                </a:solidFill>
              </a:defRPr>
            </a:lvl2pPr>
            <a:lvl3pPr>
              <a:defRPr sz="1575" b="1">
                <a:solidFill>
                  <a:srgbClr val="C9DD8A"/>
                </a:solidFill>
              </a:defRPr>
            </a:lvl3pPr>
            <a:lvl4pPr>
              <a:defRPr sz="1575" b="1">
                <a:solidFill>
                  <a:srgbClr val="C9DD8A"/>
                </a:solidFill>
              </a:defRPr>
            </a:lvl4pPr>
            <a:lvl5pPr>
              <a:defRPr sz="1575" b="1">
                <a:solidFill>
                  <a:srgbClr val="C9DD8A"/>
                </a:solidFill>
              </a:defRPr>
            </a:lvl5pPr>
            <a:lvl6pPr>
              <a:defRPr sz="1575" b="1">
                <a:solidFill>
                  <a:srgbClr val="C9DD8A"/>
                </a:solidFill>
              </a:defRPr>
            </a:lvl6pPr>
            <a:lvl7pPr>
              <a:defRPr sz="1575" b="1">
                <a:solidFill>
                  <a:srgbClr val="C9DD8A"/>
                </a:solidFill>
              </a:defRPr>
            </a:lvl7pPr>
            <a:lvl8pPr>
              <a:defRPr sz="1575" b="1">
                <a:solidFill>
                  <a:srgbClr val="C9DD8A"/>
                </a:solidFill>
              </a:defRPr>
            </a:lvl8pPr>
            <a:lvl9pPr>
              <a:defRPr sz="1575" b="1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9DD8A"/>
                </a:solidFill>
              </a:defRPr>
            </a:pPr>
            <a:r>
              <a:rPr sz="1575" b="1">
                <a:solidFill>
                  <a:srgbClr val="C9DD8A"/>
                </a:solidFill>
              </a:rPr>
              <a:t>System agenda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0BC59-412B-4467-B9F9-07C3E75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8010525"/>
            <a:ext cx="1188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8F5DF"/>
                </a:solidFill>
              </a:defRPr>
            </a:defPPr>
            <a:lvl1pPr>
              <a:defRPr sz="1575" b="0">
                <a:solidFill>
                  <a:srgbClr val="F8F5DF"/>
                </a:solidFill>
              </a:defRPr>
            </a:lvl1pPr>
            <a:lvl2pPr>
              <a:defRPr sz="1575" b="0">
                <a:solidFill>
                  <a:srgbClr val="F8F5DF"/>
                </a:solidFill>
              </a:defRPr>
            </a:lvl2pPr>
            <a:lvl3pPr>
              <a:defRPr sz="1575" b="0">
                <a:solidFill>
                  <a:srgbClr val="F8F5DF"/>
                </a:solidFill>
              </a:defRPr>
            </a:lvl3pPr>
            <a:lvl4pPr>
              <a:defRPr sz="1575" b="0">
                <a:solidFill>
                  <a:srgbClr val="F8F5DF"/>
                </a:solidFill>
              </a:defRPr>
            </a:lvl4pPr>
            <a:lvl5pPr>
              <a:defRPr sz="1575" b="0">
                <a:solidFill>
                  <a:srgbClr val="F8F5DF"/>
                </a:solidFill>
              </a:defRPr>
            </a:lvl5pPr>
            <a:lvl6pPr>
              <a:defRPr sz="1575" b="0">
                <a:solidFill>
                  <a:srgbClr val="F8F5DF"/>
                </a:solidFill>
              </a:defRPr>
            </a:lvl6pPr>
            <a:lvl7pPr>
              <a:defRPr sz="1575" b="0">
                <a:solidFill>
                  <a:srgbClr val="F8F5DF"/>
                </a:solidFill>
              </a:defRPr>
            </a:lvl7pPr>
            <a:lvl8pPr>
              <a:defRPr sz="1575" b="0">
                <a:solidFill>
                  <a:srgbClr val="F8F5DF"/>
                </a:solidFill>
              </a:defRPr>
            </a:lvl8pPr>
            <a:lvl9pPr>
              <a:defRPr sz="1575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8F5DF"/>
                </a:solidFill>
              </a:defRPr>
            </a:pPr>
            <a:r>
              <a:rPr sz="1575" b="0">
                <a:solidFill>
                  <a:srgbClr val="F8F5DF"/>
                </a:solidFill>
              </a:rPr>
              <a:t>Centralize operations, strengthen accountability, and give students a clear channel to participate.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5CD40-5652-4352-B5F2-54A26F57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72625"/>
            <a:ext cx="151257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ED754-F84C-465C-A46D-AC8BDE6E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8583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F5463-6B0C-46DA-BB6F-6889EE2C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85837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Project objectives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44909-160E-428E-9DEB-75990EC3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42987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ACA7E-0179-4598-89E5-B3727F0E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0429875"/>
            <a:ext cx="1403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ED5C3"/>
                </a:solidFill>
              </a:defRPr>
            </a:defPPr>
            <a:lvl1pPr>
              <a:defRPr sz="1800" b="0">
                <a:solidFill>
                  <a:srgbClr val="BED5C3"/>
                </a:solidFill>
              </a:defRPr>
            </a:lvl1pPr>
            <a:lvl2pPr>
              <a:defRPr sz="1800" b="0">
                <a:solidFill>
                  <a:srgbClr val="BED5C3"/>
                </a:solidFill>
              </a:defRPr>
            </a:lvl2pPr>
            <a:lvl3pPr>
              <a:defRPr sz="1800" b="0">
                <a:solidFill>
                  <a:srgbClr val="BED5C3"/>
                </a:solidFill>
              </a:defRPr>
            </a:lvl3pPr>
            <a:lvl4pPr>
              <a:defRPr sz="1800" b="0">
                <a:solidFill>
                  <a:srgbClr val="BED5C3"/>
                </a:solidFill>
              </a:defRPr>
            </a:lvl4pPr>
            <a:lvl5pPr>
              <a:defRPr sz="1800" b="0">
                <a:solidFill>
                  <a:srgbClr val="BED5C3"/>
                </a:solidFill>
              </a:defRPr>
            </a:lvl5pPr>
            <a:lvl6pPr>
              <a:defRPr sz="1800" b="0">
                <a:solidFill>
                  <a:srgbClr val="BED5C3"/>
                </a:solidFill>
              </a:defRPr>
            </a:lvl6pPr>
            <a:lvl7pPr>
              <a:defRPr sz="1800" b="0">
                <a:solidFill>
                  <a:srgbClr val="BED5C3"/>
                </a:solidFill>
              </a:defRPr>
            </a:lvl7pPr>
            <a:lvl8pPr>
              <a:defRPr sz="1800" b="0">
                <a:solidFill>
                  <a:srgbClr val="BED5C3"/>
                </a:solidFill>
              </a:defRPr>
            </a:lvl8pPr>
            <a:lvl9pPr>
              <a:defRPr sz="18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ED5C3"/>
                </a:solidFill>
              </a:defRPr>
            </a:pPr>
            <a:r>
              <a:rPr sz="1800" b="0">
                <a:solidFill>
                  <a:srgbClr val="BED5C3"/>
                </a:solidFill>
              </a:rPr>
              <a:t>Organize council work, events, budgets, documents, and voting in one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32906-437D-4BDA-9DC4-CB5838A0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585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4C3FC-2B7F-4AE8-8869-32B0060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258550"/>
            <a:ext cx="1403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ED5C3"/>
                </a:solidFill>
              </a:defRPr>
            </a:defPPr>
            <a:lvl1pPr>
              <a:defRPr sz="1800" b="0">
                <a:solidFill>
                  <a:srgbClr val="BED5C3"/>
                </a:solidFill>
              </a:defRPr>
            </a:lvl1pPr>
            <a:lvl2pPr>
              <a:defRPr sz="1800" b="0">
                <a:solidFill>
                  <a:srgbClr val="BED5C3"/>
                </a:solidFill>
              </a:defRPr>
            </a:lvl2pPr>
            <a:lvl3pPr>
              <a:defRPr sz="1800" b="0">
                <a:solidFill>
                  <a:srgbClr val="BED5C3"/>
                </a:solidFill>
              </a:defRPr>
            </a:lvl3pPr>
            <a:lvl4pPr>
              <a:defRPr sz="1800" b="0">
                <a:solidFill>
                  <a:srgbClr val="BED5C3"/>
                </a:solidFill>
              </a:defRPr>
            </a:lvl4pPr>
            <a:lvl5pPr>
              <a:defRPr sz="1800" b="0">
                <a:solidFill>
                  <a:srgbClr val="BED5C3"/>
                </a:solidFill>
              </a:defRPr>
            </a:lvl5pPr>
            <a:lvl6pPr>
              <a:defRPr sz="1800" b="0">
                <a:solidFill>
                  <a:srgbClr val="BED5C3"/>
                </a:solidFill>
              </a:defRPr>
            </a:lvl6pPr>
            <a:lvl7pPr>
              <a:defRPr sz="1800" b="0">
                <a:solidFill>
                  <a:srgbClr val="BED5C3"/>
                </a:solidFill>
              </a:defRPr>
            </a:lvl7pPr>
            <a:lvl8pPr>
              <a:defRPr sz="1800" b="0">
                <a:solidFill>
                  <a:srgbClr val="BED5C3"/>
                </a:solidFill>
              </a:defRPr>
            </a:lvl8pPr>
            <a:lvl9pPr>
              <a:defRPr sz="18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ED5C3"/>
                </a:solidFill>
              </a:defRPr>
            </a:pPr>
            <a:r>
              <a:rPr sz="1800" b="0">
                <a:solidFill>
                  <a:srgbClr val="BED5C3"/>
                </a:solidFill>
              </a:rPr>
              <a:t>Give students visible updates and a protected concern-submission channel.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94B6A-240D-4719-9B6F-F204C5BB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872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F8546-C56C-4B01-B9D3-631209DB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2087225"/>
            <a:ext cx="1403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ED5C3"/>
                </a:solidFill>
              </a:defRPr>
            </a:defPPr>
            <a:lvl1pPr>
              <a:defRPr sz="1800" b="0">
                <a:solidFill>
                  <a:srgbClr val="BED5C3"/>
                </a:solidFill>
              </a:defRPr>
            </a:lvl1pPr>
            <a:lvl2pPr>
              <a:defRPr sz="1800" b="0">
                <a:solidFill>
                  <a:srgbClr val="BED5C3"/>
                </a:solidFill>
              </a:defRPr>
            </a:lvl2pPr>
            <a:lvl3pPr>
              <a:defRPr sz="1800" b="0">
                <a:solidFill>
                  <a:srgbClr val="BED5C3"/>
                </a:solidFill>
              </a:defRPr>
            </a:lvl3pPr>
            <a:lvl4pPr>
              <a:defRPr sz="1800" b="0">
                <a:solidFill>
                  <a:srgbClr val="BED5C3"/>
                </a:solidFill>
              </a:defRPr>
            </a:lvl4pPr>
            <a:lvl5pPr>
              <a:defRPr sz="1800" b="0">
                <a:solidFill>
                  <a:srgbClr val="BED5C3"/>
                </a:solidFill>
              </a:defRPr>
            </a:lvl5pPr>
            <a:lvl6pPr>
              <a:defRPr sz="1800" b="0">
                <a:solidFill>
                  <a:srgbClr val="BED5C3"/>
                </a:solidFill>
              </a:defRPr>
            </a:lvl6pPr>
            <a:lvl7pPr>
              <a:defRPr sz="1800" b="0">
                <a:solidFill>
                  <a:srgbClr val="BED5C3"/>
                </a:solidFill>
              </a:defRPr>
            </a:lvl7pPr>
            <a:lvl8pPr>
              <a:defRPr sz="1800" b="0">
                <a:solidFill>
                  <a:srgbClr val="BED5C3"/>
                </a:solidFill>
              </a:defRPr>
            </a:lvl8pPr>
            <a:lvl9pPr>
              <a:defRPr sz="18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ED5C3"/>
                </a:solidFill>
              </a:defRPr>
            </a:pPr>
            <a:r>
              <a:rPr sz="1800" b="0">
                <a:solidFill>
                  <a:srgbClr val="BED5C3"/>
                </a:solidFill>
              </a:rPr>
              <a:t>Give administrators oversight without removing organization-level autonomy.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588F1-8DFE-4F69-8BF2-32257EF2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0"/>
            <a:ext cx="1512570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43165-9DC8-497D-9F5E-B0D78212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F25E9-CA61-4E39-913B-2C31BAE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478000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Sustainable Development Goals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AC649-1268-45EB-87C3-C40DEB75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097125"/>
            <a:ext cx="4495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C51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131F88-F720-4604-9467-732297CD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3733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SDG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421D7-8404-456F-B5F5-80EEF0C0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73530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F6BD5-27A7-448A-96DC-84CA40A7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400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Quality Education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1D018B-E455-48D0-AFDB-59026F34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097125"/>
            <a:ext cx="4495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D6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79BF88-0288-4E5B-945A-2EE16B46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3733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SDG 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E88C55-5FB3-4CF1-BACD-28319B4E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73530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29BCB2-3365-424D-8908-CC6C75E2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56400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Industry, Innovation</a:t>
            </a:r>
          </a:p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&amp; Infrastructure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A8E51E-3220-49B4-9BEA-3E12E182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5097125"/>
            <a:ext cx="4495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06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BECB4F-B18B-461D-A22B-D396565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3733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SDG 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5659ED-C7D1-4A85-9016-73104238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73530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16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9555E3-CE8E-4891-978E-D8CF839D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156400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Peace, Justice &amp;</a:t>
            </a:r>
          </a:p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Strong Institutions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0FDD16-D71F-480F-AB0D-6484B76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45125"/>
            <a:ext cx="15125700" cy="5667375"/>
          </a:xfrm>
          <a:prstGeom xmlns:a="http://schemas.openxmlformats.org/drawingml/2006/main" prst="roundRect">
            <a:avLst>
              <a:gd name="adj" fmla="val 201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72374A-061F-4574-8EF1-9B8BA89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308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F43799-6DAC-44B0-9FFC-78D976D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3087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Key features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6D57A3-99BE-4F06-8B54-1A5F2E27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78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2E89D0-FBF8-4460-A1E4-583C786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78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Task boards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570F14-F67D-4E28-B15F-261330CD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42147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Assign, monitor, and review work.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B2B68C-E517-483C-BE09-C1564B2E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78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8A0AFC-5CBE-48A8-8B69-6E781E04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078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Events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AE91FB-A890-40C0-96F4-9AC28802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2147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Publish events and track joins.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BE2B4E-96D9-4AE4-9BC7-0C1D56A4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459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!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856491-1FB7-4322-A342-6FD06939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59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Concerns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3B0C52-2FC4-4DA5-9E71-DF1C86D1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802600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Receive and resolve student issues.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132595-89D4-414C-8E54-1CAA8AEE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59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◉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33C796-C9CD-4218-ACD5-B5C3F604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59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Voting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33ED03-8363-40C9-BA0F-9FF6D283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802600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Run organized student decisions.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EE536B-2E90-4CE5-A407-06B8C1FD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4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₱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D04B36-7614-4B7B-B777-9C4D29D4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8408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Budget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C7D404-5272-4030-ADDA-A5C205EF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18372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Track allocations and balances.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703411-F98F-4F42-9D23-3FA8F570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4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▤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4E6E1D-A6E9-49EB-927C-3E688F8F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8408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Documents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5AA4F1-9474-4B74-97AA-408DE7D3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18372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Keep council files accessible.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38AA41-CF45-4146-94AA-CDD2545D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41125"/>
            <a:ext cx="733425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14226E-6929-412B-BBD3-DCF2F534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268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84FF91-BE70-4C43-9826-B1F042C7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2687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System architecture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49730C-52D2-42AC-A45C-9EAF78EB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1650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C735F8-8EA2-4AA8-A641-0BCC5C12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269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Users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A97D5E-254E-4060-B904-725AE242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279350"/>
            <a:ext cx="3905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Students, Officers, OSA/Admin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87DD7C-CEC1-4E97-904D-1ED8E321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36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1E0A0"/>
                </a:solidFill>
              </a:defRPr>
            </a:defPPr>
            <a:lvl1pPr>
              <a:defRPr sz="1725" b="1">
                <a:solidFill>
                  <a:srgbClr val="71E0A0"/>
                </a:solidFill>
              </a:defRPr>
            </a:lvl1pPr>
            <a:lvl2pPr>
              <a:defRPr sz="1725" b="1">
                <a:solidFill>
                  <a:srgbClr val="71E0A0"/>
                </a:solidFill>
              </a:defRPr>
            </a:lvl2pPr>
            <a:lvl3pPr>
              <a:defRPr sz="1725" b="1">
                <a:solidFill>
                  <a:srgbClr val="71E0A0"/>
                </a:solidFill>
              </a:defRPr>
            </a:lvl3pPr>
            <a:lvl4pPr>
              <a:defRPr sz="1725" b="1">
                <a:solidFill>
                  <a:srgbClr val="71E0A0"/>
                </a:solidFill>
              </a:defRPr>
            </a:lvl4pPr>
            <a:lvl5pPr>
              <a:defRPr sz="1725" b="1">
                <a:solidFill>
                  <a:srgbClr val="71E0A0"/>
                </a:solidFill>
              </a:defRPr>
            </a:lvl5pPr>
            <a:lvl6pPr>
              <a:defRPr sz="1725" b="1">
                <a:solidFill>
                  <a:srgbClr val="71E0A0"/>
                </a:solidFill>
              </a:defRPr>
            </a:lvl6pPr>
            <a:lvl7pPr>
              <a:defRPr sz="1725" b="1">
                <a:solidFill>
                  <a:srgbClr val="71E0A0"/>
                </a:solidFill>
              </a:defRPr>
            </a:lvl7pPr>
            <a:lvl8pPr>
              <a:defRPr sz="1725" b="1">
                <a:solidFill>
                  <a:srgbClr val="71E0A0"/>
                </a:solidFill>
              </a:defRPr>
            </a:lvl8pPr>
            <a:lvl9pPr>
              <a:defRPr sz="17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1E0A0"/>
                </a:solidFill>
              </a:defRPr>
            </a:pPr>
            <a:r>
              <a:rPr sz="1725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1B9B7F2-B67D-468A-8AAA-8F7FDEA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3271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26653D-4D60-4B24-9E3B-6FFFBCF8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890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Web platform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6AAEFA-6277-4091-8C34-5B40DC6E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441400"/>
            <a:ext cx="3905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ED5C3"/>
                </a:solidFill>
              </a:defRPr>
            </a:defPPr>
            <a:lvl1pPr>
              <a:defRPr sz="1500" b="1">
                <a:solidFill>
                  <a:srgbClr val="BED5C3"/>
                </a:solidFill>
              </a:defRPr>
            </a:lvl1pPr>
            <a:lvl2pPr>
              <a:defRPr sz="1500" b="1">
                <a:solidFill>
                  <a:srgbClr val="BED5C3"/>
                </a:solidFill>
              </a:defRPr>
            </a:lvl2pPr>
            <a:lvl3pPr>
              <a:defRPr sz="1500" b="1">
                <a:solidFill>
                  <a:srgbClr val="BED5C3"/>
                </a:solidFill>
              </a:defRPr>
            </a:lvl3pPr>
            <a:lvl4pPr>
              <a:defRPr sz="1500" b="1">
                <a:solidFill>
                  <a:srgbClr val="BED5C3"/>
                </a:solidFill>
              </a:defRPr>
            </a:lvl4pPr>
            <a:lvl5pPr>
              <a:defRPr sz="1500" b="1">
                <a:solidFill>
                  <a:srgbClr val="BED5C3"/>
                </a:solidFill>
              </a:defRPr>
            </a:lvl5pPr>
            <a:lvl6pPr>
              <a:defRPr sz="1500" b="1">
                <a:solidFill>
                  <a:srgbClr val="BED5C3"/>
                </a:solidFill>
              </a:defRPr>
            </a:lvl6pPr>
            <a:lvl7pPr>
              <a:defRPr sz="1500" b="1">
                <a:solidFill>
                  <a:srgbClr val="BED5C3"/>
                </a:solidFill>
              </a:defRPr>
            </a:lvl7pPr>
            <a:lvl8pPr>
              <a:defRPr sz="1500" b="1">
                <a:solidFill>
                  <a:srgbClr val="BED5C3"/>
                </a:solidFill>
              </a:defRPr>
            </a:lvl8pPr>
            <a:lvl9pPr>
              <a:defRPr sz="1500" b="1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ED5C3"/>
                </a:solidFill>
              </a:defRPr>
            </a:pPr>
            <a:r>
              <a:rPr sz="1500" b="1">
                <a:solidFill>
                  <a:srgbClr val="BED5C3"/>
                </a:solidFill>
              </a:rPr>
              <a:t>Role-aware modules and dashboards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61C750B-8BBF-4CFB-963B-CB41DD7D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89860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1E0A0"/>
                </a:solidFill>
              </a:defRPr>
            </a:defPPr>
            <a:lvl1pPr>
              <a:defRPr sz="1725" b="1">
                <a:solidFill>
                  <a:srgbClr val="71E0A0"/>
                </a:solidFill>
              </a:defRPr>
            </a:lvl1pPr>
            <a:lvl2pPr>
              <a:defRPr sz="1725" b="1">
                <a:solidFill>
                  <a:srgbClr val="71E0A0"/>
                </a:solidFill>
              </a:defRPr>
            </a:lvl2pPr>
            <a:lvl3pPr>
              <a:defRPr sz="1725" b="1">
                <a:solidFill>
                  <a:srgbClr val="71E0A0"/>
                </a:solidFill>
              </a:defRPr>
            </a:lvl3pPr>
            <a:lvl4pPr>
              <a:defRPr sz="1725" b="1">
                <a:solidFill>
                  <a:srgbClr val="71E0A0"/>
                </a:solidFill>
              </a:defRPr>
            </a:lvl4pPr>
            <a:lvl5pPr>
              <a:defRPr sz="1725" b="1">
                <a:solidFill>
                  <a:srgbClr val="71E0A0"/>
                </a:solidFill>
              </a:defRPr>
            </a:lvl5pPr>
            <a:lvl6pPr>
              <a:defRPr sz="1725" b="1">
                <a:solidFill>
                  <a:srgbClr val="71E0A0"/>
                </a:solidFill>
              </a:defRPr>
            </a:lvl6pPr>
            <a:lvl7pPr>
              <a:defRPr sz="1725" b="1">
                <a:solidFill>
                  <a:srgbClr val="71E0A0"/>
                </a:solidFill>
              </a:defRPr>
            </a:lvl7pPr>
            <a:lvl8pPr>
              <a:defRPr sz="1725" b="1">
                <a:solidFill>
                  <a:srgbClr val="71E0A0"/>
                </a:solidFill>
              </a:defRPr>
            </a:lvl8pPr>
            <a:lvl9pPr>
              <a:defRPr sz="17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1E0A0"/>
                </a:solidFill>
              </a:defRPr>
            </a:pPr>
            <a:r>
              <a:rPr sz="1725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40FB40-3196-477E-B121-AB2BC76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4891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4DDDFD-6D71-4775-AAA2-0495D1A8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510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Services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8041403-A236-442B-AF97-42A9185B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603450"/>
            <a:ext cx="3905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Authentication, workflows, notifications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85601EC-8A69-4C64-B0A7-A8282F02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0606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1E0A0"/>
                </a:solidFill>
              </a:defRPr>
            </a:defPPr>
            <a:lvl1pPr>
              <a:defRPr sz="1725" b="1">
                <a:solidFill>
                  <a:srgbClr val="71E0A0"/>
                </a:solidFill>
              </a:defRPr>
            </a:lvl1pPr>
            <a:lvl2pPr>
              <a:defRPr sz="1725" b="1">
                <a:solidFill>
                  <a:srgbClr val="71E0A0"/>
                </a:solidFill>
              </a:defRPr>
            </a:lvl2pPr>
            <a:lvl3pPr>
              <a:defRPr sz="1725" b="1">
                <a:solidFill>
                  <a:srgbClr val="71E0A0"/>
                </a:solidFill>
              </a:defRPr>
            </a:lvl3pPr>
            <a:lvl4pPr>
              <a:defRPr sz="1725" b="1">
                <a:solidFill>
                  <a:srgbClr val="71E0A0"/>
                </a:solidFill>
              </a:defRPr>
            </a:lvl4pPr>
            <a:lvl5pPr>
              <a:defRPr sz="1725" b="1">
                <a:solidFill>
                  <a:srgbClr val="71E0A0"/>
                </a:solidFill>
              </a:defRPr>
            </a:lvl5pPr>
            <a:lvl6pPr>
              <a:defRPr sz="1725" b="1">
                <a:solidFill>
                  <a:srgbClr val="71E0A0"/>
                </a:solidFill>
              </a:defRPr>
            </a:lvl6pPr>
            <a:lvl7pPr>
              <a:defRPr sz="1725" b="1">
                <a:solidFill>
                  <a:srgbClr val="71E0A0"/>
                </a:solidFill>
              </a:defRPr>
            </a:lvl7pPr>
            <a:lvl8pPr>
              <a:defRPr sz="1725" b="1">
                <a:solidFill>
                  <a:srgbClr val="71E0A0"/>
                </a:solidFill>
              </a:defRPr>
            </a:lvl8pPr>
            <a:lvl9pPr>
              <a:defRPr sz="17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1E0A0"/>
                </a:solidFill>
              </a:defRPr>
            </a:pPr>
            <a:r>
              <a:rPr sz="1725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14427F6-6D60-4DB3-A361-C1D11D0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6512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D28D81C-3DEE-4734-B57F-E635290E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813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Data layer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8F2C200-719A-42D6-9BAC-6EACA3A3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0"/>
            <a:ext cx="3905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9DD8A"/>
                </a:solidFill>
              </a:defRPr>
            </a:defPPr>
            <a:lvl1pPr>
              <a:defRPr sz="1500" b="0">
                <a:solidFill>
                  <a:srgbClr val="C9DD8A"/>
                </a:solidFill>
              </a:defRPr>
            </a:lvl1pPr>
            <a:lvl2pPr>
              <a:defRPr sz="1500" b="0">
                <a:solidFill>
                  <a:srgbClr val="C9DD8A"/>
                </a:solidFill>
              </a:defRPr>
            </a:lvl2pPr>
            <a:lvl3pPr>
              <a:defRPr sz="1500" b="0">
                <a:solidFill>
                  <a:srgbClr val="C9DD8A"/>
                </a:solidFill>
              </a:defRPr>
            </a:lvl3pPr>
            <a:lvl4pPr>
              <a:defRPr sz="1500" b="0">
                <a:solidFill>
                  <a:srgbClr val="C9DD8A"/>
                </a:solidFill>
              </a:defRPr>
            </a:lvl4pPr>
            <a:lvl5pPr>
              <a:defRPr sz="1500" b="0">
                <a:solidFill>
                  <a:srgbClr val="C9DD8A"/>
                </a:solidFill>
              </a:defRPr>
            </a:lvl5pPr>
            <a:lvl6pPr>
              <a:defRPr sz="1500" b="0">
                <a:solidFill>
                  <a:srgbClr val="C9DD8A"/>
                </a:solidFill>
              </a:defRPr>
            </a:lvl6pPr>
            <a:lvl7pPr>
              <a:defRPr sz="1500" b="0">
                <a:solidFill>
                  <a:srgbClr val="C9DD8A"/>
                </a:solidFill>
              </a:defRPr>
            </a:lvl7pPr>
            <a:lvl8pPr>
              <a:defRPr sz="1500" b="0">
                <a:solidFill>
                  <a:srgbClr val="C9DD8A"/>
                </a:solidFill>
              </a:defRPr>
            </a:lvl8pPr>
            <a:lvl9pPr>
              <a:defRPr sz="1500" b="0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9DD8A"/>
                </a:solidFill>
              </a:defRPr>
            </a:pPr>
            <a:r>
              <a:rPr sz="1500" b="0">
                <a:solidFill>
                  <a:srgbClr val="C9DD8A"/>
                </a:solidFill>
              </a:rPr>
              <a:t>Accounts, organizations, audit records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F2298F9-CBA6-4EAB-A393-9D46873A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41125"/>
            <a:ext cx="76200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35DF678-1F1C-4E2B-BB40-F54E4870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268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3FB5973-4A1A-4BAC-BF48-E77B54C6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268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RBAC &amp; security flow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2FCB32-6443-46CD-8C4F-4676CE42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84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Sign in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8943C2-93D0-4CEF-A72A-708E0078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146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1E0A0"/>
                </a:solidFill>
              </a:defRPr>
            </a:defPPr>
            <a:lvl1pPr>
              <a:defRPr sz="1875" b="1">
                <a:solidFill>
                  <a:srgbClr val="71E0A0"/>
                </a:solidFill>
              </a:defRPr>
            </a:lvl1pPr>
            <a:lvl2pPr>
              <a:defRPr sz="1875" b="1">
                <a:solidFill>
                  <a:srgbClr val="71E0A0"/>
                </a:solidFill>
              </a:defRPr>
            </a:lvl2pPr>
            <a:lvl3pPr>
              <a:defRPr sz="1875" b="1">
                <a:solidFill>
                  <a:srgbClr val="71E0A0"/>
                </a:solidFill>
              </a:defRPr>
            </a:lvl3pPr>
            <a:lvl4pPr>
              <a:defRPr sz="1875" b="1">
                <a:solidFill>
                  <a:srgbClr val="71E0A0"/>
                </a:solidFill>
              </a:defRPr>
            </a:lvl4pPr>
            <a:lvl5pPr>
              <a:defRPr sz="1875" b="1">
                <a:solidFill>
                  <a:srgbClr val="71E0A0"/>
                </a:solidFill>
              </a:defRPr>
            </a:lvl5pPr>
            <a:lvl6pPr>
              <a:defRPr sz="1875" b="1">
                <a:solidFill>
                  <a:srgbClr val="71E0A0"/>
                </a:solidFill>
              </a:defRPr>
            </a:lvl6pPr>
            <a:lvl7pPr>
              <a:defRPr sz="1875" b="1">
                <a:solidFill>
                  <a:srgbClr val="71E0A0"/>
                </a:solidFill>
              </a:defRPr>
            </a:lvl7pPr>
            <a:lvl8pPr>
              <a:defRPr sz="1875" b="1">
                <a:solidFill>
                  <a:srgbClr val="71E0A0"/>
                </a:solidFill>
              </a:defRPr>
            </a:lvl8pPr>
            <a:lvl9pPr>
              <a:defRPr sz="18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1E0A0"/>
                </a:solidFill>
              </a:defRPr>
            </a:pPr>
            <a:r>
              <a:rPr sz="1875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6111B60-02EC-4A78-8154-D676F83E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18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Verify identity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239654-10E6-495D-A05A-B0ACFB3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5146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1E0A0"/>
                </a:solidFill>
              </a:defRPr>
            </a:defPPr>
            <a:lvl1pPr>
              <a:defRPr sz="1875" b="1">
                <a:solidFill>
                  <a:srgbClr val="71E0A0"/>
                </a:solidFill>
              </a:defRPr>
            </a:lvl1pPr>
            <a:lvl2pPr>
              <a:defRPr sz="1875" b="1">
                <a:solidFill>
                  <a:srgbClr val="71E0A0"/>
                </a:solidFill>
              </a:defRPr>
            </a:lvl2pPr>
            <a:lvl3pPr>
              <a:defRPr sz="1875" b="1">
                <a:solidFill>
                  <a:srgbClr val="71E0A0"/>
                </a:solidFill>
              </a:defRPr>
            </a:lvl3pPr>
            <a:lvl4pPr>
              <a:defRPr sz="1875" b="1">
                <a:solidFill>
                  <a:srgbClr val="71E0A0"/>
                </a:solidFill>
              </a:defRPr>
            </a:lvl4pPr>
            <a:lvl5pPr>
              <a:defRPr sz="1875" b="1">
                <a:solidFill>
                  <a:srgbClr val="71E0A0"/>
                </a:solidFill>
              </a:defRPr>
            </a:lvl5pPr>
            <a:lvl6pPr>
              <a:defRPr sz="1875" b="1">
                <a:solidFill>
                  <a:srgbClr val="71E0A0"/>
                </a:solidFill>
              </a:defRPr>
            </a:lvl6pPr>
            <a:lvl7pPr>
              <a:defRPr sz="1875" b="1">
                <a:solidFill>
                  <a:srgbClr val="71E0A0"/>
                </a:solidFill>
              </a:defRPr>
            </a:lvl7pPr>
            <a:lvl8pPr>
              <a:defRPr sz="1875" b="1">
                <a:solidFill>
                  <a:srgbClr val="71E0A0"/>
                </a:solidFill>
              </a:defRPr>
            </a:lvl8pPr>
            <a:lvl9pPr>
              <a:defRPr sz="18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1E0A0"/>
                </a:solidFill>
              </a:defRPr>
            </a:pPr>
            <a:r>
              <a:rPr sz="1875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45E686-BE7D-4BD2-87A2-1E01F1E6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25184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Check role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3E8F7C1-698D-4CD2-885D-BB33CDE9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5146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1E0A0"/>
                </a:solidFill>
              </a:defRPr>
            </a:defPPr>
            <a:lvl1pPr>
              <a:defRPr sz="1875" b="1">
                <a:solidFill>
                  <a:srgbClr val="71E0A0"/>
                </a:solidFill>
              </a:defRPr>
            </a:lvl1pPr>
            <a:lvl2pPr>
              <a:defRPr sz="1875" b="1">
                <a:solidFill>
                  <a:srgbClr val="71E0A0"/>
                </a:solidFill>
              </a:defRPr>
            </a:lvl2pPr>
            <a:lvl3pPr>
              <a:defRPr sz="1875" b="1">
                <a:solidFill>
                  <a:srgbClr val="71E0A0"/>
                </a:solidFill>
              </a:defRPr>
            </a:lvl3pPr>
            <a:lvl4pPr>
              <a:defRPr sz="1875" b="1">
                <a:solidFill>
                  <a:srgbClr val="71E0A0"/>
                </a:solidFill>
              </a:defRPr>
            </a:lvl4pPr>
            <a:lvl5pPr>
              <a:defRPr sz="1875" b="1">
                <a:solidFill>
                  <a:srgbClr val="71E0A0"/>
                </a:solidFill>
              </a:defRPr>
            </a:lvl5pPr>
            <a:lvl6pPr>
              <a:defRPr sz="1875" b="1">
                <a:solidFill>
                  <a:srgbClr val="71E0A0"/>
                </a:solidFill>
              </a:defRPr>
            </a:lvl6pPr>
            <a:lvl7pPr>
              <a:defRPr sz="1875" b="1">
                <a:solidFill>
                  <a:srgbClr val="71E0A0"/>
                </a:solidFill>
              </a:defRPr>
            </a:lvl7pPr>
            <a:lvl8pPr>
              <a:defRPr sz="1875" b="1">
                <a:solidFill>
                  <a:srgbClr val="71E0A0"/>
                </a:solidFill>
              </a:defRPr>
            </a:lvl8pPr>
            <a:lvl9pPr>
              <a:defRPr sz="18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1E0A0"/>
                </a:solidFill>
              </a:defRPr>
            </a:pPr>
            <a:r>
              <a:rPr sz="1875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4932B86-ADB6-4477-A774-9C377825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51841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Allow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83EDDC5-7D08-433A-B458-468F6D48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0325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684F7E9-13A6-4EBC-B46D-15EA533F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CBD7EC-C28A-4683-8427-316F1D0F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3842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Role-based permissions limit each account to its allowed scope.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8E185C-FB2A-4175-9BFF-1E6605B5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C56A5B8-98F0-40D9-A001-E1D6D94B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Separate administrator access and account verification protect sensitive actions.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081D85-7FE9-4319-8DCF-2F600189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BA082E-F21D-4948-9AAA-8F6E67A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987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Audit records log authorized identity reveals and system activity.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7C3C7C-23C6-40BD-8090-8329BBD0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13375"/>
            <a:ext cx="151257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6E531F8-FC01-4E08-BA4E-F5E6A5A2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991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07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CE56061-90A4-4DEA-A706-A79C26F4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9912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Development methodology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ED2798D-2642-4362-9E5A-ADE63F9C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41F4E2-57F5-466B-9504-D32CB9D6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5B879DB-B57D-46B4-8EA7-09E130FC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Discover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4754EA6-28DC-4075-8CFD-445E83E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Map workflows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B4C6228-586A-4667-809E-6EB124E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956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1E0A0"/>
                </a:solidFill>
              </a:defRPr>
            </a:defPPr>
            <a:lvl1pPr>
              <a:defRPr sz="2475" b="1">
                <a:solidFill>
                  <a:srgbClr val="71E0A0"/>
                </a:solidFill>
              </a:defRPr>
            </a:lvl1pPr>
            <a:lvl2pPr>
              <a:defRPr sz="2475" b="1">
                <a:solidFill>
                  <a:srgbClr val="71E0A0"/>
                </a:solidFill>
              </a:defRPr>
            </a:lvl2pPr>
            <a:lvl3pPr>
              <a:defRPr sz="2475" b="1">
                <a:solidFill>
                  <a:srgbClr val="71E0A0"/>
                </a:solidFill>
              </a:defRPr>
            </a:lvl3pPr>
            <a:lvl4pPr>
              <a:defRPr sz="2475" b="1">
                <a:solidFill>
                  <a:srgbClr val="71E0A0"/>
                </a:solidFill>
              </a:defRPr>
            </a:lvl4pPr>
            <a:lvl5pPr>
              <a:defRPr sz="2475" b="1">
                <a:solidFill>
                  <a:srgbClr val="71E0A0"/>
                </a:solidFill>
              </a:defRPr>
            </a:lvl5pPr>
            <a:lvl6pPr>
              <a:defRPr sz="2475" b="1">
                <a:solidFill>
                  <a:srgbClr val="71E0A0"/>
                </a:solidFill>
              </a:defRPr>
            </a:lvl6pPr>
            <a:lvl7pPr>
              <a:defRPr sz="2475" b="1">
                <a:solidFill>
                  <a:srgbClr val="71E0A0"/>
                </a:solidFill>
              </a:defRPr>
            </a:lvl7pPr>
            <a:lvl8pPr>
              <a:defRPr sz="2475" b="1">
                <a:solidFill>
                  <a:srgbClr val="71E0A0"/>
                </a:solidFill>
              </a:defRPr>
            </a:lvl8pPr>
            <a:lvl9pPr>
              <a:defRPr sz="24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1E0A0"/>
                </a:solidFill>
              </a:defRPr>
            </a:pPr>
            <a:r>
              <a:rPr sz="2475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18D12DC-BD4D-44B2-BF5D-453174B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7E60A25-0FBE-44AB-BC47-C71D7210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995D020-4315-45D2-9370-DDB4DB95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Design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C22E98-037A-482E-911D-82B40859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Define modules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89B5434-3381-4C44-9C72-415B67F7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956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1E0A0"/>
                </a:solidFill>
              </a:defRPr>
            </a:defPPr>
            <a:lvl1pPr>
              <a:defRPr sz="2475" b="1">
                <a:solidFill>
                  <a:srgbClr val="71E0A0"/>
                </a:solidFill>
              </a:defRPr>
            </a:lvl1pPr>
            <a:lvl2pPr>
              <a:defRPr sz="2475" b="1">
                <a:solidFill>
                  <a:srgbClr val="71E0A0"/>
                </a:solidFill>
              </a:defRPr>
            </a:lvl2pPr>
            <a:lvl3pPr>
              <a:defRPr sz="2475" b="1">
                <a:solidFill>
                  <a:srgbClr val="71E0A0"/>
                </a:solidFill>
              </a:defRPr>
            </a:lvl3pPr>
            <a:lvl4pPr>
              <a:defRPr sz="2475" b="1">
                <a:solidFill>
                  <a:srgbClr val="71E0A0"/>
                </a:solidFill>
              </a:defRPr>
            </a:lvl4pPr>
            <a:lvl5pPr>
              <a:defRPr sz="2475" b="1">
                <a:solidFill>
                  <a:srgbClr val="71E0A0"/>
                </a:solidFill>
              </a:defRPr>
            </a:lvl5pPr>
            <a:lvl6pPr>
              <a:defRPr sz="2475" b="1">
                <a:solidFill>
                  <a:srgbClr val="71E0A0"/>
                </a:solidFill>
              </a:defRPr>
            </a:lvl6pPr>
            <a:lvl7pPr>
              <a:defRPr sz="2475" b="1">
                <a:solidFill>
                  <a:srgbClr val="71E0A0"/>
                </a:solidFill>
              </a:defRPr>
            </a:lvl7pPr>
            <a:lvl8pPr>
              <a:defRPr sz="2475" b="1">
                <a:solidFill>
                  <a:srgbClr val="71E0A0"/>
                </a:solidFill>
              </a:defRPr>
            </a:lvl8pPr>
            <a:lvl9pPr>
              <a:defRPr sz="24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1E0A0"/>
                </a:solidFill>
              </a:defRPr>
            </a:pPr>
            <a:r>
              <a:rPr sz="2475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53E6AF-111F-4EA8-A199-FE751438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5F57AF9-A84F-414B-BDB8-95583D07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7236AC9-08B9-42E3-974B-C3D9439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Build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28EDFD-80E3-4FE1-80AF-46E0C4A1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Integrate services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5C21467-9A33-4609-B911-62DAFD8F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56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1E0A0"/>
                </a:solidFill>
              </a:defRPr>
            </a:defPPr>
            <a:lvl1pPr>
              <a:defRPr sz="2475" b="1">
                <a:solidFill>
                  <a:srgbClr val="71E0A0"/>
                </a:solidFill>
              </a:defRPr>
            </a:lvl1pPr>
            <a:lvl2pPr>
              <a:defRPr sz="2475" b="1">
                <a:solidFill>
                  <a:srgbClr val="71E0A0"/>
                </a:solidFill>
              </a:defRPr>
            </a:lvl2pPr>
            <a:lvl3pPr>
              <a:defRPr sz="2475" b="1">
                <a:solidFill>
                  <a:srgbClr val="71E0A0"/>
                </a:solidFill>
              </a:defRPr>
            </a:lvl3pPr>
            <a:lvl4pPr>
              <a:defRPr sz="2475" b="1">
                <a:solidFill>
                  <a:srgbClr val="71E0A0"/>
                </a:solidFill>
              </a:defRPr>
            </a:lvl4pPr>
            <a:lvl5pPr>
              <a:defRPr sz="2475" b="1">
                <a:solidFill>
                  <a:srgbClr val="71E0A0"/>
                </a:solidFill>
              </a:defRPr>
            </a:lvl5pPr>
            <a:lvl6pPr>
              <a:defRPr sz="2475" b="1">
                <a:solidFill>
                  <a:srgbClr val="71E0A0"/>
                </a:solidFill>
              </a:defRPr>
            </a:lvl6pPr>
            <a:lvl7pPr>
              <a:defRPr sz="2475" b="1">
                <a:solidFill>
                  <a:srgbClr val="71E0A0"/>
                </a:solidFill>
              </a:defRPr>
            </a:lvl7pPr>
            <a:lvl8pPr>
              <a:defRPr sz="2475" b="1">
                <a:solidFill>
                  <a:srgbClr val="71E0A0"/>
                </a:solidFill>
              </a:defRPr>
            </a:lvl8pPr>
            <a:lvl9pPr>
              <a:defRPr sz="24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1E0A0"/>
                </a:solidFill>
              </a:defRPr>
            </a:pPr>
            <a:r>
              <a:rPr sz="2475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2A8AD21-CB75-479B-A2C3-24EC0D63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6B2ACF2-241A-42AE-89F4-BF9C1002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96AC714-EFBD-4520-A510-C86214F0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Test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41CD9A3-EEAB-456A-944C-CAD22911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Validate access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32D7E77-F3A8-4990-B0EC-358B44FB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1956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1E0A0"/>
                </a:solidFill>
              </a:defRPr>
            </a:defPPr>
            <a:lvl1pPr>
              <a:defRPr sz="2475" b="1">
                <a:solidFill>
                  <a:srgbClr val="71E0A0"/>
                </a:solidFill>
              </a:defRPr>
            </a:lvl1pPr>
            <a:lvl2pPr>
              <a:defRPr sz="2475" b="1">
                <a:solidFill>
                  <a:srgbClr val="71E0A0"/>
                </a:solidFill>
              </a:defRPr>
            </a:lvl2pPr>
            <a:lvl3pPr>
              <a:defRPr sz="2475" b="1">
                <a:solidFill>
                  <a:srgbClr val="71E0A0"/>
                </a:solidFill>
              </a:defRPr>
            </a:lvl3pPr>
            <a:lvl4pPr>
              <a:defRPr sz="2475" b="1">
                <a:solidFill>
                  <a:srgbClr val="71E0A0"/>
                </a:solidFill>
              </a:defRPr>
            </a:lvl4pPr>
            <a:lvl5pPr>
              <a:defRPr sz="2475" b="1">
                <a:solidFill>
                  <a:srgbClr val="71E0A0"/>
                </a:solidFill>
              </a:defRPr>
            </a:lvl5pPr>
            <a:lvl6pPr>
              <a:defRPr sz="2475" b="1">
                <a:solidFill>
                  <a:srgbClr val="71E0A0"/>
                </a:solidFill>
              </a:defRPr>
            </a:lvl6pPr>
            <a:lvl7pPr>
              <a:defRPr sz="2475" b="1">
                <a:solidFill>
                  <a:srgbClr val="71E0A0"/>
                </a:solidFill>
              </a:defRPr>
            </a:lvl7pPr>
            <a:lvl8pPr>
              <a:defRPr sz="2475" b="1">
                <a:solidFill>
                  <a:srgbClr val="71E0A0"/>
                </a:solidFill>
              </a:defRPr>
            </a:lvl8pPr>
            <a:lvl9pPr>
              <a:defRPr sz="24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1E0A0"/>
                </a:solidFill>
              </a:defRPr>
            </a:pPr>
            <a:r>
              <a:rPr sz="2475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C9FC134-2B12-4C01-9AF2-28F42B70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BAA801A-A3B8-4864-B71B-61DC8028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5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DF4020A-ACD2-4199-8574-8A419EE0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Refine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6A2243E-45CE-47CD-A7E1-1D0AC654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Improve from feedback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C399968-91A7-44C6-B20B-2D4B3570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99625"/>
            <a:ext cx="151257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8D4F3F3-8904-4577-8C8F-5D808FB6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853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08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780D92-0E54-4FF0-BF96-6247F2C1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38537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User roles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C61720A-9E1B-4102-BA6F-E51267AF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BB9ED"/>
                </a:solidFill>
              </a:defRPr>
            </a:defPPr>
            <a:lvl1pPr>
              <a:defRPr sz="1350" b="1">
                <a:solidFill>
                  <a:srgbClr val="2BB9ED"/>
                </a:solidFill>
              </a:defRPr>
            </a:lvl1pPr>
            <a:lvl2pPr>
              <a:defRPr sz="1350" b="1">
                <a:solidFill>
                  <a:srgbClr val="2BB9ED"/>
                </a:solidFill>
              </a:defRPr>
            </a:lvl2pPr>
            <a:lvl3pPr>
              <a:defRPr sz="1350" b="1">
                <a:solidFill>
                  <a:srgbClr val="2BB9ED"/>
                </a:solidFill>
              </a:defRPr>
            </a:lvl3pPr>
            <a:lvl4pPr>
              <a:defRPr sz="1350" b="1">
                <a:solidFill>
                  <a:srgbClr val="2BB9ED"/>
                </a:solidFill>
              </a:defRPr>
            </a:lvl4pPr>
            <a:lvl5pPr>
              <a:defRPr sz="1350" b="1">
                <a:solidFill>
                  <a:srgbClr val="2BB9ED"/>
                </a:solidFill>
              </a:defRPr>
            </a:lvl5pPr>
            <a:lvl6pPr>
              <a:defRPr sz="1350" b="1">
                <a:solidFill>
                  <a:srgbClr val="2BB9ED"/>
                </a:solidFill>
              </a:defRPr>
            </a:lvl6pPr>
            <a:lvl7pPr>
              <a:defRPr sz="1350" b="1">
                <a:solidFill>
                  <a:srgbClr val="2BB9ED"/>
                </a:solidFill>
              </a:defRPr>
            </a:lvl7pPr>
            <a:lvl8pPr>
              <a:defRPr sz="1350" b="1">
                <a:solidFill>
                  <a:srgbClr val="2BB9ED"/>
                </a:solidFill>
              </a:defRPr>
            </a:lvl8pPr>
            <a:lvl9pPr>
              <a:defRPr sz="1350" b="1">
                <a:solidFill>
                  <a:srgbClr val="2BB9E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BB9ED"/>
                </a:solidFill>
              </a:defRPr>
            </a:pPr>
            <a:r>
              <a:rPr sz="1350" b="1">
                <a:solidFill>
                  <a:srgbClr val="2BB9ED"/>
                </a:solidFill>
              </a:rPr>
              <a:t>●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BE21DE-7F9B-4CD9-86DE-CB9A863A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004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Student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96F3B9A-4A04-46AD-BF01-D866A05A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004500"/>
            <a:ext cx="1150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Submit concerns, join events, view announcements.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346847F-32F3-4729-B3BB-5C9729A5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9447"/>
                </a:solidFill>
              </a:defRPr>
            </a:defPPr>
            <a:lvl1pPr>
              <a:defRPr sz="1350" b="1">
                <a:solidFill>
                  <a:srgbClr val="159447"/>
                </a:solidFill>
              </a:defRPr>
            </a:lvl1pPr>
            <a:lvl2pPr>
              <a:defRPr sz="1350" b="1">
                <a:solidFill>
                  <a:srgbClr val="159447"/>
                </a:solidFill>
              </a:defRPr>
            </a:lvl2pPr>
            <a:lvl3pPr>
              <a:defRPr sz="1350" b="1">
                <a:solidFill>
                  <a:srgbClr val="159447"/>
                </a:solidFill>
              </a:defRPr>
            </a:lvl3pPr>
            <a:lvl4pPr>
              <a:defRPr sz="1350" b="1">
                <a:solidFill>
                  <a:srgbClr val="159447"/>
                </a:solidFill>
              </a:defRPr>
            </a:lvl4pPr>
            <a:lvl5pPr>
              <a:defRPr sz="1350" b="1">
                <a:solidFill>
                  <a:srgbClr val="159447"/>
                </a:solidFill>
              </a:defRPr>
            </a:lvl5pPr>
            <a:lvl6pPr>
              <a:defRPr sz="1350" b="1">
                <a:solidFill>
                  <a:srgbClr val="159447"/>
                </a:solidFill>
              </a:defRPr>
            </a:lvl6pPr>
            <a:lvl7pPr>
              <a:defRPr sz="1350" b="1">
                <a:solidFill>
                  <a:srgbClr val="159447"/>
                </a:solidFill>
              </a:defRPr>
            </a:lvl7pPr>
            <a:lvl8pPr>
              <a:defRPr sz="1350" b="1">
                <a:solidFill>
                  <a:srgbClr val="159447"/>
                </a:solidFill>
              </a:defRPr>
            </a:lvl8pPr>
            <a:lvl9pPr>
              <a:defRPr sz="1350" b="1">
                <a:solidFill>
                  <a:srgbClr val="159447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9447"/>
                </a:solidFill>
              </a:defRPr>
            </a:pPr>
            <a:r>
              <a:rPr sz="1350" b="1">
                <a:solidFill>
                  <a:srgbClr val="159447"/>
                </a:solidFill>
              </a:rPr>
              <a:t>●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1E4EF63-7D1B-45C4-8823-2B30B611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57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Officer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8E9A37A-E32C-4434-89DF-825F2F9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576000"/>
            <a:ext cx="1150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Manage tasks, members, budgets, and activities.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58844F0-EE6F-484C-9526-085A396D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9A25"/>
                </a:solidFill>
              </a:defRPr>
            </a:defPPr>
            <a:lvl1pPr>
              <a:defRPr sz="1350" b="1">
                <a:solidFill>
                  <a:srgbClr val="FF9A25"/>
                </a:solidFill>
              </a:defRPr>
            </a:lvl1pPr>
            <a:lvl2pPr>
              <a:defRPr sz="1350" b="1">
                <a:solidFill>
                  <a:srgbClr val="FF9A25"/>
                </a:solidFill>
              </a:defRPr>
            </a:lvl2pPr>
            <a:lvl3pPr>
              <a:defRPr sz="1350" b="1">
                <a:solidFill>
                  <a:srgbClr val="FF9A25"/>
                </a:solidFill>
              </a:defRPr>
            </a:lvl3pPr>
            <a:lvl4pPr>
              <a:defRPr sz="1350" b="1">
                <a:solidFill>
                  <a:srgbClr val="FF9A25"/>
                </a:solidFill>
              </a:defRPr>
            </a:lvl4pPr>
            <a:lvl5pPr>
              <a:defRPr sz="1350" b="1">
                <a:solidFill>
                  <a:srgbClr val="FF9A25"/>
                </a:solidFill>
              </a:defRPr>
            </a:lvl5pPr>
            <a:lvl6pPr>
              <a:defRPr sz="1350" b="1">
                <a:solidFill>
                  <a:srgbClr val="FF9A25"/>
                </a:solidFill>
              </a:defRPr>
            </a:lvl6pPr>
            <a:lvl7pPr>
              <a:defRPr sz="1350" b="1">
                <a:solidFill>
                  <a:srgbClr val="FF9A25"/>
                </a:solidFill>
              </a:defRPr>
            </a:lvl7pPr>
            <a:lvl8pPr>
              <a:defRPr sz="1350" b="1">
                <a:solidFill>
                  <a:srgbClr val="FF9A25"/>
                </a:solidFill>
              </a:defRPr>
            </a:lvl8pPr>
            <a:lvl9pPr>
              <a:defRPr sz="1350" b="1">
                <a:solidFill>
                  <a:srgbClr val="FF9A2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9A25"/>
                </a:solidFill>
              </a:defRPr>
            </a:pPr>
            <a:r>
              <a:rPr sz="1350" b="1">
                <a:solidFill>
                  <a:srgbClr val="FF9A25"/>
                </a:solidFill>
              </a:rPr>
              <a:t>●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6789BC8-E0E9-41E7-9AA1-BEF3AD4A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President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F6532DB-867D-4D9A-9042-CFD5C78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147500"/>
            <a:ext cx="1150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Coordinate organization-wide council operations.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3DAEB9F-D5A0-4CEC-8C4D-BF73866F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B6BFF"/>
                </a:solidFill>
              </a:defRPr>
            </a:defPPr>
            <a:lvl1pPr>
              <a:defRPr sz="1350" b="1">
                <a:solidFill>
                  <a:srgbClr val="9B6BFF"/>
                </a:solidFill>
              </a:defRPr>
            </a:lvl1pPr>
            <a:lvl2pPr>
              <a:defRPr sz="1350" b="1">
                <a:solidFill>
                  <a:srgbClr val="9B6BFF"/>
                </a:solidFill>
              </a:defRPr>
            </a:lvl2pPr>
            <a:lvl3pPr>
              <a:defRPr sz="1350" b="1">
                <a:solidFill>
                  <a:srgbClr val="9B6BFF"/>
                </a:solidFill>
              </a:defRPr>
            </a:lvl3pPr>
            <a:lvl4pPr>
              <a:defRPr sz="1350" b="1">
                <a:solidFill>
                  <a:srgbClr val="9B6BFF"/>
                </a:solidFill>
              </a:defRPr>
            </a:lvl4pPr>
            <a:lvl5pPr>
              <a:defRPr sz="1350" b="1">
                <a:solidFill>
                  <a:srgbClr val="9B6BFF"/>
                </a:solidFill>
              </a:defRPr>
            </a:lvl5pPr>
            <a:lvl6pPr>
              <a:defRPr sz="1350" b="1">
                <a:solidFill>
                  <a:srgbClr val="9B6BFF"/>
                </a:solidFill>
              </a:defRPr>
            </a:lvl6pPr>
            <a:lvl7pPr>
              <a:defRPr sz="1350" b="1">
                <a:solidFill>
                  <a:srgbClr val="9B6BFF"/>
                </a:solidFill>
              </a:defRPr>
            </a:lvl7pPr>
            <a:lvl8pPr>
              <a:defRPr sz="1350" b="1">
                <a:solidFill>
                  <a:srgbClr val="9B6BFF"/>
                </a:solidFill>
              </a:defRPr>
            </a:lvl8pPr>
            <a:lvl9pPr>
              <a:defRPr sz="1350" b="1">
                <a:solidFill>
                  <a:srgbClr val="9B6B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9B6BFF"/>
                </a:solidFill>
              </a:defRPr>
            </a:pPr>
            <a:r>
              <a:rPr sz="1350" b="1">
                <a:solidFill>
                  <a:srgbClr val="9B6BFF"/>
                </a:solidFill>
              </a:rPr>
              <a:t>●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D8DA83C-2522-4ED3-B92B-43C5E44A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719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Administrator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211A2F4-3305-4FD7-9F7F-6D353EE7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719000"/>
            <a:ext cx="1150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Verify accounts, oversee records, and audit access.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A325C73-85D3-4627-A9B7-D870332D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04875"/>
            <a:ext cx="15125700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8A7718E-6875-43F1-8017-31A311C7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90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09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F649D5E-B248-4B77-A61A-7DEDBEEA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29062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System screenshots</a:t>
            </a:r>
          </a:p>
        </p:txBody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F906B68-5988-4A1C-938B-7FAD412B72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c7fca9b64489c"/>
          <a:srcRect xmlns:a="http://schemas.openxmlformats.org/drawingml/2006/main" l="0" t="21012" r="0" b="210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39833550"/>
            <a:ext cx="459105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775788B-F207-4FD2-B4B1-1894100C6F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acc6bd5494129"/>
          <a:srcRect xmlns:a="http://schemas.openxmlformats.org/drawingml/2006/main" l="0" t="21237" r="0" b="21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4075" y="39833550"/>
            <a:ext cx="459105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243F364-6AF3-4BD9-96AF-3FDF09E93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639eb96b245c9"/>
          <a:srcRect xmlns:a="http://schemas.openxmlformats.org/drawingml/2006/main" l="0" t="20829" r="0" b="208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20400" y="39833550"/>
            <a:ext cx="459105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34904A0-7218-494F-9971-E3CCCA66B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92f93b7dc49b9"/>
          <a:srcRect xmlns:a="http://schemas.openxmlformats.org/drawingml/2006/main" l="0" t="28679" r="0" b="286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41405175"/>
            <a:ext cx="4591050" cy="99060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A9997E3-8E86-4B9E-9C34-72FD0C682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cac0f47394cf8"/>
          <a:srcRect xmlns:a="http://schemas.openxmlformats.org/drawingml/2006/main" l="0" t="28901" r="0" b="28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4075" y="41405175"/>
            <a:ext cx="4591050" cy="99060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3762A09-08C5-4869-B318-50160F5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5099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CouncilForge connects participation with accountable council operations.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4052032-4FBF-40C5-8EFF-C796FFFD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1481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1E0A0"/>
                </a:solidFill>
              </a:defRPr>
            </a:defPPr>
            <a:lvl1pPr>
              <a:defRPr sz="1275" b="1">
                <a:solidFill>
                  <a:srgbClr val="71E0A0"/>
                </a:solidFill>
              </a:defRPr>
            </a:lvl1pPr>
            <a:lvl2pPr>
              <a:defRPr sz="1275" b="1">
                <a:solidFill>
                  <a:srgbClr val="71E0A0"/>
                </a:solidFill>
              </a:defRPr>
            </a:lvl2pPr>
            <a:lvl3pPr>
              <a:defRPr sz="1275" b="1">
                <a:solidFill>
                  <a:srgbClr val="71E0A0"/>
                </a:solidFill>
              </a:defRPr>
            </a:lvl3pPr>
            <a:lvl4pPr>
              <a:defRPr sz="1275" b="1">
                <a:solidFill>
                  <a:srgbClr val="71E0A0"/>
                </a:solidFill>
              </a:defRPr>
            </a:lvl4pPr>
            <a:lvl5pPr>
              <a:defRPr sz="1275" b="1">
                <a:solidFill>
                  <a:srgbClr val="71E0A0"/>
                </a:solidFill>
              </a:defRPr>
            </a:lvl5pPr>
            <a:lvl6pPr>
              <a:defRPr sz="1275" b="1">
                <a:solidFill>
                  <a:srgbClr val="71E0A0"/>
                </a:solidFill>
              </a:defRPr>
            </a:lvl6pPr>
            <a:lvl7pPr>
              <a:defRPr sz="1275" b="1">
                <a:solidFill>
                  <a:srgbClr val="71E0A0"/>
                </a:solidFill>
              </a:defRPr>
            </a:lvl7pPr>
            <a:lvl8pPr>
              <a:defRPr sz="1275" b="1">
                <a:solidFill>
                  <a:srgbClr val="71E0A0"/>
                </a:solidFill>
              </a:defRPr>
            </a:lvl8pPr>
            <a:lvl9pPr>
              <a:defRPr sz="12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1E0A0"/>
                </a:solidFill>
              </a:defRPr>
            </a:pPr>
            <a:r>
              <a:rPr sz="1275" b="1">
                <a:solidFill>
                  <a:srgbClr val="71E0A0"/>
                </a:solidFill>
              </a:rPr>
              <a:t>Students  •  Councils  •  Administration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AB42BA8-26FB-41D3-AF4F-95BD0BCE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14950"/>
            <a:ext cx="15125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CouncilForge  |  Student Council Management System  |  Built for campus participation, coordination, and transparent governance</a:t>
            </a:r>
          </a:p>
        </p:txBody>
      </p:sp>
    </p:spTree>
    <p:extLst>
      <p:ext uri="{BB962C8B-B14F-4D97-AF65-F5344CB8AC3E}">
        <p14:creationId xmlns:p14="http://schemas.microsoft.com/office/powerpoint/2010/main" val="1675564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2026-10-19T05:31:05.0750000Z</dcterms:created>
  <dcterms:modified xsi:type="dcterms:W3CDTF">2026-10-19T05:31:05.0750000Z</dcterms:modified>
</coreProperties>
</file>