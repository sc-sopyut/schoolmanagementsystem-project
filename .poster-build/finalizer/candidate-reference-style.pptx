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bf6413e8d584764" /><Relationship Type="http://schemas.openxmlformats.org/officeDocument/2006/relationships/extended-properties" Target="/docProps/app.xml" Id="Rb68d44f255b64b29" /><Relationship Type="http://schemas.openxmlformats.org/officeDocument/2006/relationships/officeDocument" Target="/ppt/presentation.xml" Id="Rd40861ca3cc04a6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aa29bc1a313482c"/>
  </p:sldMasterIdLst>
  <p:notesMasterIdLst>
    <p:notesMasterId xmlns:r="http://schemas.openxmlformats.org/officeDocument/2006/relationships" r:id="R10b03e2a19114b8f"/>
  </p:notesMasterIdLst>
  <p:sldIdLst>
    <p:sldId xmlns:r="http://schemas.openxmlformats.org/officeDocument/2006/relationships" id="256" r:id="R924bb624c86d4c30"/>
  </p:sldIdLst>
  <p:sldSz cx="16459200" cy="438912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6e99ecff6ac4d22" /><Relationship Type="http://schemas.openxmlformats.org/officeDocument/2006/relationships/slideMaster" Target="/ppt/slideMasters/slideMaster1.xml" Id="R2aa29bc1a313482c" /><Relationship Type="http://schemas.openxmlformats.org/officeDocument/2006/relationships/notesMaster" Target="/ppt/notesMasters/notesMaster1.xml" Id="R10b03e2a19114b8f" /><Relationship Type="http://schemas.openxmlformats.org/officeDocument/2006/relationships/presProps" Target="/ppt/presProps.xml" Id="Rbefc5e07be2247a5" /><Relationship Type="http://schemas.openxmlformats.org/officeDocument/2006/relationships/tableStyles" Target="/ppt/tableStyles.xml" Id="Re6ebc5e0a5e14a0f" /><Relationship Type="http://schemas.openxmlformats.org/officeDocument/2006/relationships/slide" Target="/ppt/slides/slide1.xml" Id="R924bb624c86d4c3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2842e6a1e2e45a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8368020dd024b50" /><Relationship Type="http://schemas.openxmlformats.org/officeDocument/2006/relationships/notesMaster" Target="/ppt/notesMasters/notesMaster1.xml" Id="R7dcd021fce0f4a3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df8a2a5caa4ae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031c3b702fc4d4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8c7d9a78dbe422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1d988bde99472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38c884944640a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529847e8f6433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CDF47D7-6826-4E6B-B17C-55C46B213C0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645920" y="16581120"/>
            <a:ext cx="13167360" cy="6339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48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48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48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48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48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48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48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48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48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48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3867DF5-567C-43A5-AA37-B7F430F4D93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468880" y="24140160"/>
            <a:ext cx="11521440" cy="487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83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3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3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3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3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3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3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3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3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3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71A7483-8EC2-461D-A795-0F98DAC960C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645920" y="18288000"/>
            <a:ext cx="13167360" cy="731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67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67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67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67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67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67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67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67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67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67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EDF8DF4-1EBB-4F13-9E6E-09BAA1FDFBE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25830" y="3413760"/>
            <a:ext cx="14607540" cy="5364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45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45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45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45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45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45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45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45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45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45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0396ABA-41F7-4D42-8601-14816E29D88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25830" y="12192000"/>
            <a:ext cx="14607540" cy="2731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0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08610" indent="-308610" algn="l">
              <a:lnSpc>
                <a:spcPct val="110000"/>
              </a:lnSpc>
              <a:spcBef>
                <a:spcPts val="0"/>
              </a:spcBef>
              <a:spcAft>
                <a:spcPts val="1620"/>
              </a:spcAft>
              <a:buChar char="•"/>
              <a:defRPr sz="30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720090" indent="-308610" algn="l">
              <a:lnSpc>
                <a:spcPct val="110000"/>
              </a:lnSpc>
              <a:spcBef>
                <a:spcPts val="0"/>
              </a:spcBef>
              <a:spcAft>
                <a:spcPts val="1620"/>
              </a:spcAft>
              <a:buChar char="•"/>
              <a:defRPr sz="30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31570" indent="-308610" algn="l">
              <a:lnSpc>
                <a:spcPct val="110000"/>
              </a:lnSpc>
              <a:spcBef>
                <a:spcPts val="0"/>
              </a:spcBef>
              <a:spcAft>
                <a:spcPts val="1620"/>
              </a:spcAft>
              <a:buChar char="•"/>
              <a:defRPr sz="30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543050" indent="-308610" algn="l">
              <a:lnSpc>
                <a:spcPct val="110000"/>
              </a:lnSpc>
              <a:spcBef>
                <a:spcPts val="0"/>
              </a:spcBef>
              <a:spcAft>
                <a:spcPts val="1620"/>
              </a:spcAft>
              <a:buChar char="•"/>
              <a:defRPr sz="30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954530" indent="-308610" algn="l">
              <a:lnSpc>
                <a:spcPct val="110000"/>
              </a:lnSpc>
              <a:spcBef>
                <a:spcPts val="0"/>
              </a:spcBef>
              <a:spcAft>
                <a:spcPts val="1620"/>
              </a:spcAft>
              <a:buChar char="•"/>
              <a:defRPr sz="30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366010" indent="-308610" algn="l">
              <a:lnSpc>
                <a:spcPct val="110000"/>
              </a:lnSpc>
              <a:spcBef>
                <a:spcPts val="0"/>
              </a:spcBef>
              <a:spcAft>
                <a:spcPts val="1620"/>
              </a:spcAft>
              <a:buChar char="•"/>
              <a:defRPr sz="30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77490" indent="-308610" algn="l">
              <a:lnSpc>
                <a:spcPct val="110000"/>
              </a:lnSpc>
              <a:spcBef>
                <a:spcPts val="0"/>
              </a:spcBef>
              <a:spcAft>
                <a:spcPts val="1620"/>
              </a:spcAft>
              <a:buChar char="•"/>
              <a:defRPr sz="30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188970" indent="-308610" algn="l">
              <a:lnSpc>
                <a:spcPct val="110000"/>
              </a:lnSpc>
              <a:spcBef>
                <a:spcPts val="0"/>
              </a:spcBef>
              <a:spcAft>
                <a:spcPts val="1620"/>
              </a:spcAft>
              <a:buChar char="•"/>
              <a:defRPr sz="30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00450" indent="-308610" algn="l">
              <a:lnSpc>
                <a:spcPct val="110000"/>
              </a:lnSpc>
              <a:spcBef>
                <a:spcPts val="0"/>
              </a:spcBef>
              <a:spcAft>
                <a:spcPts val="1620"/>
              </a:spcAft>
              <a:buChar char="•"/>
              <a:defRPr sz="30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0E6C888-EB51-49EE-BFE1-A5EDF38C31D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25830" y="3413760"/>
            <a:ext cx="14607540" cy="5364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45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45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45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45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45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45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45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45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45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45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8C29BE4-EE9B-4BCB-AFCF-4965F19ACE5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25830" y="12192000"/>
            <a:ext cx="6789420" cy="2731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3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08610" indent="-308610" algn="l">
              <a:lnSpc>
                <a:spcPct val="110000"/>
              </a:lnSpc>
              <a:spcBef>
                <a:spcPts val="0"/>
              </a:spcBef>
              <a:spcAft>
                <a:spcPts val="1620"/>
              </a:spcAft>
              <a:buChar char="•"/>
              <a:defRPr sz="283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720090" indent="-308610" algn="l">
              <a:lnSpc>
                <a:spcPct val="110000"/>
              </a:lnSpc>
              <a:spcBef>
                <a:spcPts val="0"/>
              </a:spcBef>
              <a:spcAft>
                <a:spcPts val="1620"/>
              </a:spcAft>
              <a:buChar char="•"/>
              <a:defRPr sz="283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31570" indent="-308610" algn="l">
              <a:lnSpc>
                <a:spcPct val="110000"/>
              </a:lnSpc>
              <a:spcBef>
                <a:spcPts val="0"/>
              </a:spcBef>
              <a:spcAft>
                <a:spcPts val="1620"/>
              </a:spcAft>
              <a:buChar char="•"/>
              <a:defRPr sz="283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543050" indent="-308610" algn="l">
              <a:lnSpc>
                <a:spcPct val="110000"/>
              </a:lnSpc>
              <a:spcBef>
                <a:spcPts val="0"/>
              </a:spcBef>
              <a:spcAft>
                <a:spcPts val="1620"/>
              </a:spcAft>
              <a:buChar char="•"/>
              <a:defRPr sz="283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954530" indent="-308610" algn="l">
              <a:lnSpc>
                <a:spcPct val="110000"/>
              </a:lnSpc>
              <a:spcBef>
                <a:spcPts val="0"/>
              </a:spcBef>
              <a:spcAft>
                <a:spcPts val="1620"/>
              </a:spcAft>
              <a:buChar char="•"/>
              <a:defRPr sz="283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366010" indent="-308610" algn="l">
              <a:lnSpc>
                <a:spcPct val="110000"/>
              </a:lnSpc>
              <a:spcBef>
                <a:spcPts val="0"/>
              </a:spcBef>
              <a:spcAft>
                <a:spcPts val="1620"/>
              </a:spcAft>
              <a:buChar char="•"/>
              <a:defRPr sz="283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77490" indent="-308610" algn="l">
              <a:lnSpc>
                <a:spcPct val="110000"/>
              </a:lnSpc>
              <a:spcBef>
                <a:spcPts val="0"/>
              </a:spcBef>
              <a:spcAft>
                <a:spcPts val="1620"/>
              </a:spcAft>
              <a:buChar char="•"/>
              <a:defRPr sz="283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188970" indent="-308610" algn="l">
              <a:lnSpc>
                <a:spcPct val="110000"/>
              </a:lnSpc>
              <a:spcBef>
                <a:spcPts val="0"/>
              </a:spcBef>
              <a:spcAft>
                <a:spcPts val="1620"/>
              </a:spcAft>
              <a:buChar char="•"/>
              <a:defRPr sz="283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00450" indent="-308610" algn="l">
              <a:lnSpc>
                <a:spcPct val="110000"/>
              </a:lnSpc>
              <a:spcBef>
                <a:spcPts val="0"/>
              </a:spcBef>
              <a:spcAft>
                <a:spcPts val="1620"/>
              </a:spcAft>
              <a:buChar char="•"/>
              <a:defRPr sz="283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3D9BEC4-659C-493F-A08F-166B0005099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743950" y="12192000"/>
            <a:ext cx="6789420" cy="2731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3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08610" indent="-308610" algn="l">
              <a:lnSpc>
                <a:spcPct val="110000"/>
              </a:lnSpc>
              <a:spcBef>
                <a:spcPts val="0"/>
              </a:spcBef>
              <a:spcAft>
                <a:spcPts val="1620"/>
              </a:spcAft>
              <a:buChar char="•"/>
              <a:defRPr sz="283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720090" indent="-308610" algn="l">
              <a:lnSpc>
                <a:spcPct val="110000"/>
              </a:lnSpc>
              <a:spcBef>
                <a:spcPts val="0"/>
              </a:spcBef>
              <a:spcAft>
                <a:spcPts val="1620"/>
              </a:spcAft>
              <a:buChar char="•"/>
              <a:defRPr sz="283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31570" indent="-308610" algn="l">
              <a:lnSpc>
                <a:spcPct val="110000"/>
              </a:lnSpc>
              <a:spcBef>
                <a:spcPts val="0"/>
              </a:spcBef>
              <a:spcAft>
                <a:spcPts val="1620"/>
              </a:spcAft>
              <a:buChar char="•"/>
              <a:defRPr sz="283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543050" indent="-308610" algn="l">
              <a:lnSpc>
                <a:spcPct val="110000"/>
              </a:lnSpc>
              <a:spcBef>
                <a:spcPts val="0"/>
              </a:spcBef>
              <a:spcAft>
                <a:spcPts val="1620"/>
              </a:spcAft>
              <a:buChar char="•"/>
              <a:defRPr sz="283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954530" indent="-308610" algn="l">
              <a:lnSpc>
                <a:spcPct val="110000"/>
              </a:lnSpc>
              <a:spcBef>
                <a:spcPts val="0"/>
              </a:spcBef>
              <a:spcAft>
                <a:spcPts val="1620"/>
              </a:spcAft>
              <a:buChar char="•"/>
              <a:defRPr sz="283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366010" indent="-308610" algn="l">
              <a:lnSpc>
                <a:spcPct val="110000"/>
              </a:lnSpc>
              <a:spcBef>
                <a:spcPts val="0"/>
              </a:spcBef>
              <a:spcAft>
                <a:spcPts val="1620"/>
              </a:spcAft>
              <a:buChar char="•"/>
              <a:defRPr sz="283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77490" indent="-308610" algn="l">
              <a:lnSpc>
                <a:spcPct val="110000"/>
              </a:lnSpc>
              <a:spcBef>
                <a:spcPts val="0"/>
              </a:spcBef>
              <a:spcAft>
                <a:spcPts val="1620"/>
              </a:spcAft>
              <a:buChar char="•"/>
              <a:defRPr sz="283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188970" indent="-308610" algn="l">
              <a:lnSpc>
                <a:spcPct val="110000"/>
              </a:lnSpc>
              <a:spcBef>
                <a:spcPts val="0"/>
              </a:spcBef>
              <a:spcAft>
                <a:spcPts val="1620"/>
              </a:spcAft>
              <a:buChar char="•"/>
              <a:defRPr sz="283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00450" indent="-308610" algn="l">
              <a:lnSpc>
                <a:spcPct val="110000"/>
              </a:lnSpc>
              <a:spcBef>
                <a:spcPts val="0"/>
              </a:spcBef>
              <a:spcAft>
                <a:spcPts val="1620"/>
              </a:spcAft>
              <a:buChar char="•"/>
              <a:defRPr sz="283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CFAC5BE-BF9A-49B6-8D58-0E9F3A0A3A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25830" y="3413760"/>
            <a:ext cx="14607540" cy="5364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45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45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45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45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45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45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45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45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45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45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322EEEF-C490-45DC-8BF4-A49C964397D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25830" y="12192000"/>
            <a:ext cx="6789420" cy="2731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0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08610" indent="-308610" algn="l">
              <a:lnSpc>
                <a:spcPct val="110000"/>
              </a:lnSpc>
              <a:spcBef>
                <a:spcPts val="0"/>
              </a:spcBef>
              <a:spcAft>
                <a:spcPts val="1620"/>
              </a:spcAft>
              <a:buChar char="•"/>
              <a:defRPr sz="30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720090" indent="-308610" algn="l">
              <a:lnSpc>
                <a:spcPct val="110000"/>
              </a:lnSpc>
              <a:spcBef>
                <a:spcPts val="0"/>
              </a:spcBef>
              <a:spcAft>
                <a:spcPts val="1620"/>
              </a:spcAft>
              <a:buChar char="•"/>
              <a:defRPr sz="30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31570" indent="-308610" algn="l">
              <a:lnSpc>
                <a:spcPct val="110000"/>
              </a:lnSpc>
              <a:spcBef>
                <a:spcPts val="0"/>
              </a:spcBef>
              <a:spcAft>
                <a:spcPts val="1620"/>
              </a:spcAft>
              <a:buChar char="•"/>
              <a:defRPr sz="30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543050" indent="-308610" algn="l">
              <a:lnSpc>
                <a:spcPct val="110000"/>
              </a:lnSpc>
              <a:spcBef>
                <a:spcPts val="0"/>
              </a:spcBef>
              <a:spcAft>
                <a:spcPts val="1620"/>
              </a:spcAft>
              <a:buChar char="•"/>
              <a:defRPr sz="30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954530" indent="-308610" algn="l">
              <a:lnSpc>
                <a:spcPct val="110000"/>
              </a:lnSpc>
              <a:spcBef>
                <a:spcPts val="0"/>
              </a:spcBef>
              <a:spcAft>
                <a:spcPts val="1620"/>
              </a:spcAft>
              <a:buChar char="•"/>
              <a:defRPr sz="30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366010" indent="-308610" algn="l">
              <a:lnSpc>
                <a:spcPct val="110000"/>
              </a:lnSpc>
              <a:spcBef>
                <a:spcPts val="0"/>
              </a:spcBef>
              <a:spcAft>
                <a:spcPts val="1620"/>
              </a:spcAft>
              <a:buChar char="•"/>
              <a:defRPr sz="30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77490" indent="-308610" algn="l">
              <a:lnSpc>
                <a:spcPct val="110000"/>
              </a:lnSpc>
              <a:spcBef>
                <a:spcPts val="0"/>
              </a:spcBef>
              <a:spcAft>
                <a:spcPts val="1620"/>
              </a:spcAft>
              <a:buChar char="•"/>
              <a:defRPr sz="30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188970" indent="-308610" algn="l">
              <a:lnSpc>
                <a:spcPct val="110000"/>
              </a:lnSpc>
              <a:spcBef>
                <a:spcPts val="0"/>
              </a:spcBef>
              <a:spcAft>
                <a:spcPts val="1620"/>
              </a:spcAft>
              <a:buChar char="•"/>
              <a:defRPr sz="30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00450" indent="-308610" algn="l">
              <a:lnSpc>
                <a:spcPct val="110000"/>
              </a:lnSpc>
              <a:spcBef>
                <a:spcPts val="0"/>
              </a:spcBef>
              <a:spcAft>
                <a:spcPts val="1620"/>
              </a:spcAft>
              <a:buChar char="•"/>
              <a:defRPr sz="30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971640344754d04" /><Relationship Type="http://schemas.openxmlformats.org/officeDocument/2006/relationships/slideLayout" Target="/ppt/slideLayouts/slideLayout1.xml" Id="R340a4075315444db" /><Relationship Type="http://schemas.openxmlformats.org/officeDocument/2006/relationships/slideLayout" Target="/ppt/slideLayouts/slideLayout2.xml" Id="R0a198ef971784342" /><Relationship Type="http://schemas.openxmlformats.org/officeDocument/2006/relationships/slideLayout" Target="/ppt/slideLayouts/slideLayout3.xml" Id="R8193cab0a43640f2" /><Relationship Type="http://schemas.openxmlformats.org/officeDocument/2006/relationships/slideLayout" Target="/ppt/slideLayouts/slideLayout4.xml" Id="Rd69d2a9513834922" /><Relationship Type="http://schemas.openxmlformats.org/officeDocument/2006/relationships/slideLayout" Target="/ppt/slideLayouts/slideLayout5.xml" Id="R37343b66c9454a6b" /><Relationship Type="http://schemas.openxmlformats.org/officeDocument/2006/relationships/slideLayout" Target="/ppt/slideLayouts/slideLayout6.xml" Id="R84b2875a38f24bb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40a4075315444db"/>
    <p:sldLayoutId xmlns:r="http://schemas.openxmlformats.org/officeDocument/2006/relationships" id="2147483650" r:id="R0a198ef971784342"/>
    <p:sldLayoutId xmlns:r="http://schemas.openxmlformats.org/officeDocument/2006/relationships" id="2147483651" r:id="R8193cab0a43640f2"/>
    <p:sldLayoutId xmlns:r="http://schemas.openxmlformats.org/officeDocument/2006/relationships" id="2147483652" r:id="Rd69d2a9513834922"/>
    <p:sldLayoutId xmlns:r="http://schemas.openxmlformats.org/officeDocument/2006/relationships" id="2147483653" r:id="R37343b66c9454a6b"/>
    <p:sldLayoutId xmlns:r="http://schemas.openxmlformats.org/officeDocument/2006/relationships" id="2147483654" r:id="R84b2875a38f24bb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b50b44ba6aa44a1" /><Relationship Type="http://schemas.openxmlformats.org/officeDocument/2006/relationships/image" Target="/ppt/media/image.png" Id="R8290721aa05e4019" /><Relationship Type="http://schemas.openxmlformats.org/officeDocument/2006/relationships/image" Target="/ppt/media/image2.png" Id="Rea36756add874c68" /><Relationship Type="http://schemas.openxmlformats.org/officeDocument/2006/relationships/image" Target="/ppt/media/image3.png" Id="R97d8413fe70844dc" /><Relationship Type="http://schemas.openxmlformats.org/officeDocument/2006/relationships/image" Target="/ppt/media/image4.png" Id="Rba71656d3faa4484" /><Relationship Type="http://schemas.openxmlformats.org/officeDocument/2006/relationships/image" Target="/ppt/media/image5.png" Id="R5c7cfb610b44480b" /><Relationship Type="http://schemas.openxmlformats.org/officeDocument/2006/relationships/notesSlide" Target="/ppt/notesSlides/notesSlide1.xml" Id="Re8a5cb9182e84d4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3F8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D7F9F21C-4F09-4B17-9DAB-5DF4C6A9E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459200" cy="581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4522"/>
          </a:solidFill>
          <a:ln xmlns:a="http://schemas.openxmlformats.org/drawingml/2006/main" w="9525">
            <a:solidFill>
              <a:srgbClr val="0645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81CC82-2320-4311-AA8E-AB375982A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62625"/>
            <a:ext cx="16459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52C"/>
          </a:solidFill>
          <a:ln xmlns:a="http://schemas.openxmlformats.org/drawingml/2006/main" w="9525">
            <a:solidFill>
              <a:srgbClr val="D9A52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F1E633-4D6E-4908-859A-C73345FF4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53125"/>
            <a:ext cx="16459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D983"/>
          </a:solidFill>
          <a:ln xmlns:a="http://schemas.openxmlformats.org/drawingml/2006/main" w="9525">
            <a:solidFill>
              <a:srgbClr val="F3D98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EEE89C-55B3-49A4-A8C5-B9A4E1760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685800" cy="685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A52C"/>
          </a:solidFill>
          <a:ln xmlns:a="http://schemas.openxmlformats.org/drawingml/2006/main" w="9525">
            <a:solidFill>
              <a:srgbClr val="D9A52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3D38D6-3AAD-4289-8222-B56EA7B94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09650"/>
            <a:ext cx="685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FFFEF7"/>
                </a:solidFill>
              </a:defRPr>
            </a:defPPr>
            <a:lvl1pPr>
              <a:defRPr sz="2175" b="1">
                <a:solidFill>
                  <a:srgbClr val="FFFEF7"/>
                </a:solidFill>
              </a:defRPr>
            </a:lvl1pPr>
            <a:lvl2pPr>
              <a:defRPr sz="2175" b="1">
                <a:solidFill>
                  <a:srgbClr val="FFFEF7"/>
                </a:solidFill>
              </a:defRPr>
            </a:lvl2pPr>
            <a:lvl3pPr>
              <a:defRPr sz="2175" b="1">
                <a:solidFill>
                  <a:srgbClr val="FFFEF7"/>
                </a:solidFill>
              </a:defRPr>
            </a:lvl3pPr>
            <a:lvl4pPr>
              <a:defRPr sz="2175" b="1">
                <a:solidFill>
                  <a:srgbClr val="FFFEF7"/>
                </a:solidFill>
              </a:defRPr>
            </a:lvl4pPr>
            <a:lvl5pPr>
              <a:defRPr sz="2175" b="1">
                <a:solidFill>
                  <a:srgbClr val="FFFEF7"/>
                </a:solidFill>
              </a:defRPr>
            </a:lvl5pPr>
            <a:lvl6pPr>
              <a:defRPr sz="2175" b="1">
                <a:solidFill>
                  <a:srgbClr val="FFFEF7"/>
                </a:solidFill>
              </a:defRPr>
            </a:lvl6pPr>
            <a:lvl7pPr>
              <a:defRPr sz="2175" b="1">
                <a:solidFill>
                  <a:srgbClr val="FFFEF7"/>
                </a:solidFill>
              </a:defRPr>
            </a:lvl7pPr>
            <a:lvl8pPr>
              <a:defRPr sz="2175" b="1">
                <a:solidFill>
                  <a:srgbClr val="FFFEF7"/>
                </a:solidFill>
              </a:defRPr>
            </a:lvl8pPr>
            <a:lvl9pPr>
              <a:defRPr sz="2175" b="1">
                <a:solidFill>
                  <a:srgbClr val="FFFEF7"/>
                </a:solidFill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FFFEF7"/>
                </a:solidFill>
              </a:defRPr>
            </a:pPr>
            <a:r>
              <a:rPr sz="2175" b="1">
                <a:solidFill>
                  <a:srgbClr val="FFFEF7"/>
                </a:solidFill>
              </a:rPr>
              <a:t>ACC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59DFF4-E580-4BA1-90BE-7D65FE2B7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990600"/>
            <a:ext cx="8001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FFFEF7"/>
                </a:solidFill>
              </a:defRPr>
            </a:defPPr>
            <a:lvl1pPr>
              <a:defRPr sz="1875" b="1">
                <a:solidFill>
                  <a:srgbClr val="FFFEF7"/>
                </a:solidFill>
              </a:defRPr>
            </a:lvl1pPr>
            <a:lvl2pPr>
              <a:defRPr sz="1875" b="1">
                <a:solidFill>
                  <a:srgbClr val="FFFEF7"/>
                </a:solidFill>
              </a:defRPr>
            </a:lvl2pPr>
            <a:lvl3pPr>
              <a:defRPr sz="1875" b="1">
                <a:solidFill>
                  <a:srgbClr val="FFFEF7"/>
                </a:solidFill>
              </a:defRPr>
            </a:lvl3pPr>
            <a:lvl4pPr>
              <a:defRPr sz="1875" b="1">
                <a:solidFill>
                  <a:srgbClr val="FFFEF7"/>
                </a:solidFill>
              </a:defRPr>
            </a:lvl4pPr>
            <a:lvl5pPr>
              <a:defRPr sz="1875" b="1">
                <a:solidFill>
                  <a:srgbClr val="FFFEF7"/>
                </a:solidFill>
              </a:defRPr>
            </a:lvl5pPr>
            <a:lvl6pPr>
              <a:defRPr sz="1875" b="1">
                <a:solidFill>
                  <a:srgbClr val="FFFEF7"/>
                </a:solidFill>
              </a:defRPr>
            </a:lvl6pPr>
            <a:lvl7pPr>
              <a:defRPr sz="1875" b="1">
                <a:solidFill>
                  <a:srgbClr val="FFFEF7"/>
                </a:solidFill>
              </a:defRPr>
            </a:lvl7pPr>
            <a:lvl8pPr>
              <a:defRPr sz="1875" b="1">
                <a:solidFill>
                  <a:srgbClr val="FFFEF7"/>
                </a:solidFill>
              </a:defRPr>
            </a:lvl8pPr>
            <a:lvl9pPr>
              <a:defRPr sz="1875" b="1">
                <a:solidFill>
                  <a:srgbClr val="FFFEF7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FFFEF7"/>
                </a:solidFill>
              </a:defRPr>
            </a:pPr>
            <a:r>
              <a:rPr sz="1875" b="1">
                <a:solidFill>
                  <a:srgbClr val="FFFEF7"/>
                </a:solidFill>
              </a:rPr>
              <a:t>ABUYOG COMMUNITY COLLEGE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1EDBE4-0AC5-470E-9E72-A686A22C0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381125"/>
            <a:ext cx="619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D6EAD8"/>
                </a:solidFill>
              </a:defRPr>
            </a:defPPr>
            <a:lvl1pPr>
              <a:defRPr sz="1125" b="0">
                <a:solidFill>
                  <a:srgbClr val="D6EAD8"/>
                </a:solidFill>
              </a:defRPr>
            </a:lvl1pPr>
            <a:lvl2pPr>
              <a:defRPr sz="1125" b="0">
                <a:solidFill>
                  <a:srgbClr val="D6EAD8"/>
                </a:solidFill>
              </a:defRPr>
            </a:lvl2pPr>
            <a:lvl3pPr>
              <a:defRPr sz="1125" b="0">
                <a:solidFill>
                  <a:srgbClr val="D6EAD8"/>
                </a:solidFill>
              </a:defRPr>
            </a:lvl3pPr>
            <a:lvl4pPr>
              <a:defRPr sz="1125" b="0">
                <a:solidFill>
                  <a:srgbClr val="D6EAD8"/>
                </a:solidFill>
              </a:defRPr>
            </a:lvl4pPr>
            <a:lvl5pPr>
              <a:defRPr sz="1125" b="0">
                <a:solidFill>
                  <a:srgbClr val="D6EAD8"/>
                </a:solidFill>
              </a:defRPr>
            </a:lvl5pPr>
            <a:lvl6pPr>
              <a:defRPr sz="1125" b="0">
                <a:solidFill>
                  <a:srgbClr val="D6EAD8"/>
                </a:solidFill>
              </a:defRPr>
            </a:lvl6pPr>
            <a:lvl7pPr>
              <a:defRPr sz="1125" b="0">
                <a:solidFill>
                  <a:srgbClr val="D6EAD8"/>
                </a:solidFill>
              </a:defRPr>
            </a:lvl7pPr>
            <a:lvl8pPr>
              <a:defRPr sz="1125" b="0">
                <a:solidFill>
                  <a:srgbClr val="D6EAD8"/>
                </a:solidFill>
              </a:defRPr>
            </a:lvl8pPr>
            <a:lvl9pPr>
              <a:defRPr sz="1125" b="0">
                <a:solidFill>
                  <a:srgbClr val="D6EAD8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D6EAD8"/>
                </a:solidFill>
              </a:defRPr>
            </a:pPr>
            <a:r>
              <a:rPr sz="1125" b="0">
                <a:solidFill>
                  <a:srgbClr val="D6EAD8"/>
                </a:solidFill>
              </a:rPr>
              <a:t>Education for a Brighter Future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BCC675-DD32-41A3-A379-4A6C8E489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33625"/>
            <a:ext cx="86677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FFFEF7"/>
                </a:solidFill>
              </a:defRPr>
            </a:defPPr>
            <a:lvl1pPr>
              <a:defRPr sz="3600" b="1">
                <a:solidFill>
                  <a:srgbClr val="FFFEF7"/>
                </a:solidFill>
              </a:defRPr>
            </a:lvl1pPr>
            <a:lvl2pPr>
              <a:defRPr sz="3600" b="1">
                <a:solidFill>
                  <a:srgbClr val="FFFEF7"/>
                </a:solidFill>
              </a:defRPr>
            </a:lvl2pPr>
            <a:lvl3pPr>
              <a:defRPr sz="3600" b="1">
                <a:solidFill>
                  <a:srgbClr val="FFFEF7"/>
                </a:solidFill>
              </a:defRPr>
            </a:lvl3pPr>
            <a:lvl4pPr>
              <a:defRPr sz="3600" b="1">
                <a:solidFill>
                  <a:srgbClr val="FFFEF7"/>
                </a:solidFill>
              </a:defRPr>
            </a:lvl4pPr>
            <a:lvl5pPr>
              <a:defRPr sz="3600" b="1">
                <a:solidFill>
                  <a:srgbClr val="FFFEF7"/>
                </a:solidFill>
              </a:defRPr>
            </a:lvl5pPr>
            <a:lvl6pPr>
              <a:defRPr sz="3600" b="1">
                <a:solidFill>
                  <a:srgbClr val="FFFEF7"/>
                </a:solidFill>
              </a:defRPr>
            </a:lvl6pPr>
            <a:lvl7pPr>
              <a:defRPr sz="3600" b="1">
                <a:solidFill>
                  <a:srgbClr val="FFFEF7"/>
                </a:solidFill>
              </a:defRPr>
            </a:lvl7pPr>
            <a:lvl8pPr>
              <a:defRPr sz="3600" b="1">
                <a:solidFill>
                  <a:srgbClr val="FFFEF7"/>
                </a:solidFill>
              </a:defRPr>
            </a:lvl8pPr>
            <a:lvl9pPr>
              <a:defRPr sz="3600" b="1">
                <a:solidFill>
                  <a:srgbClr val="FFFEF7"/>
                </a:solidFill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FFFEF7"/>
                </a:solidFill>
              </a:defRPr>
            </a:pPr>
            <a:r>
              <a:rPr sz="3600" b="1">
                <a:solidFill>
                  <a:srgbClr val="FFFEF7"/>
                </a:solidFill>
              </a:rPr>
              <a:t>STUDENT COUNCIL</a:t>
            </a:r>
          </a:p>
          <a:p xmlns:a="http://schemas.openxmlformats.org/drawingml/2006/main">
            <a:pPr>
              <a:defRPr sz="3600" b="1">
                <a:solidFill>
                  <a:srgbClr val="FFFEF7"/>
                </a:solidFill>
              </a:defRPr>
            </a:pPr>
            <a:r>
              <a:rPr sz="3600" b="1">
                <a:solidFill>
                  <a:srgbClr val="FFFEF7"/>
                </a:solidFill>
              </a:rPr>
              <a:t>MANAGEMENT SYSTEM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EB544B-AAED-4DEC-90CA-47B7FD570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71875"/>
            <a:ext cx="7620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D6EAD8"/>
                </a:solidFill>
              </a:defRPr>
            </a:defPPr>
            <a:lvl1pPr>
              <a:defRPr sz="1500" b="0">
                <a:solidFill>
                  <a:srgbClr val="D6EAD8"/>
                </a:solidFill>
              </a:defRPr>
            </a:lvl1pPr>
            <a:lvl2pPr>
              <a:defRPr sz="1500" b="0">
                <a:solidFill>
                  <a:srgbClr val="D6EAD8"/>
                </a:solidFill>
              </a:defRPr>
            </a:lvl2pPr>
            <a:lvl3pPr>
              <a:defRPr sz="1500" b="0">
                <a:solidFill>
                  <a:srgbClr val="D6EAD8"/>
                </a:solidFill>
              </a:defRPr>
            </a:lvl3pPr>
            <a:lvl4pPr>
              <a:defRPr sz="1500" b="0">
                <a:solidFill>
                  <a:srgbClr val="D6EAD8"/>
                </a:solidFill>
              </a:defRPr>
            </a:lvl4pPr>
            <a:lvl5pPr>
              <a:defRPr sz="1500" b="0">
                <a:solidFill>
                  <a:srgbClr val="D6EAD8"/>
                </a:solidFill>
              </a:defRPr>
            </a:lvl5pPr>
            <a:lvl6pPr>
              <a:defRPr sz="1500" b="0">
                <a:solidFill>
                  <a:srgbClr val="D6EAD8"/>
                </a:solidFill>
              </a:defRPr>
            </a:lvl6pPr>
            <a:lvl7pPr>
              <a:defRPr sz="1500" b="0">
                <a:solidFill>
                  <a:srgbClr val="D6EAD8"/>
                </a:solidFill>
              </a:defRPr>
            </a:lvl7pPr>
            <a:lvl8pPr>
              <a:defRPr sz="1500" b="0">
                <a:solidFill>
                  <a:srgbClr val="D6EAD8"/>
                </a:solidFill>
              </a:defRPr>
            </a:lvl8pPr>
            <a:lvl9pPr>
              <a:defRPr sz="1500" b="0">
                <a:solidFill>
                  <a:srgbClr val="D6EAD8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D6EAD8"/>
                </a:solidFill>
              </a:defRPr>
            </a:pPr>
            <a:r>
              <a:rPr sz="1500" b="0">
                <a:solidFill>
                  <a:srgbClr val="D6EAD8"/>
                </a:solidFill>
              </a:rPr>
              <a:t>CouncilForge Academic Project Poster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E34DFA-665B-4F77-A03A-345B7417B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1000125"/>
            <a:ext cx="34290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0D512A"/>
          </a:solidFill>
          <a:ln xmlns:a="http://schemas.openxmlformats.org/drawingml/2006/main" w="9525">
            <a:solidFill>
              <a:srgbClr val="D7E9D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8422B2-A899-481D-BB0C-3273369AF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1304925"/>
            <a:ext cx="26670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EF7"/>
          </a:solidFill>
          <a:ln xmlns:a="http://schemas.openxmlformats.org/drawingml/2006/main" w="9525">
            <a:solidFill>
              <a:srgbClr val="FFFEF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36FF0A-FC47-4ABC-82D1-427612E69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1800225"/>
            <a:ext cx="11430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0A6130"/>
          </a:solidFill>
          <a:ln xmlns:a="http://schemas.openxmlformats.org/drawingml/2006/main" w="9525">
            <a:solidFill>
              <a:srgbClr val="0A613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D31FBA-4B1A-4AF6-B44D-272C6968E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25325" y="2047875"/>
            <a:ext cx="857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FFFEF7"/>
                </a:solidFill>
              </a:defRPr>
            </a:defPPr>
            <a:lvl1pPr>
              <a:defRPr sz="1275" b="1">
                <a:solidFill>
                  <a:srgbClr val="FFFEF7"/>
                </a:solidFill>
              </a:defRPr>
            </a:lvl1pPr>
            <a:lvl2pPr>
              <a:defRPr sz="1275" b="1">
                <a:solidFill>
                  <a:srgbClr val="FFFEF7"/>
                </a:solidFill>
              </a:defRPr>
            </a:lvl2pPr>
            <a:lvl3pPr>
              <a:defRPr sz="1275" b="1">
                <a:solidFill>
                  <a:srgbClr val="FFFEF7"/>
                </a:solidFill>
              </a:defRPr>
            </a:lvl3pPr>
            <a:lvl4pPr>
              <a:defRPr sz="1275" b="1">
                <a:solidFill>
                  <a:srgbClr val="FFFEF7"/>
                </a:solidFill>
              </a:defRPr>
            </a:lvl4pPr>
            <a:lvl5pPr>
              <a:defRPr sz="1275" b="1">
                <a:solidFill>
                  <a:srgbClr val="FFFEF7"/>
                </a:solidFill>
              </a:defRPr>
            </a:lvl5pPr>
            <a:lvl6pPr>
              <a:defRPr sz="1275" b="1">
                <a:solidFill>
                  <a:srgbClr val="FFFEF7"/>
                </a:solidFill>
              </a:defRPr>
            </a:lvl6pPr>
            <a:lvl7pPr>
              <a:defRPr sz="1275" b="1">
                <a:solidFill>
                  <a:srgbClr val="FFFEF7"/>
                </a:solidFill>
              </a:defRPr>
            </a:lvl7pPr>
            <a:lvl8pPr>
              <a:defRPr sz="1275" b="1">
                <a:solidFill>
                  <a:srgbClr val="FFFEF7"/>
                </a:solidFill>
              </a:defRPr>
            </a:lvl8pPr>
            <a:lvl9pPr>
              <a:defRPr sz="1275" b="1">
                <a:solidFill>
                  <a:srgbClr val="FFFEF7"/>
                </a:solidFill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FFFEF7"/>
                </a:solidFill>
              </a:defRPr>
            </a:pPr>
            <a:r>
              <a:rPr sz="1275" b="1">
                <a:solidFill>
                  <a:srgbClr val="FFFEF7"/>
                </a:solidFill>
              </a:rPr>
              <a:t>SC</a:t>
            </a:r>
          </a:p>
          <a:p xmlns:a="http://schemas.openxmlformats.org/drawingml/2006/main">
            <a:pPr>
              <a:defRPr sz="1275" b="1">
                <a:solidFill>
                  <a:srgbClr val="FFFEF7"/>
                </a:solidFill>
              </a:defRPr>
            </a:pPr>
            <a:r>
              <a:rPr sz="1275" b="1">
                <a:solidFill>
                  <a:srgbClr val="FFFEF7"/>
                </a:solidFill>
              </a:rPr>
              <a:t>MG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463820-C97F-427C-A3B2-365576B2D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1809750"/>
            <a:ext cx="1143000" cy="20955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FFFEF7"/>
          </a:solidFill>
          <a:ln xmlns:a="http://schemas.openxmlformats.org/drawingml/2006/main" w="9525">
            <a:solidFill>
              <a:srgbClr val="FFFEF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9CAD98-9064-4E1E-99A9-084406DA3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209800"/>
            <a:ext cx="85725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FEF7"/>
          </a:solidFill>
          <a:ln xmlns:a="http://schemas.openxmlformats.org/drawingml/2006/main" w="9525">
            <a:solidFill>
              <a:srgbClr val="FFFEF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BB18F9-CBD7-49CF-BD67-D13B4AC59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581275"/>
            <a:ext cx="11430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FEF7"/>
          </a:solidFill>
          <a:ln xmlns:a="http://schemas.openxmlformats.org/drawingml/2006/main" w="9525">
            <a:solidFill>
              <a:srgbClr val="FFFEF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578F11-7AA6-4D6A-A33F-DD839538D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72000"/>
            <a:ext cx="10001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FFFEF7"/>
                </a:solidFill>
              </a:defRPr>
            </a:defPPr>
            <a:lvl1pPr>
              <a:defRPr sz="1275" b="0">
                <a:solidFill>
                  <a:srgbClr val="FFFEF7"/>
                </a:solidFill>
              </a:defRPr>
            </a:lvl1pPr>
            <a:lvl2pPr>
              <a:defRPr sz="1275" b="0">
                <a:solidFill>
                  <a:srgbClr val="FFFEF7"/>
                </a:solidFill>
              </a:defRPr>
            </a:lvl2pPr>
            <a:lvl3pPr>
              <a:defRPr sz="1275" b="0">
                <a:solidFill>
                  <a:srgbClr val="FFFEF7"/>
                </a:solidFill>
              </a:defRPr>
            </a:lvl3pPr>
            <a:lvl4pPr>
              <a:defRPr sz="1275" b="0">
                <a:solidFill>
                  <a:srgbClr val="FFFEF7"/>
                </a:solidFill>
              </a:defRPr>
            </a:lvl4pPr>
            <a:lvl5pPr>
              <a:defRPr sz="1275" b="0">
                <a:solidFill>
                  <a:srgbClr val="FFFEF7"/>
                </a:solidFill>
              </a:defRPr>
            </a:lvl5pPr>
            <a:lvl6pPr>
              <a:defRPr sz="1275" b="0">
                <a:solidFill>
                  <a:srgbClr val="FFFEF7"/>
                </a:solidFill>
              </a:defRPr>
            </a:lvl6pPr>
            <a:lvl7pPr>
              <a:defRPr sz="1275" b="0">
                <a:solidFill>
                  <a:srgbClr val="FFFEF7"/>
                </a:solidFill>
              </a:defRPr>
            </a:lvl7pPr>
            <a:lvl8pPr>
              <a:defRPr sz="1275" b="0">
                <a:solidFill>
                  <a:srgbClr val="FFFEF7"/>
                </a:solidFill>
              </a:defRPr>
            </a:lvl8pPr>
            <a:lvl9pPr>
              <a:defRPr sz="1275" b="0">
                <a:solidFill>
                  <a:srgbClr val="FFFEF7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FFFEF7"/>
                </a:solidFill>
              </a:defRPr>
            </a:pPr>
            <a:r>
              <a:rPr sz="1275" b="0">
                <a:solidFill>
                  <a:srgbClr val="FFFEF7"/>
                </a:solidFill>
              </a:rPr>
              <a:t>Group Members: Sophia Corsiga, Princess Lhea Cominador, Evanlloyd Bandolin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5CD389-2C02-4F51-9638-754E8C904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53000"/>
            <a:ext cx="8096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D6EAD8"/>
                </a:solidFill>
              </a:defRPr>
            </a:defPPr>
            <a:lvl1pPr>
              <a:defRPr sz="1275" b="1">
                <a:solidFill>
                  <a:srgbClr val="D6EAD8"/>
                </a:solidFill>
              </a:defRPr>
            </a:lvl1pPr>
            <a:lvl2pPr>
              <a:defRPr sz="1275" b="1">
                <a:solidFill>
                  <a:srgbClr val="D6EAD8"/>
                </a:solidFill>
              </a:defRPr>
            </a:lvl2pPr>
            <a:lvl3pPr>
              <a:defRPr sz="1275" b="1">
                <a:solidFill>
                  <a:srgbClr val="D6EAD8"/>
                </a:solidFill>
              </a:defRPr>
            </a:lvl3pPr>
            <a:lvl4pPr>
              <a:defRPr sz="1275" b="1">
                <a:solidFill>
                  <a:srgbClr val="D6EAD8"/>
                </a:solidFill>
              </a:defRPr>
            </a:lvl4pPr>
            <a:lvl5pPr>
              <a:defRPr sz="1275" b="1">
                <a:solidFill>
                  <a:srgbClr val="D6EAD8"/>
                </a:solidFill>
              </a:defRPr>
            </a:lvl5pPr>
            <a:lvl6pPr>
              <a:defRPr sz="1275" b="1">
                <a:solidFill>
                  <a:srgbClr val="D6EAD8"/>
                </a:solidFill>
              </a:defRPr>
            </a:lvl6pPr>
            <a:lvl7pPr>
              <a:defRPr sz="1275" b="1">
                <a:solidFill>
                  <a:srgbClr val="D6EAD8"/>
                </a:solidFill>
              </a:defRPr>
            </a:lvl7pPr>
            <a:lvl8pPr>
              <a:defRPr sz="1275" b="1">
                <a:solidFill>
                  <a:srgbClr val="D6EAD8"/>
                </a:solidFill>
              </a:defRPr>
            </a:lvl8pPr>
            <a:lvl9pPr>
              <a:defRPr sz="1275" b="1">
                <a:solidFill>
                  <a:srgbClr val="D6EAD8"/>
                </a:solidFill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D6EAD8"/>
                </a:solidFill>
              </a:defRPr>
            </a:pPr>
            <a:r>
              <a:rPr sz="1275" b="1">
                <a:solidFill>
                  <a:srgbClr val="D6EAD8"/>
                </a:solidFill>
              </a:rPr>
              <a:t>Adviser: Richie A. Cabangon, MSc IT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D4B6F9-6B01-4ADD-96FC-6F3C8F015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29375"/>
            <a:ext cx="3600450" cy="2667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FFEF7"/>
          </a:solidFill>
          <a:ln xmlns:a="http://schemas.openxmlformats.org/drawingml/2006/main" w="9525">
            <a:solidFill>
              <a:srgbClr val="B6D0B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0BE80F-0703-40C5-B569-A50DC03C3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810375"/>
            <a:ext cx="685800" cy="685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64522"/>
          </a:solidFill>
          <a:ln xmlns:a="http://schemas.openxmlformats.org/drawingml/2006/main" w="9525">
            <a:solidFill>
              <a:srgbClr val="06452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9BE84E-ED2D-4797-9A00-DA29BC337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962775"/>
            <a:ext cx="685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FFFEF7"/>
                </a:solidFill>
              </a:defRPr>
            </a:defPPr>
            <a:lvl1pPr>
              <a:defRPr sz="2175" b="1">
                <a:solidFill>
                  <a:srgbClr val="FFFEF7"/>
                </a:solidFill>
              </a:defRPr>
            </a:lvl1pPr>
            <a:lvl2pPr>
              <a:defRPr sz="2175" b="1">
                <a:solidFill>
                  <a:srgbClr val="FFFEF7"/>
                </a:solidFill>
              </a:defRPr>
            </a:lvl2pPr>
            <a:lvl3pPr>
              <a:defRPr sz="2175" b="1">
                <a:solidFill>
                  <a:srgbClr val="FFFEF7"/>
                </a:solidFill>
              </a:defRPr>
            </a:lvl3pPr>
            <a:lvl4pPr>
              <a:defRPr sz="2175" b="1">
                <a:solidFill>
                  <a:srgbClr val="FFFEF7"/>
                </a:solidFill>
              </a:defRPr>
            </a:lvl4pPr>
            <a:lvl5pPr>
              <a:defRPr sz="2175" b="1">
                <a:solidFill>
                  <a:srgbClr val="FFFEF7"/>
                </a:solidFill>
              </a:defRPr>
            </a:lvl5pPr>
            <a:lvl6pPr>
              <a:defRPr sz="2175" b="1">
                <a:solidFill>
                  <a:srgbClr val="FFFEF7"/>
                </a:solidFill>
              </a:defRPr>
            </a:lvl6pPr>
            <a:lvl7pPr>
              <a:defRPr sz="2175" b="1">
                <a:solidFill>
                  <a:srgbClr val="FFFEF7"/>
                </a:solidFill>
              </a:defRPr>
            </a:lvl7pPr>
            <a:lvl8pPr>
              <a:defRPr sz="2175" b="1">
                <a:solidFill>
                  <a:srgbClr val="FFFEF7"/>
                </a:solidFill>
              </a:defRPr>
            </a:lvl8pPr>
            <a:lvl9pPr>
              <a:defRPr sz="2175" b="1">
                <a:solidFill>
                  <a:srgbClr val="FFFEF7"/>
                </a:solidFill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FFFEF7"/>
                </a:solidFill>
              </a:defRPr>
            </a:pPr>
            <a:r>
              <a:rPr sz="2175" b="1">
                <a:solidFill>
                  <a:srgbClr val="FFFEF7"/>
                </a:solidFill>
              </a:rPr>
              <a:t>●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294478-9747-4CFD-B82E-BB7FE7068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69532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7381E"/>
                </a:solidFill>
              </a:defRPr>
            </a:defPPr>
            <a:lvl1pPr>
              <a:defRPr sz="1500" b="1">
                <a:solidFill>
                  <a:srgbClr val="07381E"/>
                </a:solidFill>
              </a:defRPr>
            </a:lvl1pPr>
            <a:lvl2pPr>
              <a:defRPr sz="1500" b="1">
                <a:solidFill>
                  <a:srgbClr val="07381E"/>
                </a:solidFill>
              </a:defRPr>
            </a:lvl2pPr>
            <a:lvl3pPr>
              <a:defRPr sz="1500" b="1">
                <a:solidFill>
                  <a:srgbClr val="07381E"/>
                </a:solidFill>
              </a:defRPr>
            </a:lvl3pPr>
            <a:lvl4pPr>
              <a:defRPr sz="1500" b="1">
                <a:solidFill>
                  <a:srgbClr val="07381E"/>
                </a:solidFill>
              </a:defRPr>
            </a:lvl4pPr>
            <a:lvl5pPr>
              <a:defRPr sz="1500" b="1">
                <a:solidFill>
                  <a:srgbClr val="07381E"/>
                </a:solidFill>
              </a:defRPr>
            </a:lvl5pPr>
            <a:lvl6pPr>
              <a:defRPr sz="1500" b="1">
                <a:solidFill>
                  <a:srgbClr val="07381E"/>
                </a:solidFill>
              </a:defRPr>
            </a:lvl6pPr>
            <a:lvl7pPr>
              <a:defRPr sz="1500" b="1">
                <a:solidFill>
                  <a:srgbClr val="07381E"/>
                </a:solidFill>
              </a:defRPr>
            </a:lvl7pPr>
            <a:lvl8pPr>
              <a:defRPr sz="1500" b="1">
                <a:solidFill>
                  <a:srgbClr val="07381E"/>
                </a:solidFill>
              </a:defRPr>
            </a:lvl8pPr>
            <a:lvl9pPr>
              <a:defRPr sz="1500" b="1">
                <a:solidFill>
                  <a:srgbClr val="07381E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07381E"/>
                </a:solidFill>
              </a:defRPr>
            </a:pPr>
            <a:r>
              <a:rPr sz="1500" b="1">
                <a:solidFill>
                  <a:srgbClr val="07381E"/>
                </a:solidFill>
              </a:rPr>
              <a:t>Students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C7FE040-2161-4E80-92F7-CB0F6F822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7953375"/>
            <a:ext cx="295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5715C"/>
                </a:solidFill>
              </a:defRPr>
            </a:defPPr>
            <a:lvl1pPr>
              <a:defRPr sz="1350" b="0">
                <a:solidFill>
                  <a:srgbClr val="55715C"/>
                </a:solidFill>
              </a:defRPr>
            </a:lvl1pPr>
            <a:lvl2pPr>
              <a:defRPr sz="1350" b="0">
                <a:solidFill>
                  <a:srgbClr val="55715C"/>
                </a:solidFill>
              </a:defRPr>
            </a:lvl2pPr>
            <a:lvl3pPr>
              <a:defRPr sz="1350" b="0">
                <a:solidFill>
                  <a:srgbClr val="55715C"/>
                </a:solidFill>
              </a:defRPr>
            </a:lvl3pPr>
            <a:lvl4pPr>
              <a:defRPr sz="1350" b="0">
                <a:solidFill>
                  <a:srgbClr val="55715C"/>
                </a:solidFill>
              </a:defRPr>
            </a:lvl4pPr>
            <a:lvl5pPr>
              <a:defRPr sz="1350" b="0">
                <a:solidFill>
                  <a:srgbClr val="55715C"/>
                </a:solidFill>
              </a:defRPr>
            </a:lvl5pPr>
            <a:lvl6pPr>
              <a:defRPr sz="1350" b="0">
                <a:solidFill>
                  <a:srgbClr val="55715C"/>
                </a:solidFill>
              </a:defRPr>
            </a:lvl6pPr>
            <a:lvl7pPr>
              <a:defRPr sz="1350" b="0">
                <a:solidFill>
                  <a:srgbClr val="55715C"/>
                </a:solidFill>
              </a:defRPr>
            </a:lvl7pPr>
            <a:lvl8pPr>
              <a:defRPr sz="1350" b="0">
                <a:solidFill>
                  <a:srgbClr val="55715C"/>
                </a:solidFill>
              </a:defRPr>
            </a:lvl8pPr>
            <a:lvl9pPr>
              <a:defRPr sz="1350" b="0">
                <a:solidFill>
                  <a:srgbClr val="55715C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5715C"/>
                </a:solidFill>
              </a:defRPr>
            </a:pPr>
            <a:r>
              <a:rPr sz="1350" b="0">
                <a:solidFill>
                  <a:srgbClr val="55715C"/>
                </a:solidFill>
              </a:rPr>
              <a:t>Events, announcements, concerns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BA1BB9C-115C-4E56-B0E4-9C8FF7420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6429375"/>
            <a:ext cx="3600450" cy="2667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FFEF7"/>
          </a:solidFill>
          <a:ln xmlns:a="http://schemas.openxmlformats.org/drawingml/2006/main" w="9525">
            <a:solidFill>
              <a:srgbClr val="B6D0B9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E53AB4C-1520-4BA9-A327-8CF6B923B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810375"/>
            <a:ext cx="685800" cy="685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6130"/>
          </a:solidFill>
          <a:ln xmlns:a="http://schemas.openxmlformats.org/drawingml/2006/main" w="9525">
            <a:solidFill>
              <a:srgbClr val="0A613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EBEC98C-2AE1-46A0-850B-D9663FE66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962775"/>
            <a:ext cx="685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FFFEF7"/>
                </a:solidFill>
              </a:defRPr>
            </a:defPPr>
            <a:lvl1pPr>
              <a:defRPr sz="2175" b="1">
                <a:solidFill>
                  <a:srgbClr val="FFFEF7"/>
                </a:solidFill>
              </a:defRPr>
            </a:lvl1pPr>
            <a:lvl2pPr>
              <a:defRPr sz="2175" b="1">
                <a:solidFill>
                  <a:srgbClr val="FFFEF7"/>
                </a:solidFill>
              </a:defRPr>
            </a:lvl2pPr>
            <a:lvl3pPr>
              <a:defRPr sz="2175" b="1">
                <a:solidFill>
                  <a:srgbClr val="FFFEF7"/>
                </a:solidFill>
              </a:defRPr>
            </a:lvl3pPr>
            <a:lvl4pPr>
              <a:defRPr sz="2175" b="1">
                <a:solidFill>
                  <a:srgbClr val="FFFEF7"/>
                </a:solidFill>
              </a:defRPr>
            </a:lvl4pPr>
            <a:lvl5pPr>
              <a:defRPr sz="2175" b="1">
                <a:solidFill>
                  <a:srgbClr val="FFFEF7"/>
                </a:solidFill>
              </a:defRPr>
            </a:lvl5pPr>
            <a:lvl6pPr>
              <a:defRPr sz="2175" b="1">
                <a:solidFill>
                  <a:srgbClr val="FFFEF7"/>
                </a:solidFill>
              </a:defRPr>
            </a:lvl6pPr>
            <a:lvl7pPr>
              <a:defRPr sz="2175" b="1">
                <a:solidFill>
                  <a:srgbClr val="FFFEF7"/>
                </a:solidFill>
              </a:defRPr>
            </a:lvl7pPr>
            <a:lvl8pPr>
              <a:defRPr sz="2175" b="1">
                <a:solidFill>
                  <a:srgbClr val="FFFEF7"/>
                </a:solidFill>
              </a:defRPr>
            </a:lvl8pPr>
            <a:lvl9pPr>
              <a:defRPr sz="2175" b="1">
                <a:solidFill>
                  <a:srgbClr val="FFFEF7"/>
                </a:solidFill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FFFEF7"/>
                </a:solidFill>
              </a:defRPr>
            </a:pPr>
            <a:r>
              <a:rPr sz="2175" b="1">
                <a:solidFill>
                  <a:srgbClr val="FFFEF7"/>
                </a:solidFill>
              </a:rPr>
              <a:t>✓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8C85BEE-CE73-4DD9-A158-AE10001E3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69532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7381E"/>
                </a:solidFill>
              </a:defRPr>
            </a:defPPr>
            <a:lvl1pPr>
              <a:defRPr sz="1500" b="1">
                <a:solidFill>
                  <a:srgbClr val="07381E"/>
                </a:solidFill>
              </a:defRPr>
            </a:lvl1pPr>
            <a:lvl2pPr>
              <a:defRPr sz="1500" b="1">
                <a:solidFill>
                  <a:srgbClr val="07381E"/>
                </a:solidFill>
              </a:defRPr>
            </a:lvl2pPr>
            <a:lvl3pPr>
              <a:defRPr sz="1500" b="1">
                <a:solidFill>
                  <a:srgbClr val="07381E"/>
                </a:solidFill>
              </a:defRPr>
            </a:lvl3pPr>
            <a:lvl4pPr>
              <a:defRPr sz="1500" b="1">
                <a:solidFill>
                  <a:srgbClr val="07381E"/>
                </a:solidFill>
              </a:defRPr>
            </a:lvl4pPr>
            <a:lvl5pPr>
              <a:defRPr sz="1500" b="1">
                <a:solidFill>
                  <a:srgbClr val="07381E"/>
                </a:solidFill>
              </a:defRPr>
            </a:lvl5pPr>
            <a:lvl6pPr>
              <a:defRPr sz="1500" b="1">
                <a:solidFill>
                  <a:srgbClr val="07381E"/>
                </a:solidFill>
              </a:defRPr>
            </a:lvl6pPr>
            <a:lvl7pPr>
              <a:defRPr sz="1500" b="1">
                <a:solidFill>
                  <a:srgbClr val="07381E"/>
                </a:solidFill>
              </a:defRPr>
            </a:lvl7pPr>
            <a:lvl8pPr>
              <a:defRPr sz="1500" b="1">
                <a:solidFill>
                  <a:srgbClr val="07381E"/>
                </a:solidFill>
              </a:defRPr>
            </a:lvl8pPr>
            <a:lvl9pPr>
              <a:defRPr sz="1500" b="1">
                <a:solidFill>
                  <a:srgbClr val="07381E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07381E"/>
                </a:solidFill>
              </a:defRPr>
            </a:pPr>
            <a:r>
              <a:rPr sz="1500" b="1">
                <a:solidFill>
                  <a:srgbClr val="07381E"/>
                </a:solidFill>
              </a:rPr>
              <a:t>Officers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0BA4649-8442-4562-98F5-895F7A8CB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7953375"/>
            <a:ext cx="295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5715C"/>
                </a:solidFill>
              </a:defRPr>
            </a:defPPr>
            <a:lvl1pPr>
              <a:defRPr sz="1350" b="0">
                <a:solidFill>
                  <a:srgbClr val="55715C"/>
                </a:solidFill>
              </a:defRPr>
            </a:lvl1pPr>
            <a:lvl2pPr>
              <a:defRPr sz="1350" b="0">
                <a:solidFill>
                  <a:srgbClr val="55715C"/>
                </a:solidFill>
              </a:defRPr>
            </a:lvl2pPr>
            <a:lvl3pPr>
              <a:defRPr sz="1350" b="0">
                <a:solidFill>
                  <a:srgbClr val="55715C"/>
                </a:solidFill>
              </a:defRPr>
            </a:lvl3pPr>
            <a:lvl4pPr>
              <a:defRPr sz="1350" b="0">
                <a:solidFill>
                  <a:srgbClr val="55715C"/>
                </a:solidFill>
              </a:defRPr>
            </a:lvl4pPr>
            <a:lvl5pPr>
              <a:defRPr sz="1350" b="0">
                <a:solidFill>
                  <a:srgbClr val="55715C"/>
                </a:solidFill>
              </a:defRPr>
            </a:lvl5pPr>
            <a:lvl6pPr>
              <a:defRPr sz="1350" b="0">
                <a:solidFill>
                  <a:srgbClr val="55715C"/>
                </a:solidFill>
              </a:defRPr>
            </a:lvl6pPr>
            <a:lvl7pPr>
              <a:defRPr sz="1350" b="0">
                <a:solidFill>
                  <a:srgbClr val="55715C"/>
                </a:solidFill>
              </a:defRPr>
            </a:lvl7pPr>
            <a:lvl8pPr>
              <a:defRPr sz="1350" b="0">
                <a:solidFill>
                  <a:srgbClr val="55715C"/>
                </a:solidFill>
              </a:defRPr>
            </a:lvl8pPr>
            <a:lvl9pPr>
              <a:defRPr sz="1350" b="0">
                <a:solidFill>
                  <a:srgbClr val="55715C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5715C"/>
                </a:solidFill>
              </a:defRPr>
            </a:pPr>
            <a:r>
              <a:rPr sz="1350" b="0">
                <a:solidFill>
                  <a:srgbClr val="55715C"/>
                </a:solidFill>
              </a:rPr>
              <a:t>Tasks, budgets, events, documents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1F15E91-A9A0-4F37-A9AA-FA83F6871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6429375"/>
            <a:ext cx="3600450" cy="2667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FFEF7"/>
          </a:solidFill>
          <a:ln xmlns:a="http://schemas.openxmlformats.org/drawingml/2006/main" w="9525">
            <a:solidFill>
              <a:srgbClr val="B6D0B9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B29AA1A-6C4A-41DB-8764-19DC225C1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6810375"/>
            <a:ext cx="685800" cy="685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442A9"/>
          </a:solidFill>
          <a:ln xmlns:a="http://schemas.openxmlformats.org/drawingml/2006/main" w="9525">
            <a:solidFill>
              <a:srgbClr val="7442A9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4C486BA-548B-4A9A-A25B-C77F68BE0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6962775"/>
            <a:ext cx="685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FFFEF7"/>
                </a:solidFill>
              </a:defRPr>
            </a:defPPr>
            <a:lvl1pPr>
              <a:defRPr sz="2175" b="1">
                <a:solidFill>
                  <a:srgbClr val="FFFEF7"/>
                </a:solidFill>
              </a:defRPr>
            </a:lvl1pPr>
            <a:lvl2pPr>
              <a:defRPr sz="2175" b="1">
                <a:solidFill>
                  <a:srgbClr val="FFFEF7"/>
                </a:solidFill>
              </a:defRPr>
            </a:lvl2pPr>
            <a:lvl3pPr>
              <a:defRPr sz="2175" b="1">
                <a:solidFill>
                  <a:srgbClr val="FFFEF7"/>
                </a:solidFill>
              </a:defRPr>
            </a:lvl3pPr>
            <a:lvl4pPr>
              <a:defRPr sz="2175" b="1">
                <a:solidFill>
                  <a:srgbClr val="FFFEF7"/>
                </a:solidFill>
              </a:defRPr>
            </a:lvl4pPr>
            <a:lvl5pPr>
              <a:defRPr sz="2175" b="1">
                <a:solidFill>
                  <a:srgbClr val="FFFEF7"/>
                </a:solidFill>
              </a:defRPr>
            </a:lvl5pPr>
            <a:lvl6pPr>
              <a:defRPr sz="2175" b="1">
                <a:solidFill>
                  <a:srgbClr val="FFFEF7"/>
                </a:solidFill>
              </a:defRPr>
            </a:lvl6pPr>
            <a:lvl7pPr>
              <a:defRPr sz="2175" b="1">
                <a:solidFill>
                  <a:srgbClr val="FFFEF7"/>
                </a:solidFill>
              </a:defRPr>
            </a:lvl7pPr>
            <a:lvl8pPr>
              <a:defRPr sz="2175" b="1">
                <a:solidFill>
                  <a:srgbClr val="FFFEF7"/>
                </a:solidFill>
              </a:defRPr>
            </a:lvl8pPr>
            <a:lvl9pPr>
              <a:defRPr sz="2175" b="1">
                <a:solidFill>
                  <a:srgbClr val="FFFEF7"/>
                </a:solidFill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FFFEF7"/>
                </a:solidFill>
              </a:defRPr>
            </a:pPr>
            <a:r>
              <a:rPr sz="2175" b="1">
                <a:solidFill>
                  <a:srgbClr val="FFFEF7"/>
                </a:solidFill>
              </a:rPr>
              <a:t>◆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F0DECC2-08F8-490A-AE2F-FFFB3FCF8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69532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7381E"/>
                </a:solidFill>
              </a:defRPr>
            </a:defPPr>
            <a:lvl1pPr>
              <a:defRPr sz="1500" b="1">
                <a:solidFill>
                  <a:srgbClr val="07381E"/>
                </a:solidFill>
              </a:defRPr>
            </a:lvl1pPr>
            <a:lvl2pPr>
              <a:defRPr sz="1500" b="1">
                <a:solidFill>
                  <a:srgbClr val="07381E"/>
                </a:solidFill>
              </a:defRPr>
            </a:lvl2pPr>
            <a:lvl3pPr>
              <a:defRPr sz="1500" b="1">
                <a:solidFill>
                  <a:srgbClr val="07381E"/>
                </a:solidFill>
              </a:defRPr>
            </a:lvl3pPr>
            <a:lvl4pPr>
              <a:defRPr sz="1500" b="1">
                <a:solidFill>
                  <a:srgbClr val="07381E"/>
                </a:solidFill>
              </a:defRPr>
            </a:lvl4pPr>
            <a:lvl5pPr>
              <a:defRPr sz="1500" b="1">
                <a:solidFill>
                  <a:srgbClr val="07381E"/>
                </a:solidFill>
              </a:defRPr>
            </a:lvl5pPr>
            <a:lvl6pPr>
              <a:defRPr sz="1500" b="1">
                <a:solidFill>
                  <a:srgbClr val="07381E"/>
                </a:solidFill>
              </a:defRPr>
            </a:lvl6pPr>
            <a:lvl7pPr>
              <a:defRPr sz="1500" b="1">
                <a:solidFill>
                  <a:srgbClr val="07381E"/>
                </a:solidFill>
              </a:defRPr>
            </a:lvl7pPr>
            <a:lvl8pPr>
              <a:defRPr sz="1500" b="1">
                <a:solidFill>
                  <a:srgbClr val="07381E"/>
                </a:solidFill>
              </a:defRPr>
            </a:lvl8pPr>
            <a:lvl9pPr>
              <a:defRPr sz="1500" b="1">
                <a:solidFill>
                  <a:srgbClr val="07381E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07381E"/>
                </a:solidFill>
              </a:defRPr>
            </a:pPr>
            <a:r>
              <a:rPr sz="1500" b="1">
                <a:solidFill>
                  <a:srgbClr val="07381E"/>
                </a:solidFill>
              </a:rPr>
              <a:t>Administrator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36129FF-2402-4241-B4D6-11D6E0088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7953375"/>
            <a:ext cx="295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5715C"/>
                </a:solidFill>
              </a:defRPr>
            </a:defPPr>
            <a:lvl1pPr>
              <a:defRPr sz="1350" b="0">
                <a:solidFill>
                  <a:srgbClr val="55715C"/>
                </a:solidFill>
              </a:defRPr>
            </a:lvl1pPr>
            <a:lvl2pPr>
              <a:defRPr sz="1350" b="0">
                <a:solidFill>
                  <a:srgbClr val="55715C"/>
                </a:solidFill>
              </a:defRPr>
            </a:lvl2pPr>
            <a:lvl3pPr>
              <a:defRPr sz="1350" b="0">
                <a:solidFill>
                  <a:srgbClr val="55715C"/>
                </a:solidFill>
              </a:defRPr>
            </a:lvl3pPr>
            <a:lvl4pPr>
              <a:defRPr sz="1350" b="0">
                <a:solidFill>
                  <a:srgbClr val="55715C"/>
                </a:solidFill>
              </a:defRPr>
            </a:lvl4pPr>
            <a:lvl5pPr>
              <a:defRPr sz="1350" b="0">
                <a:solidFill>
                  <a:srgbClr val="55715C"/>
                </a:solidFill>
              </a:defRPr>
            </a:lvl5pPr>
            <a:lvl6pPr>
              <a:defRPr sz="1350" b="0">
                <a:solidFill>
                  <a:srgbClr val="55715C"/>
                </a:solidFill>
              </a:defRPr>
            </a:lvl6pPr>
            <a:lvl7pPr>
              <a:defRPr sz="1350" b="0">
                <a:solidFill>
                  <a:srgbClr val="55715C"/>
                </a:solidFill>
              </a:defRPr>
            </a:lvl7pPr>
            <a:lvl8pPr>
              <a:defRPr sz="1350" b="0">
                <a:solidFill>
                  <a:srgbClr val="55715C"/>
                </a:solidFill>
              </a:defRPr>
            </a:lvl8pPr>
            <a:lvl9pPr>
              <a:defRPr sz="1350" b="0">
                <a:solidFill>
                  <a:srgbClr val="55715C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5715C"/>
                </a:solidFill>
              </a:defRPr>
            </a:pPr>
            <a:r>
              <a:rPr sz="1350" b="0">
                <a:solidFill>
                  <a:srgbClr val="55715C"/>
                </a:solidFill>
              </a:rPr>
              <a:t>Accounts, users, audit records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FE7A081-7324-4819-875D-4AEDDA88B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7700" y="6429375"/>
            <a:ext cx="3600450" cy="2667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FFEF7"/>
          </a:solidFill>
          <a:ln xmlns:a="http://schemas.openxmlformats.org/drawingml/2006/main" w="9525">
            <a:solidFill>
              <a:srgbClr val="B6D0B9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AC731B9-2242-486B-AFFD-EE818CEC7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6810375"/>
            <a:ext cx="685800" cy="685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A52C"/>
          </a:solidFill>
          <a:ln xmlns:a="http://schemas.openxmlformats.org/drawingml/2006/main" w="9525">
            <a:solidFill>
              <a:srgbClr val="D9A52C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5A288D0-B711-410D-813C-0B7E231F5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6962775"/>
            <a:ext cx="685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FFFEF7"/>
                </a:solidFill>
              </a:defRPr>
            </a:defPPr>
            <a:lvl1pPr>
              <a:defRPr sz="2175" b="1">
                <a:solidFill>
                  <a:srgbClr val="FFFEF7"/>
                </a:solidFill>
              </a:defRPr>
            </a:lvl1pPr>
            <a:lvl2pPr>
              <a:defRPr sz="2175" b="1">
                <a:solidFill>
                  <a:srgbClr val="FFFEF7"/>
                </a:solidFill>
              </a:defRPr>
            </a:lvl2pPr>
            <a:lvl3pPr>
              <a:defRPr sz="2175" b="1">
                <a:solidFill>
                  <a:srgbClr val="FFFEF7"/>
                </a:solidFill>
              </a:defRPr>
            </a:lvl3pPr>
            <a:lvl4pPr>
              <a:defRPr sz="2175" b="1">
                <a:solidFill>
                  <a:srgbClr val="FFFEF7"/>
                </a:solidFill>
              </a:defRPr>
            </a:lvl4pPr>
            <a:lvl5pPr>
              <a:defRPr sz="2175" b="1">
                <a:solidFill>
                  <a:srgbClr val="FFFEF7"/>
                </a:solidFill>
              </a:defRPr>
            </a:lvl5pPr>
            <a:lvl6pPr>
              <a:defRPr sz="2175" b="1">
                <a:solidFill>
                  <a:srgbClr val="FFFEF7"/>
                </a:solidFill>
              </a:defRPr>
            </a:lvl6pPr>
            <a:lvl7pPr>
              <a:defRPr sz="2175" b="1">
                <a:solidFill>
                  <a:srgbClr val="FFFEF7"/>
                </a:solidFill>
              </a:defRPr>
            </a:lvl7pPr>
            <a:lvl8pPr>
              <a:defRPr sz="2175" b="1">
                <a:solidFill>
                  <a:srgbClr val="FFFEF7"/>
                </a:solidFill>
              </a:defRPr>
            </a:lvl8pPr>
            <a:lvl9pPr>
              <a:defRPr sz="2175" b="1">
                <a:solidFill>
                  <a:srgbClr val="FFFEF7"/>
                </a:solidFill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FFFEF7"/>
                </a:solidFill>
              </a:defRPr>
            </a:pPr>
            <a:r>
              <a:rPr sz="2175" b="1">
                <a:solidFill>
                  <a:srgbClr val="FFFEF7"/>
                </a:solidFill>
              </a:rPr>
              <a:t>♛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F13442D-2C4C-4858-A13B-5F0631561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77850" y="69532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7381E"/>
                </a:solidFill>
              </a:defRPr>
            </a:defPPr>
            <a:lvl1pPr>
              <a:defRPr sz="1500" b="1">
                <a:solidFill>
                  <a:srgbClr val="07381E"/>
                </a:solidFill>
              </a:defRPr>
            </a:lvl1pPr>
            <a:lvl2pPr>
              <a:defRPr sz="1500" b="1">
                <a:solidFill>
                  <a:srgbClr val="07381E"/>
                </a:solidFill>
              </a:defRPr>
            </a:lvl2pPr>
            <a:lvl3pPr>
              <a:defRPr sz="1500" b="1">
                <a:solidFill>
                  <a:srgbClr val="07381E"/>
                </a:solidFill>
              </a:defRPr>
            </a:lvl3pPr>
            <a:lvl4pPr>
              <a:defRPr sz="1500" b="1">
                <a:solidFill>
                  <a:srgbClr val="07381E"/>
                </a:solidFill>
              </a:defRPr>
            </a:lvl4pPr>
            <a:lvl5pPr>
              <a:defRPr sz="1500" b="1">
                <a:solidFill>
                  <a:srgbClr val="07381E"/>
                </a:solidFill>
              </a:defRPr>
            </a:lvl5pPr>
            <a:lvl6pPr>
              <a:defRPr sz="1500" b="1">
                <a:solidFill>
                  <a:srgbClr val="07381E"/>
                </a:solidFill>
              </a:defRPr>
            </a:lvl6pPr>
            <a:lvl7pPr>
              <a:defRPr sz="1500" b="1">
                <a:solidFill>
                  <a:srgbClr val="07381E"/>
                </a:solidFill>
              </a:defRPr>
            </a:lvl7pPr>
            <a:lvl8pPr>
              <a:defRPr sz="1500" b="1">
                <a:solidFill>
                  <a:srgbClr val="07381E"/>
                </a:solidFill>
              </a:defRPr>
            </a:lvl8pPr>
            <a:lvl9pPr>
              <a:defRPr sz="1500" b="1">
                <a:solidFill>
                  <a:srgbClr val="07381E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07381E"/>
                </a:solidFill>
              </a:defRPr>
            </a:pPr>
            <a:r>
              <a:rPr sz="1500" b="1">
                <a:solidFill>
                  <a:srgbClr val="07381E"/>
                </a:solidFill>
              </a:rPr>
              <a:t>Role Based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2CE13E3-3168-4F35-A2DA-A30F68616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7953375"/>
            <a:ext cx="295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5715C"/>
                </a:solidFill>
              </a:defRPr>
            </a:defPPr>
            <a:lvl1pPr>
              <a:defRPr sz="1350" b="0">
                <a:solidFill>
                  <a:srgbClr val="55715C"/>
                </a:solidFill>
              </a:defRPr>
            </a:lvl1pPr>
            <a:lvl2pPr>
              <a:defRPr sz="1350" b="0">
                <a:solidFill>
                  <a:srgbClr val="55715C"/>
                </a:solidFill>
              </a:defRPr>
            </a:lvl2pPr>
            <a:lvl3pPr>
              <a:defRPr sz="1350" b="0">
                <a:solidFill>
                  <a:srgbClr val="55715C"/>
                </a:solidFill>
              </a:defRPr>
            </a:lvl3pPr>
            <a:lvl4pPr>
              <a:defRPr sz="1350" b="0">
                <a:solidFill>
                  <a:srgbClr val="55715C"/>
                </a:solidFill>
              </a:defRPr>
            </a:lvl4pPr>
            <a:lvl5pPr>
              <a:defRPr sz="1350" b="0">
                <a:solidFill>
                  <a:srgbClr val="55715C"/>
                </a:solidFill>
              </a:defRPr>
            </a:lvl5pPr>
            <a:lvl6pPr>
              <a:defRPr sz="1350" b="0">
                <a:solidFill>
                  <a:srgbClr val="55715C"/>
                </a:solidFill>
              </a:defRPr>
            </a:lvl6pPr>
            <a:lvl7pPr>
              <a:defRPr sz="1350" b="0">
                <a:solidFill>
                  <a:srgbClr val="55715C"/>
                </a:solidFill>
              </a:defRPr>
            </a:lvl7pPr>
            <a:lvl8pPr>
              <a:defRPr sz="1350" b="0">
                <a:solidFill>
                  <a:srgbClr val="55715C"/>
                </a:solidFill>
              </a:defRPr>
            </a:lvl8pPr>
            <a:lvl9pPr>
              <a:defRPr sz="1350" b="0">
                <a:solidFill>
                  <a:srgbClr val="55715C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5715C"/>
                </a:solidFill>
              </a:defRPr>
            </a:pPr>
            <a:r>
              <a:rPr sz="1350" b="0">
                <a:solidFill>
                  <a:srgbClr val="55715C"/>
                </a:solidFill>
              </a:rPr>
              <a:t>Access follows user role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5991043-C3C0-4D35-AB53-91D6C1557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572625"/>
            <a:ext cx="152781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064522"/>
          </a:solidFill>
          <a:ln xmlns:a="http://schemas.openxmlformats.org/drawingml/2006/main" w="9525">
            <a:solidFill>
              <a:srgbClr val="064522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3765508-DCAC-4DF5-BA42-FE808B355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9829800"/>
            <a:ext cx="1447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FFFEF7"/>
                </a:solidFill>
              </a:defRPr>
            </a:defPPr>
            <a:lvl1pPr>
              <a:defRPr sz="1875" b="1">
                <a:solidFill>
                  <a:srgbClr val="FFFEF7"/>
                </a:solidFill>
              </a:defRPr>
            </a:lvl1pPr>
            <a:lvl2pPr>
              <a:defRPr sz="1875" b="1">
                <a:solidFill>
                  <a:srgbClr val="FFFEF7"/>
                </a:solidFill>
              </a:defRPr>
            </a:lvl2pPr>
            <a:lvl3pPr>
              <a:defRPr sz="1875" b="1">
                <a:solidFill>
                  <a:srgbClr val="FFFEF7"/>
                </a:solidFill>
              </a:defRPr>
            </a:lvl3pPr>
            <a:lvl4pPr>
              <a:defRPr sz="1875" b="1">
                <a:solidFill>
                  <a:srgbClr val="FFFEF7"/>
                </a:solidFill>
              </a:defRPr>
            </a:lvl4pPr>
            <a:lvl5pPr>
              <a:defRPr sz="1875" b="1">
                <a:solidFill>
                  <a:srgbClr val="FFFEF7"/>
                </a:solidFill>
              </a:defRPr>
            </a:lvl5pPr>
            <a:lvl6pPr>
              <a:defRPr sz="1875" b="1">
                <a:solidFill>
                  <a:srgbClr val="FFFEF7"/>
                </a:solidFill>
              </a:defRPr>
            </a:lvl6pPr>
            <a:lvl7pPr>
              <a:defRPr sz="1875" b="1">
                <a:solidFill>
                  <a:srgbClr val="FFFEF7"/>
                </a:solidFill>
              </a:defRPr>
            </a:lvl7pPr>
            <a:lvl8pPr>
              <a:defRPr sz="1875" b="1">
                <a:solidFill>
                  <a:srgbClr val="FFFEF7"/>
                </a:solidFill>
              </a:defRPr>
            </a:lvl8pPr>
            <a:lvl9pPr>
              <a:defRPr sz="1875" b="1">
                <a:solidFill>
                  <a:srgbClr val="FFFEF7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FFFEF7"/>
                </a:solidFill>
              </a:defRPr>
            </a:pPr>
            <a:r>
              <a:rPr sz="1875" b="1">
                <a:solidFill>
                  <a:srgbClr val="FFFEF7"/>
                </a:solidFill>
              </a:rPr>
              <a:t>SUSTAINABLE DEVELOPMENT GOALS AND SYSTEM AGENDA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7922186-7E49-43CC-9CE2-952F1F500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810875"/>
            <a:ext cx="8667750" cy="3952875"/>
          </a:xfrm>
          <a:prstGeom xmlns:a="http://schemas.openxmlformats.org/drawingml/2006/main" prst="roundRect">
            <a:avLst>
              <a:gd name="adj" fmla="val 1928"/>
            </a:avLst>
          </a:prstGeom>
          <a:solidFill xmlns:a="http://schemas.openxmlformats.org/drawingml/2006/main">
            <a:srgbClr val="FFFEF7"/>
          </a:solidFill>
          <a:ln xmlns:a="http://schemas.openxmlformats.org/drawingml/2006/main" w="9525">
            <a:solidFill>
              <a:srgbClr val="B6D0B9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6B0951D-F973-4E52-87A7-411FA54EF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10810875"/>
            <a:ext cx="6381750" cy="3952875"/>
          </a:xfrm>
          <a:prstGeom xmlns:a="http://schemas.openxmlformats.org/drawingml/2006/main" prst="roundRect">
            <a:avLst>
              <a:gd name="adj" fmla="val 1928"/>
            </a:avLst>
          </a:prstGeom>
          <a:solidFill xmlns:a="http://schemas.openxmlformats.org/drawingml/2006/main">
            <a:srgbClr val="E7F2E6"/>
          </a:solidFill>
          <a:ln xmlns:a="http://schemas.openxmlformats.org/drawingml/2006/main" w="9525">
            <a:solidFill>
              <a:srgbClr val="B6D0B9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09DA2B5-41C3-4DA1-857C-A14B48228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123950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07381E"/>
                </a:solidFill>
              </a:defRPr>
            </a:defPPr>
            <a:lvl1pPr>
              <a:defRPr sz="1725" b="1">
                <a:solidFill>
                  <a:srgbClr val="07381E"/>
                </a:solidFill>
              </a:defRPr>
            </a:lvl1pPr>
            <a:lvl2pPr>
              <a:defRPr sz="1725" b="1">
                <a:solidFill>
                  <a:srgbClr val="07381E"/>
                </a:solidFill>
              </a:defRPr>
            </a:lvl2pPr>
            <a:lvl3pPr>
              <a:defRPr sz="1725" b="1">
                <a:solidFill>
                  <a:srgbClr val="07381E"/>
                </a:solidFill>
              </a:defRPr>
            </a:lvl3pPr>
            <a:lvl4pPr>
              <a:defRPr sz="1725" b="1">
                <a:solidFill>
                  <a:srgbClr val="07381E"/>
                </a:solidFill>
              </a:defRPr>
            </a:lvl4pPr>
            <a:lvl5pPr>
              <a:defRPr sz="1725" b="1">
                <a:solidFill>
                  <a:srgbClr val="07381E"/>
                </a:solidFill>
              </a:defRPr>
            </a:lvl5pPr>
            <a:lvl6pPr>
              <a:defRPr sz="1725" b="1">
                <a:solidFill>
                  <a:srgbClr val="07381E"/>
                </a:solidFill>
              </a:defRPr>
            </a:lvl6pPr>
            <a:lvl7pPr>
              <a:defRPr sz="1725" b="1">
                <a:solidFill>
                  <a:srgbClr val="07381E"/>
                </a:solidFill>
              </a:defRPr>
            </a:lvl7pPr>
            <a:lvl8pPr>
              <a:defRPr sz="1725" b="1">
                <a:solidFill>
                  <a:srgbClr val="07381E"/>
                </a:solidFill>
              </a:defRPr>
            </a:lvl8pPr>
            <a:lvl9pPr>
              <a:defRPr sz="1725" b="1">
                <a:solidFill>
                  <a:srgbClr val="07381E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07381E"/>
                </a:solidFill>
              </a:defRPr>
            </a:pPr>
            <a:r>
              <a:rPr sz="1725" b="1">
                <a:solidFill>
                  <a:srgbClr val="07381E"/>
                </a:solidFill>
              </a:rPr>
              <a:t>Sustainable Development Goals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9686167-273B-4E2F-BA94-3199B6EEC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1620500"/>
            <a:ext cx="4762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5715C"/>
                </a:solidFill>
              </a:defRPr>
            </a:defPPr>
            <a:lvl1pPr>
              <a:defRPr sz="1275" b="0">
                <a:solidFill>
                  <a:srgbClr val="55715C"/>
                </a:solidFill>
              </a:defRPr>
            </a:lvl1pPr>
            <a:lvl2pPr>
              <a:defRPr sz="1275" b="0">
                <a:solidFill>
                  <a:srgbClr val="55715C"/>
                </a:solidFill>
              </a:defRPr>
            </a:lvl2pPr>
            <a:lvl3pPr>
              <a:defRPr sz="1275" b="0">
                <a:solidFill>
                  <a:srgbClr val="55715C"/>
                </a:solidFill>
              </a:defRPr>
            </a:lvl3pPr>
            <a:lvl4pPr>
              <a:defRPr sz="1275" b="0">
                <a:solidFill>
                  <a:srgbClr val="55715C"/>
                </a:solidFill>
              </a:defRPr>
            </a:lvl4pPr>
            <a:lvl5pPr>
              <a:defRPr sz="1275" b="0">
                <a:solidFill>
                  <a:srgbClr val="55715C"/>
                </a:solidFill>
              </a:defRPr>
            </a:lvl5pPr>
            <a:lvl6pPr>
              <a:defRPr sz="1275" b="0">
                <a:solidFill>
                  <a:srgbClr val="55715C"/>
                </a:solidFill>
              </a:defRPr>
            </a:lvl6pPr>
            <a:lvl7pPr>
              <a:defRPr sz="1275" b="0">
                <a:solidFill>
                  <a:srgbClr val="55715C"/>
                </a:solidFill>
              </a:defRPr>
            </a:lvl7pPr>
            <a:lvl8pPr>
              <a:defRPr sz="1275" b="0">
                <a:solidFill>
                  <a:srgbClr val="55715C"/>
                </a:solidFill>
              </a:defRPr>
            </a:lvl8pPr>
            <a:lvl9pPr>
              <a:defRPr sz="1275" b="0">
                <a:solidFill>
                  <a:srgbClr val="55715C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5715C"/>
                </a:solidFill>
              </a:defRPr>
            </a:pPr>
            <a:r>
              <a:rPr sz="1275" b="0">
                <a:solidFill>
                  <a:srgbClr val="55715C"/>
                </a:solidFill>
              </a:rPr>
              <a:t>Relevant SDGs for the project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283CEBC-E822-4F9A-BA59-9250ECA5D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2239625"/>
            <a:ext cx="22860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C5192D"/>
          </a:solidFill>
          <a:ln xmlns:a="http://schemas.openxmlformats.org/drawingml/2006/main" w="9525">
            <a:solidFill>
              <a:srgbClr val="C5192D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ADF9E14-7578-44F0-97AA-9A4FB3D5C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124777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FFFEF7"/>
                </a:solidFill>
              </a:defRPr>
            </a:defPPr>
            <a:lvl1pPr>
              <a:defRPr sz="1350" b="1">
                <a:solidFill>
                  <a:srgbClr val="FFFEF7"/>
                </a:solidFill>
              </a:defRPr>
            </a:lvl1pPr>
            <a:lvl2pPr>
              <a:defRPr sz="1350" b="1">
                <a:solidFill>
                  <a:srgbClr val="FFFEF7"/>
                </a:solidFill>
              </a:defRPr>
            </a:lvl2pPr>
            <a:lvl3pPr>
              <a:defRPr sz="1350" b="1">
                <a:solidFill>
                  <a:srgbClr val="FFFEF7"/>
                </a:solidFill>
              </a:defRPr>
            </a:lvl3pPr>
            <a:lvl4pPr>
              <a:defRPr sz="1350" b="1">
                <a:solidFill>
                  <a:srgbClr val="FFFEF7"/>
                </a:solidFill>
              </a:defRPr>
            </a:lvl4pPr>
            <a:lvl5pPr>
              <a:defRPr sz="1350" b="1">
                <a:solidFill>
                  <a:srgbClr val="FFFEF7"/>
                </a:solidFill>
              </a:defRPr>
            </a:lvl5pPr>
            <a:lvl6pPr>
              <a:defRPr sz="1350" b="1">
                <a:solidFill>
                  <a:srgbClr val="FFFEF7"/>
                </a:solidFill>
              </a:defRPr>
            </a:lvl6pPr>
            <a:lvl7pPr>
              <a:defRPr sz="1350" b="1">
                <a:solidFill>
                  <a:srgbClr val="FFFEF7"/>
                </a:solidFill>
              </a:defRPr>
            </a:lvl7pPr>
            <a:lvl8pPr>
              <a:defRPr sz="1350" b="1">
                <a:solidFill>
                  <a:srgbClr val="FFFEF7"/>
                </a:solidFill>
              </a:defRPr>
            </a:lvl8pPr>
            <a:lvl9pPr>
              <a:defRPr sz="1350" b="1">
                <a:solidFill>
                  <a:srgbClr val="FFFEF7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FFEF7"/>
                </a:solidFill>
              </a:defRPr>
            </a:pPr>
            <a:r>
              <a:rPr sz="1350" b="1">
                <a:solidFill>
                  <a:srgbClr val="FFFEF7"/>
                </a:solidFill>
              </a:rPr>
              <a:t>SDG 4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2A43799-F0C1-4F54-9DAE-F0027C8F1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12954000"/>
            <a:ext cx="18573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FFFEF7"/>
                </a:solidFill>
              </a:defRPr>
            </a:defPPr>
            <a:lvl1pPr>
              <a:defRPr sz="1650" b="1">
                <a:solidFill>
                  <a:srgbClr val="FFFEF7"/>
                </a:solidFill>
              </a:defRPr>
            </a:lvl1pPr>
            <a:lvl2pPr>
              <a:defRPr sz="1650" b="1">
                <a:solidFill>
                  <a:srgbClr val="FFFEF7"/>
                </a:solidFill>
              </a:defRPr>
            </a:lvl2pPr>
            <a:lvl3pPr>
              <a:defRPr sz="1650" b="1">
                <a:solidFill>
                  <a:srgbClr val="FFFEF7"/>
                </a:solidFill>
              </a:defRPr>
            </a:lvl3pPr>
            <a:lvl4pPr>
              <a:defRPr sz="1650" b="1">
                <a:solidFill>
                  <a:srgbClr val="FFFEF7"/>
                </a:solidFill>
              </a:defRPr>
            </a:lvl4pPr>
            <a:lvl5pPr>
              <a:defRPr sz="1650" b="1">
                <a:solidFill>
                  <a:srgbClr val="FFFEF7"/>
                </a:solidFill>
              </a:defRPr>
            </a:lvl5pPr>
            <a:lvl6pPr>
              <a:defRPr sz="1650" b="1">
                <a:solidFill>
                  <a:srgbClr val="FFFEF7"/>
                </a:solidFill>
              </a:defRPr>
            </a:lvl6pPr>
            <a:lvl7pPr>
              <a:defRPr sz="1650" b="1">
                <a:solidFill>
                  <a:srgbClr val="FFFEF7"/>
                </a:solidFill>
              </a:defRPr>
            </a:lvl7pPr>
            <a:lvl8pPr>
              <a:defRPr sz="1650" b="1">
                <a:solidFill>
                  <a:srgbClr val="FFFEF7"/>
                </a:solidFill>
              </a:defRPr>
            </a:lvl8pPr>
            <a:lvl9pPr>
              <a:defRPr sz="1650" b="1">
                <a:solidFill>
                  <a:srgbClr val="FFFEF7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FFFEF7"/>
                </a:solidFill>
              </a:defRPr>
            </a:pPr>
            <a:r>
              <a:rPr sz="1650" b="1">
                <a:solidFill>
                  <a:srgbClr val="FFFEF7"/>
                </a:solidFill>
              </a:rPr>
              <a:t>Quality</a:t>
            </a:r>
          </a:p>
          <a:p xmlns:a="http://schemas.openxmlformats.org/drawingml/2006/main">
            <a:pPr>
              <a:defRPr sz="1650" b="1">
                <a:solidFill>
                  <a:srgbClr val="FFFEF7"/>
                </a:solidFill>
              </a:defRPr>
            </a:pPr>
            <a:r>
              <a:rPr sz="1650" b="1">
                <a:solidFill>
                  <a:srgbClr val="FFFEF7"/>
                </a:solidFill>
              </a:rPr>
              <a:t>Education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08A0A3F-ABD9-4733-B577-00A3E8EF1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12239625"/>
            <a:ext cx="22860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D6925"/>
          </a:solidFill>
          <a:ln xmlns:a="http://schemas.openxmlformats.org/drawingml/2006/main" w="9525">
            <a:solidFill>
              <a:srgbClr val="FD6925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62C2E77-175A-4A57-AA43-12ABB1277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124777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FFFEF7"/>
                </a:solidFill>
              </a:defRPr>
            </a:defPPr>
            <a:lvl1pPr>
              <a:defRPr sz="1350" b="1">
                <a:solidFill>
                  <a:srgbClr val="FFFEF7"/>
                </a:solidFill>
              </a:defRPr>
            </a:lvl1pPr>
            <a:lvl2pPr>
              <a:defRPr sz="1350" b="1">
                <a:solidFill>
                  <a:srgbClr val="FFFEF7"/>
                </a:solidFill>
              </a:defRPr>
            </a:lvl2pPr>
            <a:lvl3pPr>
              <a:defRPr sz="1350" b="1">
                <a:solidFill>
                  <a:srgbClr val="FFFEF7"/>
                </a:solidFill>
              </a:defRPr>
            </a:lvl3pPr>
            <a:lvl4pPr>
              <a:defRPr sz="1350" b="1">
                <a:solidFill>
                  <a:srgbClr val="FFFEF7"/>
                </a:solidFill>
              </a:defRPr>
            </a:lvl4pPr>
            <a:lvl5pPr>
              <a:defRPr sz="1350" b="1">
                <a:solidFill>
                  <a:srgbClr val="FFFEF7"/>
                </a:solidFill>
              </a:defRPr>
            </a:lvl5pPr>
            <a:lvl6pPr>
              <a:defRPr sz="1350" b="1">
                <a:solidFill>
                  <a:srgbClr val="FFFEF7"/>
                </a:solidFill>
              </a:defRPr>
            </a:lvl6pPr>
            <a:lvl7pPr>
              <a:defRPr sz="1350" b="1">
                <a:solidFill>
                  <a:srgbClr val="FFFEF7"/>
                </a:solidFill>
              </a:defRPr>
            </a:lvl7pPr>
            <a:lvl8pPr>
              <a:defRPr sz="1350" b="1">
                <a:solidFill>
                  <a:srgbClr val="FFFEF7"/>
                </a:solidFill>
              </a:defRPr>
            </a:lvl8pPr>
            <a:lvl9pPr>
              <a:defRPr sz="1350" b="1">
                <a:solidFill>
                  <a:srgbClr val="FFFEF7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FFEF7"/>
                </a:solidFill>
              </a:defRPr>
            </a:pPr>
            <a:r>
              <a:rPr sz="1350" b="1">
                <a:solidFill>
                  <a:srgbClr val="FFFEF7"/>
                </a:solidFill>
              </a:rPr>
              <a:t>SDG 9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DFEDD74-5B0F-40C1-8287-69B1CC212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12954000"/>
            <a:ext cx="18573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FFFEF7"/>
                </a:solidFill>
              </a:defRPr>
            </a:defPPr>
            <a:lvl1pPr>
              <a:defRPr sz="1650" b="1">
                <a:solidFill>
                  <a:srgbClr val="FFFEF7"/>
                </a:solidFill>
              </a:defRPr>
            </a:lvl1pPr>
            <a:lvl2pPr>
              <a:defRPr sz="1650" b="1">
                <a:solidFill>
                  <a:srgbClr val="FFFEF7"/>
                </a:solidFill>
              </a:defRPr>
            </a:lvl2pPr>
            <a:lvl3pPr>
              <a:defRPr sz="1650" b="1">
                <a:solidFill>
                  <a:srgbClr val="FFFEF7"/>
                </a:solidFill>
              </a:defRPr>
            </a:lvl3pPr>
            <a:lvl4pPr>
              <a:defRPr sz="1650" b="1">
                <a:solidFill>
                  <a:srgbClr val="FFFEF7"/>
                </a:solidFill>
              </a:defRPr>
            </a:lvl4pPr>
            <a:lvl5pPr>
              <a:defRPr sz="1650" b="1">
                <a:solidFill>
                  <a:srgbClr val="FFFEF7"/>
                </a:solidFill>
              </a:defRPr>
            </a:lvl5pPr>
            <a:lvl6pPr>
              <a:defRPr sz="1650" b="1">
                <a:solidFill>
                  <a:srgbClr val="FFFEF7"/>
                </a:solidFill>
              </a:defRPr>
            </a:lvl6pPr>
            <a:lvl7pPr>
              <a:defRPr sz="1650" b="1">
                <a:solidFill>
                  <a:srgbClr val="FFFEF7"/>
                </a:solidFill>
              </a:defRPr>
            </a:lvl7pPr>
            <a:lvl8pPr>
              <a:defRPr sz="1650" b="1">
                <a:solidFill>
                  <a:srgbClr val="FFFEF7"/>
                </a:solidFill>
              </a:defRPr>
            </a:lvl8pPr>
            <a:lvl9pPr>
              <a:defRPr sz="1650" b="1">
                <a:solidFill>
                  <a:srgbClr val="FFFEF7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FFFEF7"/>
                </a:solidFill>
              </a:defRPr>
            </a:pPr>
            <a:r>
              <a:rPr sz="1650" b="1">
                <a:solidFill>
                  <a:srgbClr val="FFFEF7"/>
                </a:solidFill>
              </a:rPr>
              <a:t>Innovation &amp;</a:t>
            </a:r>
          </a:p>
          <a:p xmlns:a="http://schemas.openxmlformats.org/drawingml/2006/main">
            <a:pPr>
              <a:defRPr sz="1650" b="1">
                <a:solidFill>
                  <a:srgbClr val="FFFEF7"/>
                </a:solidFill>
              </a:defRPr>
            </a:pPr>
            <a:r>
              <a:rPr sz="1650" b="1">
                <a:solidFill>
                  <a:srgbClr val="FFFEF7"/>
                </a:solidFill>
              </a:rPr>
              <a:t>Infrastructure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53E78CB-E41E-48FE-A208-9C7AC668B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2239625"/>
            <a:ext cx="22860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00689D"/>
          </a:solidFill>
          <a:ln xmlns:a="http://schemas.openxmlformats.org/drawingml/2006/main" w="9525">
            <a:solidFill>
              <a:srgbClr val="00689D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524A629-4B62-4B32-BE2F-FEE80B29C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124777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FFFEF7"/>
                </a:solidFill>
              </a:defRPr>
            </a:defPPr>
            <a:lvl1pPr>
              <a:defRPr sz="1350" b="1">
                <a:solidFill>
                  <a:srgbClr val="FFFEF7"/>
                </a:solidFill>
              </a:defRPr>
            </a:lvl1pPr>
            <a:lvl2pPr>
              <a:defRPr sz="1350" b="1">
                <a:solidFill>
                  <a:srgbClr val="FFFEF7"/>
                </a:solidFill>
              </a:defRPr>
            </a:lvl2pPr>
            <a:lvl3pPr>
              <a:defRPr sz="1350" b="1">
                <a:solidFill>
                  <a:srgbClr val="FFFEF7"/>
                </a:solidFill>
              </a:defRPr>
            </a:lvl3pPr>
            <a:lvl4pPr>
              <a:defRPr sz="1350" b="1">
                <a:solidFill>
                  <a:srgbClr val="FFFEF7"/>
                </a:solidFill>
              </a:defRPr>
            </a:lvl4pPr>
            <a:lvl5pPr>
              <a:defRPr sz="1350" b="1">
                <a:solidFill>
                  <a:srgbClr val="FFFEF7"/>
                </a:solidFill>
              </a:defRPr>
            </a:lvl5pPr>
            <a:lvl6pPr>
              <a:defRPr sz="1350" b="1">
                <a:solidFill>
                  <a:srgbClr val="FFFEF7"/>
                </a:solidFill>
              </a:defRPr>
            </a:lvl6pPr>
            <a:lvl7pPr>
              <a:defRPr sz="1350" b="1">
                <a:solidFill>
                  <a:srgbClr val="FFFEF7"/>
                </a:solidFill>
              </a:defRPr>
            </a:lvl7pPr>
            <a:lvl8pPr>
              <a:defRPr sz="1350" b="1">
                <a:solidFill>
                  <a:srgbClr val="FFFEF7"/>
                </a:solidFill>
              </a:defRPr>
            </a:lvl8pPr>
            <a:lvl9pPr>
              <a:defRPr sz="1350" b="1">
                <a:solidFill>
                  <a:srgbClr val="FFFEF7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FFEF7"/>
                </a:solidFill>
              </a:defRPr>
            </a:pPr>
            <a:r>
              <a:rPr sz="1350" b="1">
                <a:solidFill>
                  <a:srgbClr val="FFFEF7"/>
                </a:solidFill>
              </a:rPr>
              <a:t>SDG 16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C5B3765-630E-4C14-913D-0598F725C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12954000"/>
            <a:ext cx="18573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FFFEF7"/>
                </a:solidFill>
              </a:defRPr>
            </a:defPPr>
            <a:lvl1pPr>
              <a:defRPr sz="1650" b="1">
                <a:solidFill>
                  <a:srgbClr val="FFFEF7"/>
                </a:solidFill>
              </a:defRPr>
            </a:lvl1pPr>
            <a:lvl2pPr>
              <a:defRPr sz="1650" b="1">
                <a:solidFill>
                  <a:srgbClr val="FFFEF7"/>
                </a:solidFill>
              </a:defRPr>
            </a:lvl2pPr>
            <a:lvl3pPr>
              <a:defRPr sz="1650" b="1">
                <a:solidFill>
                  <a:srgbClr val="FFFEF7"/>
                </a:solidFill>
              </a:defRPr>
            </a:lvl3pPr>
            <a:lvl4pPr>
              <a:defRPr sz="1650" b="1">
                <a:solidFill>
                  <a:srgbClr val="FFFEF7"/>
                </a:solidFill>
              </a:defRPr>
            </a:lvl4pPr>
            <a:lvl5pPr>
              <a:defRPr sz="1650" b="1">
                <a:solidFill>
                  <a:srgbClr val="FFFEF7"/>
                </a:solidFill>
              </a:defRPr>
            </a:lvl5pPr>
            <a:lvl6pPr>
              <a:defRPr sz="1650" b="1">
                <a:solidFill>
                  <a:srgbClr val="FFFEF7"/>
                </a:solidFill>
              </a:defRPr>
            </a:lvl6pPr>
            <a:lvl7pPr>
              <a:defRPr sz="1650" b="1">
                <a:solidFill>
                  <a:srgbClr val="FFFEF7"/>
                </a:solidFill>
              </a:defRPr>
            </a:lvl7pPr>
            <a:lvl8pPr>
              <a:defRPr sz="1650" b="1">
                <a:solidFill>
                  <a:srgbClr val="FFFEF7"/>
                </a:solidFill>
              </a:defRPr>
            </a:lvl8pPr>
            <a:lvl9pPr>
              <a:defRPr sz="1650" b="1">
                <a:solidFill>
                  <a:srgbClr val="FFFEF7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FFFEF7"/>
                </a:solidFill>
              </a:defRPr>
            </a:pPr>
            <a:r>
              <a:rPr sz="1650" b="1">
                <a:solidFill>
                  <a:srgbClr val="FFFEF7"/>
                </a:solidFill>
              </a:rPr>
              <a:t>Peace, Justice &amp;</a:t>
            </a:r>
          </a:p>
          <a:p xmlns:a="http://schemas.openxmlformats.org/drawingml/2006/main">
            <a:pPr>
              <a:defRPr sz="1650" b="1">
                <a:solidFill>
                  <a:srgbClr val="FFFEF7"/>
                </a:solidFill>
              </a:defRPr>
            </a:pPr>
            <a:r>
              <a:rPr sz="1650" b="1">
                <a:solidFill>
                  <a:srgbClr val="FFFEF7"/>
                </a:solidFill>
              </a:rPr>
              <a:t>Institutions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37E7F09-5CA2-4481-93B4-E46BE7DC8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12395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07381E"/>
                </a:solidFill>
              </a:defRPr>
            </a:defPPr>
            <a:lvl1pPr>
              <a:defRPr sz="1725" b="1">
                <a:solidFill>
                  <a:srgbClr val="07381E"/>
                </a:solidFill>
              </a:defRPr>
            </a:lvl1pPr>
            <a:lvl2pPr>
              <a:defRPr sz="1725" b="1">
                <a:solidFill>
                  <a:srgbClr val="07381E"/>
                </a:solidFill>
              </a:defRPr>
            </a:lvl2pPr>
            <a:lvl3pPr>
              <a:defRPr sz="1725" b="1">
                <a:solidFill>
                  <a:srgbClr val="07381E"/>
                </a:solidFill>
              </a:defRPr>
            </a:lvl3pPr>
            <a:lvl4pPr>
              <a:defRPr sz="1725" b="1">
                <a:solidFill>
                  <a:srgbClr val="07381E"/>
                </a:solidFill>
              </a:defRPr>
            </a:lvl4pPr>
            <a:lvl5pPr>
              <a:defRPr sz="1725" b="1">
                <a:solidFill>
                  <a:srgbClr val="07381E"/>
                </a:solidFill>
              </a:defRPr>
            </a:lvl5pPr>
            <a:lvl6pPr>
              <a:defRPr sz="1725" b="1">
                <a:solidFill>
                  <a:srgbClr val="07381E"/>
                </a:solidFill>
              </a:defRPr>
            </a:lvl6pPr>
            <a:lvl7pPr>
              <a:defRPr sz="1725" b="1">
                <a:solidFill>
                  <a:srgbClr val="07381E"/>
                </a:solidFill>
              </a:defRPr>
            </a:lvl7pPr>
            <a:lvl8pPr>
              <a:defRPr sz="1725" b="1">
                <a:solidFill>
                  <a:srgbClr val="07381E"/>
                </a:solidFill>
              </a:defRPr>
            </a:lvl8pPr>
            <a:lvl9pPr>
              <a:defRPr sz="1725" b="1">
                <a:solidFill>
                  <a:srgbClr val="07381E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07381E"/>
                </a:solidFill>
              </a:defRPr>
            </a:pPr>
            <a:r>
              <a:rPr sz="1725" b="1">
                <a:solidFill>
                  <a:srgbClr val="07381E"/>
                </a:solidFill>
              </a:rPr>
              <a:t>System Agenda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6CF732B-3458-4F26-8AD5-D8CB3525C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12096750"/>
            <a:ext cx="685800" cy="685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64522"/>
          </a:solidFill>
          <a:ln xmlns:a="http://schemas.openxmlformats.org/drawingml/2006/main" w="9525">
            <a:solidFill>
              <a:srgbClr val="064522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AFA5E5A-C0D4-4322-B5E8-1FACCBB27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12249150"/>
            <a:ext cx="685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FFFEF7"/>
                </a:solidFill>
              </a:defRPr>
            </a:defPPr>
            <a:lvl1pPr>
              <a:defRPr sz="2175" b="1">
                <a:solidFill>
                  <a:srgbClr val="FFFEF7"/>
                </a:solidFill>
              </a:defRPr>
            </a:lvl1pPr>
            <a:lvl2pPr>
              <a:defRPr sz="2175" b="1">
                <a:solidFill>
                  <a:srgbClr val="FFFEF7"/>
                </a:solidFill>
              </a:defRPr>
            </a:lvl2pPr>
            <a:lvl3pPr>
              <a:defRPr sz="2175" b="1">
                <a:solidFill>
                  <a:srgbClr val="FFFEF7"/>
                </a:solidFill>
              </a:defRPr>
            </a:lvl3pPr>
            <a:lvl4pPr>
              <a:defRPr sz="2175" b="1">
                <a:solidFill>
                  <a:srgbClr val="FFFEF7"/>
                </a:solidFill>
              </a:defRPr>
            </a:lvl4pPr>
            <a:lvl5pPr>
              <a:defRPr sz="2175" b="1">
                <a:solidFill>
                  <a:srgbClr val="FFFEF7"/>
                </a:solidFill>
              </a:defRPr>
            </a:lvl5pPr>
            <a:lvl6pPr>
              <a:defRPr sz="2175" b="1">
                <a:solidFill>
                  <a:srgbClr val="FFFEF7"/>
                </a:solidFill>
              </a:defRPr>
            </a:lvl6pPr>
            <a:lvl7pPr>
              <a:defRPr sz="2175" b="1">
                <a:solidFill>
                  <a:srgbClr val="FFFEF7"/>
                </a:solidFill>
              </a:defRPr>
            </a:lvl7pPr>
            <a:lvl8pPr>
              <a:defRPr sz="2175" b="1">
                <a:solidFill>
                  <a:srgbClr val="FFFEF7"/>
                </a:solidFill>
              </a:defRPr>
            </a:lvl8pPr>
            <a:lvl9pPr>
              <a:defRPr sz="2175" b="1">
                <a:solidFill>
                  <a:srgbClr val="FFFEF7"/>
                </a:solidFill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FFFEF7"/>
                </a:solidFill>
              </a:defRPr>
            </a:pPr>
            <a:r>
              <a:rPr sz="2175" b="1">
                <a:solidFill>
                  <a:srgbClr val="FFFEF7"/>
                </a:solidFill>
              </a:rPr>
              <a:t>✓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E155115-4D93-4F78-96C8-A3822681C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12030075"/>
            <a:ext cx="433387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7381E"/>
                </a:solidFill>
              </a:defRPr>
            </a:defPPr>
            <a:lvl1pPr>
              <a:defRPr sz="1500" b="1">
                <a:solidFill>
                  <a:srgbClr val="07381E"/>
                </a:solidFill>
              </a:defRPr>
            </a:lvl1pPr>
            <a:lvl2pPr>
              <a:defRPr sz="1500" b="1">
                <a:solidFill>
                  <a:srgbClr val="07381E"/>
                </a:solidFill>
              </a:defRPr>
            </a:lvl2pPr>
            <a:lvl3pPr>
              <a:defRPr sz="1500" b="1">
                <a:solidFill>
                  <a:srgbClr val="07381E"/>
                </a:solidFill>
              </a:defRPr>
            </a:lvl3pPr>
            <a:lvl4pPr>
              <a:defRPr sz="1500" b="1">
                <a:solidFill>
                  <a:srgbClr val="07381E"/>
                </a:solidFill>
              </a:defRPr>
            </a:lvl4pPr>
            <a:lvl5pPr>
              <a:defRPr sz="1500" b="1">
                <a:solidFill>
                  <a:srgbClr val="07381E"/>
                </a:solidFill>
              </a:defRPr>
            </a:lvl5pPr>
            <a:lvl6pPr>
              <a:defRPr sz="1500" b="1">
                <a:solidFill>
                  <a:srgbClr val="07381E"/>
                </a:solidFill>
              </a:defRPr>
            </a:lvl6pPr>
            <a:lvl7pPr>
              <a:defRPr sz="1500" b="1">
                <a:solidFill>
                  <a:srgbClr val="07381E"/>
                </a:solidFill>
              </a:defRPr>
            </a:lvl7pPr>
            <a:lvl8pPr>
              <a:defRPr sz="1500" b="1">
                <a:solidFill>
                  <a:srgbClr val="07381E"/>
                </a:solidFill>
              </a:defRPr>
            </a:lvl8pPr>
            <a:lvl9pPr>
              <a:defRPr sz="1500" b="1">
                <a:solidFill>
                  <a:srgbClr val="07381E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07381E"/>
                </a:solidFill>
              </a:defRPr>
            </a:pPr>
            <a:r>
              <a:rPr sz="1500" b="1">
                <a:solidFill>
                  <a:srgbClr val="07381E"/>
                </a:solidFill>
              </a:rPr>
              <a:t>Digital information</a:t>
            </a:r>
          </a:p>
          <a:p xmlns:a="http://schemas.openxmlformats.org/drawingml/2006/main">
            <a:pPr>
              <a:defRPr sz="1500" b="1">
                <a:solidFill>
                  <a:srgbClr val="07381E"/>
                </a:solidFill>
              </a:defRPr>
            </a:pPr>
            <a:r>
              <a:rPr sz="1500" b="1">
                <a:solidFill>
                  <a:srgbClr val="07381E"/>
                </a:solidFill>
              </a:rPr>
              <a:t>Initiative access</a:t>
            </a:r>
          </a:p>
          <a:p xmlns:a="http://schemas.openxmlformats.org/drawingml/2006/main">
            <a:pPr>
              <a:defRPr sz="1500" b="1">
                <a:solidFill>
                  <a:srgbClr val="07381E"/>
                </a:solidFill>
              </a:defRPr>
            </a:pPr>
            <a:r>
              <a:rPr sz="1500" b="1">
                <a:solidFill>
                  <a:srgbClr val="07381E"/>
                </a:solidFill>
              </a:rPr>
              <a:t>Efficient governance</a:t>
            </a:r>
          </a:p>
          <a:p xmlns:a="http://schemas.openxmlformats.org/drawingml/2006/main">
            <a:pPr>
              <a:defRPr sz="1500" b="1">
                <a:solidFill>
                  <a:srgbClr val="07381E"/>
                </a:solidFill>
              </a:defRPr>
            </a:pPr>
            <a:r>
              <a:rPr sz="1500" b="1">
                <a:solidFill>
                  <a:srgbClr val="07381E"/>
                </a:solidFill>
              </a:rPr>
              <a:t>Data security and privacy</a:t>
            </a:r>
          </a:p>
          <a:p xmlns:a="http://schemas.openxmlformats.org/drawingml/2006/main">
            <a:pPr>
              <a:defRPr sz="1500" b="1">
                <a:solidFill>
                  <a:srgbClr val="07381E"/>
                </a:solidFill>
              </a:defRPr>
            </a:pPr>
            <a:r>
              <a:rPr sz="1500" b="1">
                <a:solidFill>
                  <a:srgbClr val="07381E"/>
                </a:solidFill>
              </a:rPr>
              <a:t>Sustainable partnerships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2ED76D2-8579-49E9-80E5-8D07976C8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144750"/>
            <a:ext cx="152781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064522"/>
          </a:solidFill>
          <a:ln xmlns:a="http://schemas.openxmlformats.org/drawingml/2006/main" w="9525">
            <a:solidFill>
              <a:srgbClr val="064522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18E797D-D6C4-4D10-BC95-0B633EDB6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5401925"/>
            <a:ext cx="1447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FFFEF7"/>
                </a:solidFill>
              </a:defRPr>
            </a:defPPr>
            <a:lvl1pPr>
              <a:defRPr sz="1875" b="1">
                <a:solidFill>
                  <a:srgbClr val="FFFEF7"/>
                </a:solidFill>
              </a:defRPr>
            </a:lvl1pPr>
            <a:lvl2pPr>
              <a:defRPr sz="1875" b="1">
                <a:solidFill>
                  <a:srgbClr val="FFFEF7"/>
                </a:solidFill>
              </a:defRPr>
            </a:lvl2pPr>
            <a:lvl3pPr>
              <a:defRPr sz="1875" b="1">
                <a:solidFill>
                  <a:srgbClr val="FFFEF7"/>
                </a:solidFill>
              </a:defRPr>
            </a:lvl3pPr>
            <a:lvl4pPr>
              <a:defRPr sz="1875" b="1">
                <a:solidFill>
                  <a:srgbClr val="FFFEF7"/>
                </a:solidFill>
              </a:defRPr>
            </a:lvl4pPr>
            <a:lvl5pPr>
              <a:defRPr sz="1875" b="1">
                <a:solidFill>
                  <a:srgbClr val="FFFEF7"/>
                </a:solidFill>
              </a:defRPr>
            </a:lvl5pPr>
            <a:lvl6pPr>
              <a:defRPr sz="1875" b="1">
                <a:solidFill>
                  <a:srgbClr val="FFFEF7"/>
                </a:solidFill>
              </a:defRPr>
            </a:lvl6pPr>
            <a:lvl7pPr>
              <a:defRPr sz="1875" b="1">
                <a:solidFill>
                  <a:srgbClr val="FFFEF7"/>
                </a:solidFill>
              </a:defRPr>
            </a:lvl7pPr>
            <a:lvl8pPr>
              <a:defRPr sz="1875" b="1">
                <a:solidFill>
                  <a:srgbClr val="FFFEF7"/>
                </a:solidFill>
              </a:defRPr>
            </a:lvl8pPr>
            <a:lvl9pPr>
              <a:defRPr sz="1875" b="1">
                <a:solidFill>
                  <a:srgbClr val="FFFEF7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FFFEF7"/>
                </a:solidFill>
              </a:defRPr>
            </a:pPr>
            <a:r>
              <a:rPr sz="1875" b="1">
                <a:solidFill>
                  <a:srgbClr val="FFFEF7"/>
                </a:solidFill>
              </a:rPr>
              <a:t>CORE SYSTEM FUNCTIONS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815C154-F9C1-436E-8288-3942240C9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478250"/>
            <a:ext cx="4876800" cy="2143125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FFFEF7"/>
          </a:solidFill>
          <a:ln xmlns:a="http://schemas.openxmlformats.org/drawingml/2006/main" w="9525">
            <a:solidFill>
              <a:srgbClr val="B6D0B9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DDE16D9F-6428-4740-A03F-218AB234A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744950"/>
            <a:ext cx="685800" cy="685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64522"/>
          </a:solidFill>
          <a:ln xmlns:a="http://schemas.openxmlformats.org/drawingml/2006/main" w="9525">
            <a:solidFill>
              <a:srgbClr val="064522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0FEA40C-41AD-477C-BEB2-804508DC1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897350"/>
            <a:ext cx="685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FFFEF7"/>
                </a:solidFill>
              </a:defRPr>
            </a:defPPr>
            <a:lvl1pPr>
              <a:defRPr sz="2175" b="1">
                <a:solidFill>
                  <a:srgbClr val="FFFEF7"/>
                </a:solidFill>
              </a:defRPr>
            </a:lvl1pPr>
            <a:lvl2pPr>
              <a:defRPr sz="2175" b="1">
                <a:solidFill>
                  <a:srgbClr val="FFFEF7"/>
                </a:solidFill>
              </a:defRPr>
            </a:lvl2pPr>
            <a:lvl3pPr>
              <a:defRPr sz="2175" b="1">
                <a:solidFill>
                  <a:srgbClr val="FFFEF7"/>
                </a:solidFill>
              </a:defRPr>
            </a:lvl3pPr>
            <a:lvl4pPr>
              <a:defRPr sz="2175" b="1">
                <a:solidFill>
                  <a:srgbClr val="FFFEF7"/>
                </a:solidFill>
              </a:defRPr>
            </a:lvl4pPr>
            <a:lvl5pPr>
              <a:defRPr sz="2175" b="1">
                <a:solidFill>
                  <a:srgbClr val="FFFEF7"/>
                </a:solidFill>
              </a:defRPr>
            </a:lvl5pPr>
            <a:lvl6pPr>
              <a:defRPr sz="2175" b="1">
                <a:solidFill>
                  <a:srgbClr val="FFFEF7"/>
                </a:solidFill>
              </a:defRPr>
            </a:lvl6pPr>
            <a:lvl7pPr>
              <a:defRPr sz="2175" b="1">
                <a:solidFill>
                  <a:srgbClr val="FFFEF7"/>
                </a:solidFill>
              </a:defRPr>
            </a:lvl7pPr>
            <a:lvl8pPr>
              <a:defRPr sz="2175" b="1">
                <a:solidFill>
                  <a:srgbClr val="FFFEF7"/>
                </a:solidFill>
              </a:defRPr>
            </a:lvl8pPr>
            <a:lvl9pPr>
              <a:defRPr sz="2175" b="1">
                <a:solidFill>
                  <a:srgbClr val="FFFEF7"/>
                </a:solidFill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FFFEF7"/>
                </a:solidFill>
              </a:defRPr>
            </a:pPr>
            <a:r>
              <a:rPr sz="2175" b="1">
                <a:solidFill>
                  <a:srgbClr val="FFFEF7"/>
                </a:solidFill>
              </a:rPr>
              <a:t>▤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4EB321F6-A9D1-4711-BC35-AE9E6404B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16802100"/>
            <a:ext cx="34956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07381E"/>
                </a:solidFill>
              </a:defRPr>
            </a:defPPr>
            <a:lvl1pPr>
              <a:defRPr sz="1650" b="1">
                <a:solidFill>
                  <a:srgbClr val="07381E"/>
                </a:solidFill>
              </a:defRPr>
            </a:lvl1pPr>
            <a:lvl2pPr>
              <a:defRPr sz="1650" b="1">
                <a:solidFill>
                  <a:srgbClr val="07381E"/>
                </a:solidFill>
              </a:defRPr>
            </a:lvl2pPr>
            <a:lvl3pPr>
              <a:defRPr sz="1650" b="1">
                <a:solidFill>
                  <a:srgbClr val="07381E"/>
                </a:solidFill>
              </a:defRPr>
            </a:lvl3pPr>
            <a:lvl4pPr>
              <a:defRPr sz="1650" b="1">
                <a:solidFill>
                  <a:srgbClr val="07381E"/>
                </a:solidFill>
              </a:defRPr>
            </a:lvl4pPr>
            <a:lvl5pPr>
              <a:defRPr sz="1650" b="1">
                <a:solidFill>
                  <a:srgbClr val="07381E"/>
                </a:solidFill>
              </a:defRPr>
            </a:lvl5pPr>
            <a:lvl6pPr>
              <a:defRPr sz="1650" b="1">
                <a:solidFill>
                  <a:srgbClr val="07381E"/>
                </a:solidFill>
              </a:defRPr>
            </a:lvl6pPr>
            <a:lvl7pPr>
              <a:defRPr sz="1650" b="1">
                <a:solidFill>
                  <a:srgbClr val="07381E"/>
                </a:solidFill>
              </a:defRPr>
            </a:lvl7pPr>
            <a:lvl8pPr>
              <a:defRPr sz="1650" b="1">
                <a:solidFill>
                  <a:srgbClr val="07381E"/>
                </a:solidFill>
              </a:defRPr>
            </a:lvl8pPr>
            <a:lvl9pPr>
              <a:defRPr sz="1650" b="1">
                <a:solidFill>
                  <a:srgbClr val="07381E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07381E"/>
                </a:solidFill>
              </a:defRPr>
            </a:pPr>
            <a:r>
              <a:rPr sz="1650" b="1">
                <a:solidFill>
                  <a:srgbClr val="07381E"/>
                </a:solidFill>
              </a:rPr>
              <a:t>Task Boards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820B274A-F779-4F89-86A9-0236FE439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564100"/>
            <a:ext cx="43053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5715C"/>
                </a:solidFill>
              </a:defRPr>
            </a:defPPr>
            <a:lvl1pPr>
              <a:defRPr sz="1350" b="0">
                <a:solidFill>
                  <a:srgbClr val="55715C"/>
                </a:solidFill>
              </a:defRPr>
            </a:lvl1pPr>
            <a:lvl2pPr>
              <a:defRPr sz="1350" b="0">
                <a:solidFill>
                  <a:srgbClr val="55715C"/>
                </a:solidFill>
              </a:defRPr>
            </a:lvl2pPr>
            <a:lvl3pPr>
              <a:defRPr sz="1350" b="0">
                <a:solidFill>
                  <a:srgbClr val="55715C"/>
                </a:solidFill>
              </a:defRPr>
            </a:lvl3pPr>
            <a:lvl4pPr>
              <a:defRPr sz="1350" b="0">
                <a:solidFill>
                  <a:srgbClr val="55715C"/>
                </a:solidFill>
              </a:defRPr>
            </a:lvl4pPr>
            <a:lvl5pPr>
              <a:defRPr sz="1350" b="0">
                <a:solidFill>
                  <a:srgbClr val="55715C"/>
                </a:solidFill>
              </a:defRPr>
            </a:lvl5pPr>
            <a:lvl6pPr>
              <a:defRPr sz="1350" b="0">
                <a:solidFill>
                  <a:srgbClr val="55715C"/>
                </a:solidFill>
              </a:defRPr>
            </a:lvl6pPr>
            <a:lvl7pPr>
              <a:defRPr sz="1350" b="0">
                <a:solidFill>
                  <a:srgbClr val="55715C"/>
                </a:solidFill>
              </a:defRPr>
            </a:lvl7pPr>
            <a:lvl8pPr>
              <a:defRPr sz="1350" b="0">
                <a:solidFill>
                  <a:srgbClr val="55715C"/>
                </a:solidFill>
              </a:defRPr>
            </a:lvl8pPr>
            <a:lvl9pPr>
              <a:defRPr sz="1350" b="0">
                <a:solidFill>
                  <a:srgbClr val="55715C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5715C"/>
                </a:solidFill>
              </a:defRPr>
            </a:pPr>
            <a:r>
              <a:rPr sz="1350" b="0">
                <a:solidFill>
                  <a:srgbClr val="55715C"/>
                </a:solidFill>
              </a:rPr>
              <a:t>Organize committee work and follow task progress.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E1756EBF-3AB7-4E5A-8B54-891C0A6B4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16478250"/>
            <a:ext cx="4876800" cy="2143125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FFFEF7"/>
          </a:solidFill>
          <a:ln xmlns:a="http://schemas.openxmlformats.org/drawingml/2006/main" w="9525">
            <a:solidFill>
              <a:srgbClr val="B6D0B9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461330E4-3840-4B07-944B-3318864E5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6744950"/>
            <a:ext cx="685800" cy="685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6130"/>
          </a:solidFill>
          <a:ln xmlns:a="http://schemas.openxmlformats.org/drawingml/2006/main" w="9525">
            <a:solidFill>
              <a:srgbClr val="0A6130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0E938F79-A2B7-4BAE-9F60-66BD5E4E1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6897350"/>
            <a:ext cx="685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FFFEF7"/>
                </a:solidFill>
              </a:defRPr>
            </a:defPPr>
            <a:lvl1pPr>
              <a:defRPr sz="2175" b="1">
                <a:solidFill>
                  <a:srgbClr val="FFFEF7"/>
                </a:solidFill>
              </a:defRPr>
            </a:lvl1pPr>
            <a:lvl2pPr>
              <a:defRPr sz="2175" b="1">
                <a:solidFill>
                  <a:srgbClr val="FFFEF7"/>
                </a:solidFill>
              </a:defRPr>
            </a:lvl2pPr>
            <a:lvl3pPr>
              <a:defRPr sz="2175" b="1">
                <a:solidFill>
                  <a:srgbClr val="FFFEF7"/>
                </a:solidFill>
              </a:defRPr>
            </a:lvl3pPr>
            <a:lvl4pPr>
              <a:defRPr sz="2175" b="1">
                <a:solidFill>
                  <a:srgbClr val="FFFEF7"/>
                </a:solidFill>
              </a:defRPr>
            </a:lvl4pPr>
            <a:lvl5pPr>
              <a:defRPr sz="2175" b="1">
                <a:solidFill>
                  <a:srgbClr val="FFFEF7"/>
                </a:solidFill>
              </a:defRPr>
            </a:lvl5pPr>
            <a:lvl6pPr>
              <a:defRPr sz="2175" b="1">
                <a:solidFill>
                  <a:srgbClr val="FFFEF7"/>
                </a:solidFill>
              </a:defRPr>
            </a:lvl6pPr>
            <a:lvl7pPr>
              <a:defRPr sz="2175" b="1">
                <a:solidFill>
                  <a:srgbClr val="FFFEF7"/>
                </a:solidFill>
              </a:defRPr>
            </a:lvl7pPr>
            <a:lvl8pPr>
              <a:defRPr sz="2175" b="1">
                <a:solidFill>
                  <a:srgbClr val="FFFEF7"/>
                </a:solidFill>
              </a:defRPr>
            </a:lvl8pPr>
            <a:lvl9pPr>
              <a:defRPr sz="2175" b="1">
                <a:solidFill>
                  <a:srgbClr val="FFFEF7"/>
                </a:solidFill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FFFEF7"/>
                </a:solidFill>
              </a:defRPr>
            </a:pPr>
            <a:r>
              <a:rPr sz="2175" b="1">
                <a:solidFill>
                  <a:srgbClr val="FFFEF7"/>
                </a:solidFill>
              </a:rPr>
              <a:t>◷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190D1528-5C2F-4BCC-9044-FD8EB40F0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16802100"/>
            <a:ext cx="34956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07381E"/>
                </a:solidFill>
              </a:defRPr>
            </a:defPPr>
            <a:lvl1pPr>
              <a:defRPr sz="1650" b="1">
                <a:solidFill>
                  <a:srgbClr val="07381E"/>
                </a:solidFill>
              </a:defRPr>
            </a:lvl1pPr>
            <a:lvl2pPr>
              <a:defRPr sz="1650" b="1">
                <a:solidFill>
                  <a:srgbClr val="07381E"/>
                </a:solidFill>
              </a:defRPr>
            </a:lvl2pPr>
            <a:lvl3pPr>
              <a:defRPr sz="1650" b="1">
                <a:solidFill>
                  <a:srgbClr val="07381E"/>
                </a:solidFill>
              </a:defRPr>
            </a:lvl3pPr>
            <a:lvl4pPr>
              <a:defRPr sz="1650" b="1">
                <a:solidFill>
                  <a:srgbClr val="07381E"/>
                </a:solidFill>
              </a:defRPr>
            </a:lvl4pPr>
            <a:lvl5pPr>
              <a:defRPr sz="1650" b="1">
                <a:solidFill>
                  <a:srgbClr val="07381E"/>
                </a:solidFill>
              </a:defRPr>
            </a:lvl5pPr>
            <a:lvl6pPr>
              <a:defRPr sz="1650" b="1">
                <a:solidFill>
                  <a:srgbClr val="07381E"/>
                </a:solidFill>
              </a:defRPr>
            </a:lvl6pPr>
            <a:lvl7pPr>
              <a:defRPr sz="1650" b="1">
                <a:solidFill>
                  <a:srgbClr val="07381E"/>
                </a:solidFill>
              </a:defRPr>
            </a:lvl7pPr>
            <a:lvl8pPr>
              <a:defRPr sz="1650" b="1">
                <a:solidFill>
                  <a:srgbClr val="07381E"/>
                </a:solidFill>
              </a:defRPr>
            </a:lvl8pPr>
            <a:lvl9pPr>
              <a:defRPr sz="1650" b="1">
                <a:solidFill>
                  <a:srgbClr val="07381E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07381E"/>
                </a:solidFill>
              </a:defRPr>
            </a:pPr>
            <a:r>
              <a:rPr sz="1650" b="1">
                <a:solidFill>
                  <a:srgbClr val="07381E"/>
                </a:solidFill>
              </a:rPr>
              <a:t>Event Planning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BB2A5B4E-F8BA-457C-A11F-9FC92A217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7564100"/>
            <a:ext cx="43053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5715C"/>
                </a:solidFill>
              </a:defRPr>
            </a:defPPr>
            <a:lvl1pPr>
              <a:defRPr sz="1350" b="0">
                <a:solidFill>
                  <a:srgbClr val="55715C"/>
                </a:solidFill>
              </a:defRPr>
            </a:lvl1pPr>
            <a:lvl2pPr>
              <a:defRPr sz="1350" b="0">
                <a:solidFill>
                  <a:srgbClr val="55715C"/>
                </a:solidFill>
              </a:defRPr>
            </a:lvl2pPr>
            <a:lvl3pPr>
              <a:defRPr sz="1350" b="0">
                <a:solidFill>
                  <a:srgbClr val="55715C"/>
                </a:solidFill>
              </a:defRPr>
            </a:lvl3pPr>
            <a:lvl4pPr>
              <a:defRPr sz="1350" b="0">
                <a:solidFill>
                  <a:srgbClr val="55715C"/>
                </a:solidFill>
              </a:defRPr>
            </a:lvl4pPr>
            <a:lvl5pPr>
              <a:defRPr sz="1350" b="0">
                <a:solidFill>
                  <a:srgbClr val="55715C"/>
                </a:solidFill>
              </a:defRPr>
            </a:lvl5pPr>
            <a:lvl6pPr>
              <a:defRPr sz="1350" b="0">
                <a:solidFill>
                  <a:srgbClr val="55715C"/>
                </a:solidFill>
              </a:defRPr>
            </a:lvl6pPr>
            <a:lvl7pPr>
              <a:defRPr sz="1350" b="0">
                <a:solidFill>
                  <a:srgbClr val="55715C"/>
                </a:solidFill>
              </a:defRPr>
            </a:lvl7pPr>
            <a:lvl8pPr>
              <a:defRPr sz="1350" b="0">
                <a:solidFill>
                  <a:srgbClr val="55715C"/>
                </a:solidFill>
              </a:defRPr>
            </a:lvl8pPr>
            <a:lvl9pPr>
              <a:defRPr sz="1350" b="0">
                <a:solidFill>
                  <a:srgbClr val="55715C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5715C"/>
                </a:solidFill>
              </a:defRPr>
            </a:pPr>
            <a:r>
              <a:rPr sz="1350" b="0">
                <a:solidFill>
                  <a:srgbClr val="55715C"/>
                </a:solidFill>
              </a:rPr>
              <a:t>Keep budgets, schedules, and attendees together.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EE14AD07-ADB1-4564-981A-2FAE20C3F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16478250"/>
            <a:ext cx="4876800" cy="2143125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FFFEF7"/>
          </a:solidFill>
          <a:ln xmlns:a="http://schemas.openxmlformats.org/drawingml/2006/main" w="9525">
            <a:solidFill>
              <a:srgbClr val="B6D0B9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549E8603-4320-4044-93D8-C7943C390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16744950"/>
            <a:ext cx="685800" cy="685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442A9"/>
          </a:solidFill>
          <a:ln xmlns:a="http://schemas.openxmlformats.org/drawingml/2006/main" w="9525">
            <a:solidFill>
              <a:srgbClr val="7442A9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3713B95B-EB20-44A7-8E2A-D55CDDB91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16897350"/>
            <a:ext cx="685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FFFEF7"/>
                </a:solidFill>
              </a:defRPr>
            </a:defPPr>
            <a:lvl1pPr>
              <a:defRPr sz="2175" b="1">
                <a:solidFill>
                  <a:srgbClr val="FFFEF7"/>
                </a:solidFill>
              </a:defRPr>
            </a:lvl1pPr>
            <a:lvl2pPr>
              <a:defRPr sz="2175" b="1">
                <a:solidFill>
                  <a:srgbClr val="FFFEF7"/>
                </a:solidFill>
              </a:defRPr>
            </a:lvl2pPr>
            <a:lvl3pPr>
              <a:defRPr sz="2175" b="1">
                <a:solidFill>
                  <a:srgbClr val="FFFEF7"/>
                </a:solidFill>
              </a:defRPr>
            </a:lvl3pPr>
            <a:lvl4pPr>
              <a:defRPr sz="2175" b="1">
                <a:solidFill>
                  <a:srgbClr val="FFFEF7"/>
                </a:solidFill>
              </a:defRPr>
            </a:lvl4pPr>
            <a:lvl5pPr>
              <a:defRPr sz="2175" b="1">
                <a:solidFill>
                  <a:srgbClr val="FFFEF7"/>
                </a:solidFill>
              </a:defRPr>
            </a:lvl5pPr>
            <a:lvl6pPr>
              <a:defRPr sz="2175" b="1">
                <a:solidFill>
                  <a:srgbClr val="FFFEF7"/>
                </a:solidFill>
              </a:defRPr>
            </a:lvl6pPr>
            <a:lvl7pPr>
              <a:defRPr sz="2175" b="1">
                <a:solidFill>
                  <a:srgbClr val="FFFEF7"/>
                </a:solidFill>
              </a:defRPr>
            </a:lvl7pPr>
            <a:lvl8pPr>
              <a:defRPr sz="2175" b="1">
                <a:solidFill>
                  <a:srgbClr val="FFFEF7"/>
                </a:solidFill>
              </a:defRPr>
            </a:lvl8pPr>
            <a:lvl9pPr>
              <a:defRPr sz="2175" b="1">
                <a:solidFill>
                  <a:srgbClr val="FFFEF7"/>
                </a:solidFill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FFFEF7"/>
                </a:solidFill>
              </a:defRPr>
            </a:pPr>
            <a:r>
              <a:rPr sz="2175" b="1">
                <a:solidFill>
                  <a:srgbClr val="FFFEF7"/>
                </a:solidFill>
              </a:rPr>
              <a:t>◆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ECC5AFFF-C3F8-4217-A8CF-619C3E9D1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0550" y="16802100"/>
            <a:ext cx="34956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07381E"/>
                </a:solidFill>
              </a:defRPr>
            </a:defPPr>
            <a:lvl1pPr>
              <a:defRPr sz="1650" b="1">
                <a:solidFill>
                  <a:srgbClr val="07381E"/>
                </a:solidFill>
              </a:defRPr>
            </a:lvl1pPr>
            <a:lvl2pPr>
              <a:defRPr sz="1650" b="1">
                <a:solidFill>
                  <a:srgbClr val="07381E"/>
                </a:solidFill>
              </a:defRPr>
            </a:lvl2pPr>
            <a:lvl3pPr>
              <a:defRPr sz="1650" b="1">
                <a:solidFill>
                  <a:srgbClr val="07381E"/>
                </a:solidFill>
              </a:defRPr>
            </a:lvl3pPr>
            <a:lvl4pPr>
              <a:defRPr sz="1650" b="1">
                <a:solidFill>
                  <a:srgbClr val="07381E"/>
                </a:solidFill>
              </a:defRPr>
            </a:lvl4pPr>
            <a:lvl5pPr>
              <a:defRPr sz="1650" b="1">
                <a:solidFill>
                  <a:srgbClr val="07381E"/>
                </a:solidFill>
              </a:defRPr>
            </a:lvl5pPr>
            <a:lvl6pPr>
              <a:defRPr sz="1650" b="1">
                <a:solidFill>
                  <a:srgbClr val="07381E"/>
                </a:solidFill>
              </a:defRPr>
            </a:lvl6pPr>
            <a:lvl7pPr>
              <a:defRPr sz="1650" b="1">
                <a:solidFill>
                  <a:srgbClr val="07381E"/>
                </a:solidFill>
              </a:defRPr>
            </a:lvl7pPr>
            <a:lvl8pPr>
              <a:defRPr sz="1650" b="1">
                <a:solidFill>
                  <a:srgbClr val="07381E"/>
                </a:solidFill>
              </a:defRPr>
            </a:lvl8pPr>
            <a:lvl9pPr>
              <a:defRPr sz="1650" b="1">
                <a:solidFill>
                  <a:srgbClr val="07381E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07381E"/>
                </a:solidFill>
              </a:defRPr>
            </a:pPr>
            <a:r>
              <a:rPr sz="1650" b="1">
                <a:solidFill>
                  <a:srgbClr val="07381E"/>
                </a:solidFill>
              </a:rPr>
              <a:t>Voting and Polling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FF6A9F49-7C40-4CAD-A0C9-D8789E05E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17564100"/>
            <a:ext cx="43053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5715C"/>
                </a:solidFill>
              </a:defRPr>
            </a:defPPr>
            <a:lvl1pPr>
              <a:defRPr sz="1350" b="0">
                <a:solidFill>
                  <a:srgbClr val="55715C"/>
                </a:solidFill>
              </a:defRPr>
            </a:lvl1pPr>
            <a:lvl2pPr>
              <a:defRPr sz="1350" b="0">
                <a:solidFill>
                  <a:srgbClr val="55715C"/>
                </a:solidFill>
              </a:defRPr>
            </a:lvl2pPr>
            <a:lvl3pPr>
              <a:defRPr sz="1350" b="0">
                <a:solidFill>
                  <a:srgbClr val="55715C"/>
                </a:solidFill>
              </a:defRPr>
            </a:lvl3pPr>
            <a:lvl4pPr>
              <a:defRPr sz="1350" b="0">
                <a:solidFill>
                  <a:srgbClr val="55715C"/>
                </a:solidFill>
              </a:defRPr>
            </a:lvl4pPr>
            <a:lvl5pPr>
              <a:defRPr sz="1350" b="0">
                <a:solidFill>
                  <a:srgbClr val="55715C"/>
                </a:solidFill>
              </a:defRPr>
            </a:lvl5pPr>
            <a:lvl6pPr>
              <a:defRPr sz="1350" b="0">
                <a:solidFill>
                  <a:srgbClr val="55715C"/>
                </a:solidFill>
              </a:defRPr>
            </a:lvl6pPr>
            <a:lvl7pPr>
              <a:defRPr sz="1350" b="0">
                <a:solidFill>
                  <a:srgbClr val="55715C"/>
                </a:solidFill>
              </a:defRPr>
            </a:lvl7pPr>
            <a:lvl8pPr>
              <a:defRPr sz="1350" b="0">
                <a:solidFill>
                  <a:srgbClr val="55715C"/>
                </a:solidFill>
              </a:defRPr>
            </a:lvl8pPr>
            <a:lvl9pPr>
              <a:defRPr sz="1350" b="0">
                <a:solidFill>
                  <a:srgbClr val="55715C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5715C"/>
                </a:solidFill>
              </a:defRPr>
            </a:pPr>
            <a:r>
              <a:rPr sz="1350" b="0">
                <a:solidFill>
                  <a:srgbClr val="55715C"/>
                </a:solidFill>
              </a:rPr>
              <a:t>Manage elections and publish results.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A08CAAB9-BC32-4CD1-92F9-6C98366BE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907125"/>
            <a:ext cx="4876800" cy="2143125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FFFEF7"/>
          </a:solidFill>
          <a:ln xmlns:a="http://schemas.openxmlformats.org/drawingml/2006/main" w="9525">
            <a:solidFill>
              <a:srgbClr val="B6D0B9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CDE29038-3914-4BE1-ADA5-F229EA349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173825"/>
            <a:ext cx="685800" cy="685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A52C"/>
          </a:solidFill>
          <a:ln xmlns:a="http://schemas.openxmlformats.org/drawingml/2006/main" w="9525">
            <a:solidFill>
              <a:srgbClr val="D9A52C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EBFCB31E-1002-4A26-80C0-E10ABB9CB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326225"/>
            <a:ext cx="685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FFFEF7"/>
                </a:solidFill>
              </a:defRPr>
            </a:defPPr>
            <a:lvl1pPr>
              <a:defRPr sz="2175" b="1">
                <a:solidFill>
                  <a:srgbClr val="FFFEF7"/>
                </a:solidFill>
              </a:defRPr>
            </a:lvl1pPr>
            <a:lvl2pPr>
              <a:defRPr sz="2175" b="1">
                <a:solidFill>
                  <a:srgbClr val="FFFEF7"/>
                </a:solidFill>
              </a:defRPr>
            </a:lvl2pPr>
            <a:lvl3pPr>
              <a:defRPr sz="2175" b="1">
                <a:solidFill>
                  <a:srgbClr val="FFFEF7"/>
                </a:solidFill>
              </a:defRPr>
            </a:lvl3pPr>
            <a:lvl4pPr>
              <a:defRPr sz="2175" b="1">
                <a:solidFill>
                  <a:srgbClr val="FFFEF7"/>
                </a:solidFill>
              </a:defRPr>
            </a:lvl4pPr>
            <a:lvl5pPr>
              <a:defRPr sz="2175" b="1">
                <a:solidFill>
                  <a:srgbClr val="FFFEF7"/>
                </a:solidFill>
              </a:defRPr>
            </a:lvl5pPr>
            <a:lvl6pPr>
              <a:defRPr sz="2175" b="1">
                <a:solidFill>
                  <a:srgbClr val="FFFEF7"/>
                </a:solidFill>
              </a:defRPr>
            </a:lvl6pPr>
            <a:lvl7pPr>
              <a:defRPr sz="2175" b="1">
                <a:solidFill>
                  <a:srgbClr val="FFFEF7"/>
                </a:solidFill>
              </a:defRPr>
            </a:lvl7pPr>
            <a:lvl8pPr>
              <a:defRPr sz="2175" b="1">
                <a:solidFill>
                  <a:srgbClr val="FFFEF7"/>
                </a:solidFill>
              </a:defRPr>
            </a:lvl8pPr>
            <a:lvl9pPr>
              <a:defRPr sz="2175" b="1">
                <a:solidFill>
                  <a:srgbClr val="FFFEF7"/>
                </a:solidFill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FFFEF7"/>
                </a:solidFill>
              </a:defRPr>
            </a:pPr>
            <a:r>
              <a:rPr sz="2175" b="1">
                <a:solidFill>
                  <a:srgbClr val="FFFEF7"/>
                </a:solidFill>
              </a:rPr>
              <a:t>!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02EF812E-9103-444F-A693-ED8B91C36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19230975"/>
            <a:ext cx="34956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07381E"/>
                </a:solidFill>
              </a:defRPr>
            </a:defPPr>
            <a:lvl1pPr>
              <a:defRPr sz="1650" b="1">
                <a:solidFill>
                  <a:srgbClr val="07381E"/>
                </a:solidFill>
              </a:defRPr>
            </a:lvl1pPr>
            <a:lvl2pPr>
              <a:defRPr sz="1650" b="1">
                <a:solidFill>
                  <a:srgbClr val="07381E"/>
                </a:solidFill>
              </a:defRPr>
            </a:lvl2pPr>
            <a:lvl3pPr>
              <a:defRPr sz="1650" b="1">
                <a:solidFill>
                  <a:srgbClr val="07381E"/>
                </a:solidFill>
              </a:defRPr>
            </a:lvl3pPr>
            <a:lvl4pPr>
              <a:defRPr sz="1650" b="1">
                <a:solidFill>
                  <a:srgbClr val="07381E"/>
                </a:solidFill>
              </a:defRPr>
            </a:lvl4pPr>
            <a:lvl5pPr>
              <a:defRPr sz="1650" b="1">
                <a:solidFill>
                  <a:srgbClr val="07381E"/>
                </a:solidFill>
              </a:defRPr>
            </a:lvl5pPr>
            <a:lvl6pPr>
              <a:defRPr sz="1650" b="1">
                <a:solidFill>
                  <a:srgbClr val="07381E"/>
                </a:solidFill>
              </a:defRPr>
            </a:lvl6pPr>
            <a:lvl7pPr>
              <a:defRPr sz="1650" b="1">
                <a:solidFill>
                  <a:srgbClr val="07381E"/>
                </a:solidFill>
              </a:defRPr>
            </a:lvl7pPr>
            <a:lvl8pPr>
              <a:defRPr sz="1650" b="1">
                <a:solidFill>
                  <a:srgbClr val="07381E"/>
                </a:solidFill>
              </a:defRPr>
            </a:lvl8pPr>
            <a:lvl9pPr>
              <a:defRPr sz="1650" b="1">
                <a:solidFill>
                  <a:srgbClr val="07381E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07381E"/>
                </a:solidFill>
              </a:defRPr>
            </a:pPr>
            <a:r>
              <a:rPr sz="1650" b="1">
                <a:solidFill>
                  <a:srgbClr val="07381E"/>
                </a:solidFill>
              </a:rPr>
              <a:t>Concerns Routing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8ABCD89A-48D7-4EB6-91AB-7D7A5C885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992975"/>
            <a:ext cx="43053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5715C"/>
                </a:solidFill>
              </a:defRPr>
            </a:defPPr>
            <a:lvl1pPr>
              <a:defRPr sz="1350" b="0">
                <a:solidFill>
                  <a:srgbClr val="55715C"/>
                </a:solidFill>
              </a:defRPr>
            </a:lvl1pPr>
            <a:lvl2pPr>
              <a:defRPr sz="1350" b="0">
                <a:solidFill>
                  <a:srgbClr val="55715C"/>
                </a:solidFill>
              </a:defRPr>
            </a:lvl2pPr>
            <a:lvl3pPr>
              <a:defRPr sz="1350" b="0">
                <a:solidFill>
                  <a:srgbClr val="55715C"/>
                </a:solidFill>
              </a:defRPr>
            </a:lvl3pPr>
            <a:lvl4pPr>
              <a:defRPr sz="1350" b="0">
                <a:solidFill>
                  <a:srgbClr val="55715C"/>
                </a:solidFill>
              </a:defRPr>
            </a:lvl4pPr>
            <a:lvl5pPr>
              <a:defRPr sz="1350" b="0">
                <a:solidFill>
                  <a:srgbClr val="55715C"/>
                </a:solidFill>
              </a:defRPr>
            </a:lvl5pPr>
            <a:lvl6pPr>
              <a:defRPr sz="1350" b="0">
                <a:solidFill>
                  <a:srgbClr val="55715C"/>
                </a:solidFill>
              </a:defRPr>
            </a:lvl6pPr>
            <a:lvl7pPr>
              <a:defRPr sz="1350" b="0">
                <a:solidFill>
                  <a:srgbClr val="55715C"/>
                </a:solidFill>
              </a:defRPr>
            </a:lvl7pPr>
            <a:lvl8pPr>
              <a:defRPr sz="1350" b="0">
                <a:solidFill>
                  <a:srgbClr val="55715C"/>
                </a:solidFill>
              </a:defRPr>
            </a:lvl8pPr>
            <a:lvl9pPr>
              <a:defRPr sz="1350" b="0">
                <a:solidFill>
                  <a:srgbClr val="55715C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5715C"/>
                </a:solidFill>
              </a:defRPr>
            </a:pPr>
            <a:r>
              <a:rPr sz="1350" b="0">
                <a:solidFill>
                  <a:srgbClr val="55715C"/>
                </a:solidFill>
              </a:rPr>
              <a:t>Receive, review, and resolve student concerns.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ECC15182-F585-4266-9461-EA13F28C2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18907125"/>
            <a:ext cx="4876800" cy="2143125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FFFEF7"/>
          </a:solidFill>
          <a:ln xmlns:a="http://schemas.openxmlformats.org/drawingml/2006/main" w="9525">
            <a:solidFill>
              <a:srgbClr val="B6D0B9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609AF705-A947-47D8-8F6A-9F7CCE6E5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9173825"/>
            <a:ext cx="685800" cy="685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64522"/>
          </a:solidFill>
          <a:ln xmlns:a="http://schemas.openxmlformats.org/drawingml/2006/main" w="9525">
            <a:solidFill>
              <a:srgbClr val="064522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8810AFE3-39B3-411A-922C-706F5A418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9326225"/>
            <a:ext cx="685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FFFEF7"/>
                </a:solidFill>
              </a:defRPr>
            </a:defPPr>
            <a:lvl1pPr>
              <a:defRPr sz="2175" b="1">
                <a:solidFill>
                  <a:srgbClr val="FFFEF7"/>
                </a:solidFill>
              </a:defRPr>
            </a:lvl1pPr>
            <a:lvl2pPr>
              <a:defRPr sz="2175" b="1">
                <a:solidFill>
                  <a:srgbClr val="FFFEF7"/>
                </a:solidFill>
              </a:defRPr>
            </a:lvl2pPr>
            <a:lvl3pPr>
              <a:defRPr sz="2175" b="1">
                <a:solidFill>
                  <a:srgbClr val="FFFEF7"/>
                </a:solidFill>
              </a:defRPr>
            </a:lvl3pPr>
            <a:lvl4pPr>
              <a:defRPr sz="2175" b="1">
                <a:solidFill>
                  <a:srgbClr val="FFFEF7"/>
                </a:solidFill>
              </a:defRPr>
            </a:lvl4pPr>
            <a:lvl5pPr>
              <a:defRPr sz="2175" b="1">
                <a:solidFill>
                  <a:srgbClr val="FFFEF7"/>
                </a:solidFill>
              </a:defRPr>
            </a:lvl5pPr>
            <a:lvl6pPr>
              <a:defRPr sz="2175" b="1">
                <a:solidFill>
                  <a:srgbClr val="FFFEF7"/>
                </a:solidFill>
              </a:defRPr>
            </a:lvl6pPr>
            <a:lvl7pPr>
              <a:defRPr sz="2175" b="1">
                <a:solidFill>
                  <a:srgbClr val="FFFEF7"/>
                </a:solidFill>
              </a:defRPr>
            </a:lvl7pPr>
            <a:lvl8pPr>
              <a:defRPr sz="2175" b="1">
                <a:solidFill>
                  <a:srgbClr val="FFFEF7"/>
                </a:solidFill>
              </a:defRPr>
            </a:lvl8pPr>
            <a:lvl9pPr>
              <a:defRPr sz="2175" b="1">
                <a:solidFill>
                  <a:srgbClr val="FFFEF7"/>
                </a:solidFill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FFFEF7"/>
                </a:solidFill>
              </a:defRPr>
            </a:pPr>
            <a:r>
              <a:rPr sz="2175" b="1">
                <a:solidFill>
                  <a:srgbClr val="FFFEF7"/>
                </a:solidFill>
              </a:rPr>
              <a:t>▥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6C38E060-0277-4B2E-8122-8103531D2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19230975"/>
            <a:ext cx="34956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07381E"/>
                </a:solidFill>
              </a:defRPr>
            </a:defPPr>
            <a:lvl1pPr>
              <a:defRPr sz="1650" b="1">
                <a:solidFill>
                  <a:srgbClr val="07381E"/>
                </a:solidFill>
              </a:defRPr>
            </a:lvl1pPr>
            <a:lvl2pPr>
              <a:defRPr sz="1650" b="1">
                <a:solidFill>
                  <a:srgbClr val="07381E"/>
                </a:solidFill>
              </a:defRPr>
            </a:lvl2pPr>
            <a:lvl3pPr>
              <a:defRPr sz="1650" b="1">
                <a:solidFill>
                  <a:srgbClr val="07381E"/>
                </a:solidFill>
              </a:defRPr>
            </a:lvl3pPr>
            <a:lvl4pPr>
              <a:defRPr sz="1650" b="1">
                <a:solidFill>
                  <a:srgbClr val="07381E"/>
                </a:solidFill>
              </a:defRPr>
            </a:lvl4pPr>
            <a:lvl5pPr>
              <a:defRPr sz="1650" b="1">
                <a:solidFill>
                  <a:srgbClr val="07381E"/>
                </a:solidFill>
              </a:defRPr>
            </a:lvl5pPr>
            <a:lvl6pPr>
              <a:defRPr sz="1650" b="1">
                <a:solidFill>
                  <a:srgbClr val="07381E"/>
                </a:solidFill>
              </a:defRPr>
            </a:lvl6pPr>
            <a:lvl7pPr>
              <a:defRPr sz="1650" b="1">
                <a:solidFill>
                  <a:srgbClr val="07381E"/>
                </a:solidFill>
              </a:defRPr>
            </a:lvl7pPr>
            <a:lvl8pPr>
              <a:defRPr sz="1650" b="1">
                <a:solidFill>
                  <a:srgbClr val="07381E"/>
                </a:solidFill>
              </a:defRPr>
            </a:lvl8pPr>
            <a:lvl9pPr>
              <a:defRPr sz="1650" b="1">
                <a:solidFill>
                  <a:srgbClr val="07381E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07381E"/>
                </a:solidFill>
              </a:defRPr>
            </a:pPr>
            <a:r>
              <a:rPr sz="1650" b="1">
                <a:solidFill>
                  <a:srgbClr val="07381E"/>
                </a:solidFill>
              </a:rPr>
              <a:t>Documents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AB3965F6-9196-4618-9D04-AED2276B0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9992975"/>
            <a:ext cx="43053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5715C"/>
                </a:solidFill>
              </a:defRPr>
            </a:defPPr>
            <a:lvl1pPr>
              <a:defRPr sz="1350" b="0">
                <a:solidFill>
                  <a:srgbClr val="55715C"/>
                </a:solidFill>
              </a:defRPr>
            </a:lvl1pPr>
            <a:lvl2pPr>
              <a:defRPr sz="1350" b="0">
                <a:solidFill>
                  <a:srgbClr val="55715C"/>
                </a:solidFill>
              </a:defRPr>
            </a:lvl2pPr>
            <a:lvl3pPr>
              <a:defRPr sz="1350" b="0">
                <a:solidFill>
                  <a:srgbClr val="55715C"/>
                </a:solidFill>
              </a:defRPr>
            </a:lvl3pPr>
            <a:lvl4pPr>
              <a:defRPr sz="1350" b="0">
                <a:solidFill>
                  <a:srgbClr val="55715C"/>
                </a:solidFill>
              </a:defRPr>
            </a:lvl4pPr>
            <a:lvl5pPr>
              <a:defRPr sz="1350" b="0">
                <a:solidFill>
                  <a:srgbClr val="55715C"/>
                </a:solidFill>
              </a:defRPr>
            </a:lvl5pPr>
            <a:lvl6pPr>
              <a:defRPr sz="1350" b="0">
                <a:solidFill>
                  <a:srgbClr val="55715C"/>
                </a:solidFill>
              </a:defRPr>
            </a:lvl6pPr>
            <a:lvl7pPr>
              <a:defRPr sz="1350" b="0">
                <a:solidFill>
                  <a:srgbClr val="55715C"/>
                </a:solidFill>
              </a:defRPr>
            </a:lvl7pPr>
            <a:lvl8pPr>
              <a:defRPr sz="1350" b="0">
                <a:solidFill>
                  <a:srgbClr val="55715C"/>
                </a:solidFill>
              </a:defRPr>
            </a:lvl8pPr>
            <a:lvl9pPr>
              <a:defRPr sz="1350" b="0">
                <a:solidFill>
                  <a:srgbClr val="55715C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5715C"/>
                </a:solidFill>
              </a:defRPr>
            </a:pPr>
            <a:r>
              <a:rPr sz="1350" b="0">
                <a:solidFill>
                  <a:srgbClr val="55715C"/>
                </a:solidFill>
              </a:rPr>
              <a:t>Store files in shared folders with access control.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99668866-CB13-4B65-8A21-E5AF8CEDA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18907125"/>
            <a:ext cx="4876800" cy="2143125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FFFEF7"/>
          </a:solidFill>
          <a:ln xmlns:a="http://schemas.openxmlformats.org/drawingml/2006/main" w="9525">
            <a:solidFill>
              <a:srgbClr val="B6D0B9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2D19DAA0-B937-45F3-8E33-7B752C47C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19173825"/>
            <a:ext cx="685800" cy="685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6130"/>
          </a:solidFill>
          <a:ln xmlns:a="http://schemas.openxmlformats.org/drawingml/2006/main" w="9525">
            <a:solidFill>
              <a:srgbClr val="0A6130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666A9B1E-975D-45C5-BB09-EE8603823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19326225"/>
            <a:ext cx="685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FFFEF7"/>
                </a:solidFill>
              </a:defRPr>
            </a:defPPr>
            <a:lvl1pPr>
              <a:defRPr sz="2175" b="1">
                <a:solidFill>
                  <a:srgbClr val="FFFEF7"/>
                </a:solidFill>
              </a:defRPr>
            </a:lvl1pPr>
            <a:lvl2pPr>
              <a:defRPr sz="2175" b="1">
                <a:solidFill>
                  <a:srgbClr val="FFFEF7"/>
                </a:solidFill>
              </a:defRPr>
            </a:lvl2pPr>
            <a:lvl3pPr>
              <a:defRPr sz="2175" b="1">
                <a:solidFill>
                  <a:srgbClr val="FFFEF7"/>
                </a:solidFill>
              </a:defRPr>
            </a:lvl3pPr>
            <a:lvl4pPr>
              <a:defRPr sz="2175" b="1">
                <a:solidFill>
                  <a:srgbClr val="FFFEF7"/>
                </a:solidFill>
              </a:defRPr>
            </a:lvl4pPr>
            <a:lvl5pPr>
              <a:defRPr sz="2175" b="1">
                <a:solidFill>
                  <a:srgbClr val="FFFEF7"/>
                </a:solidFill>
              </a:defRPr>
            </a:lvl5pPr>
            <a:lvl6pPr>
              <a:defRPr sz="2175" b="1">
                <a:solidFill>
                  <a:srgbClr val="FFFEF7"/>
                </a:solidFill>
              </a:defRPr>
            </a:lvl6pPr>
            <a:lvl7pPr>
              <a:defRPr sz="2175" b="1">
                <a:solidFill>
                  <a:srgbClr val="FFFEF7"/>
                </a:solidFill>
              </a:defRPr>
            </a:lvl7pPr>
            <a:lvl8pPr>
              <a:defRPr sz="2175" b="1">
                <a:solidFill>
                  <a:srgbClr val="FFFEF7"/>
                </a:solidFill>
              </a:defRPr>
            </a:lvl8pPr>
            <a:lvl9pPr>
              <a:defRPr sz="2175" b="1">
                <a:solidFill>
                  <a:srgbClr val="FFFEF7"/>
                </a:solidFill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FFFEF7"/>
                </a:solidFill>
              </a:defRPr>
            </a:pPr>
            <a:r>
              <a:rPr sz="2175" b="1">
                <a:solidFill>
                  <a:srgbClr val="FFFEF7"/>
                </a:solidFill>
              </a:rPr>
              <a:t>⚑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5B72E483-1AAB-4741-9CB0-0DAC15EF9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0550" y="19230975"/>
            <a:ext cx="34956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07381E"/>
                </a:solidFill>
              </a:defRPr>
            </a:defPPr>
            <a:lvl1pPr>
              <a:defRPr sz="1650" b="1">
                <a:solidFill>
                  <a:srgbClr val="07381E"/>
                </a:solidFill>
              </a:defRPr>
            </a:lvl1pPr>
            <a:lvl2pPr>
              <a:defRPr sz="1650" b="1">
                <a:solidFill>
                  <a:srgbClr val="07381E"/>
                </a:solidFill>
              </a:defRPr>
            </a:lvl2pPr>
            <a:lvl3pPr>
              <a:defRPr sz="1650" b="1">
                <a:solidFill>
                  <a:srgbClr val="07381E"/>
                </a:solidFill>
              </a:defRPr>
            </a:lvl3pPr>
            <a:lvl4pPr>
              <a:defRPr sz="1650" b="1">
                <a:solidFill>
                  <a:srgbClr val="07381E"/>
                </a:solidFill>
              </a:defRPr>
            </a:lvl4pPr>
            <a:lvl5pPr>
              <a:defRPr sz="1650" b="1">
                <a:solidFill>
                  <a:srgbClr val="07381E"/>
                </a:solidFill>
              </a:defRPr>
            </a:lvl5pPr>
            <a:lvl6pPr>
              <a:defRPr sz="1650" b="1">
                <a:solidFill>
                  <a:srgbClr val="07381E"/>
                </a:solidFill>
              </a:defRPr>
            </a:lvl6pPr>
            <a:lvl7pPr>
              <a:defRPr sz="1650" b="1">
                <a:solidFill>
                  <a:srgbClr val="07381E"/>
                </a:solidFill>
              </a:defRPr>
            </a:lvl7pPr>
            <a:lvl8pPr>
              <a:defRPr sz="1650" b="1">
                <a:solidFill>
                  <a:srgbClr val="07381E"/>
                </a:solidFill>
              </a:defRPr>
            </a:lvl8pPr>
            <a:lvl9pPr>
              <a:defRPr sz="1650" b="1">
                <a:solidFill>
                  <a:srgbClr val="07381E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07381E"/>
                </a:solidFill>
              </a:defRPr>
            </a:pPr>
            <a:r>
              <a:rPr sz="1650" b="1">
                <a:solidFill>
                  <a:srgbClr val="07381E"/>
                </a:solidFill>
              </a:rPr>
              <a:t>Announcements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D480D143-D324-49AD-ACE1-E656642B3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19992975"/>
            <a:ext cx="43053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5715C"/>
                </a:solidFill>
              </a:defRPr>
            </a:defPPr>
            <a:lvl1pPr>
              <a:defRPr sz="1350" b="0">
                <a:solidFill>
                  <a:srgbClr val="55715C"/>
                </a:solidFill>
              </a:defRPr>
            </a:lvl1pPr>
            <a:lvl2pPr>
              <a:defRPr sz="1350" b="0">
                <a:solidFill>
                  <a:srgbClr val="55715C"/>
                </a:solidFill>
              </a:defRPr>
            </a:lvl2pPr>
            <a:lvl3pPr>
              <a:defRPr sz="1350" b="0">
                <a:solidFill>
                  <a:srgbClr val="55715C"/>
                </a:solidFill>
              </a:defRPr>
            </a:lvl3pPr>
            <a:lvl4pPr>
              <a:defRPr sz="1350" b="0">
                <a:solidFill>
                  <a:srgbClr val="55715C"/>
                </a:solidFill>
              </a:defRPr>
            </a:lvl4pPr>
            <a:lvl5pPr>
              <a:defRPr sz="1350" b="0">
                <a:solidFill>
                  <a:srgbClr val="55715C"/>
                </a:solidFill>
              </a:defRPr>
            </a:lvl5pPr>
            <a:lvl6pPr>
              <a:defRPr sz="1350" b="0">
                <a:solidFill>
                  <a:srgbClr val="55715C"/>
                </a:solidFill>
              </a:defRPr>
            </a:lvl6pPr>
            <a:lvl7pPr>
              <a:defRPr sz="1350" b="0">
                <a:solidFill>
                  <a:srgbClr val="55715C"/>
                </a:solidFill>
              </a:defRPr>
            </a:lvl7pPr>
            <a:lvl8pPr>
              <a:defRPr sz="1350" b="0">
                <a:solidFill>
                  <a:srgbClr val="55715C"/>
                </a:solidFill>
              </a:defRPr>
            </a:lvl8pPr>
            <a:lvl9pPr>
              <a:defRPr sz="1350" b="0">
                <a:solidFill>
                  <a:srgbClr val="55715C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5715C"/>
                </a:solidFill>
              </a:defRPr>
            </a:pPr>
            <a:r>
              <a:rPr sz="1350" b="0">
                <a:solidFill>
                  <a:srgbClr val="55715C"/>
                </a:solidFill>
              </a:rPr>
              <a:t>Share information with the intended audience.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28736C84-7FCB-4D4D-BA95-1B2D463C6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717000"/>
            <a:ext cx="152781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064522"/>
          </a:solidFill>
          <a:ln xmlns:a="http://schemas.openxmlformats.org/drawingml/2006/main" w="9525">
            <a:solidFill>
              <a:srgbClr val="064522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AEF26EBD-C8B9-4A94-A1FE-B620D5265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974175"/>
            <a:ext cx="1447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FFFEF7"/>
                </a:solidFill>
              </a:defRPr>
            </a:defPPr>
            <a:lvl1pPr>
              <a:defRPr sz="1875" b="1">
                <a:solidFill>
                  <a:srgbClr val="FFFEF7"/>
                </a:solidFill>
              </a:defRPr>
            </a:lvl1pPr>
            <a:lvl2pPr>
              <a:defRPr sz="1875" b="1">
                <a:solidFill>
                  <a:srgbClr val="FFFEF7"/>
                </a:solidFill>
              </a:defRPr>
            </a:lvl2pPr>
            <a:lvl3pPr>
              <a:defRPr sz="1875" b="1">
                <a:solidFill>
                  <a:srgbClr val="FFFEF7"/>
                </a:solidFill>
              </a:defRPr>
            </a:lvl3pPr>
            <a:lvl4pPr>
              <a:defRPr sz="1875" b="1">
                <a:solidFill>
                  <a:srgbClr val="FFFEF7"/>
                </a:solidFill>
              </a:defRPr>
            </a:lvl4pPr>
            <a:lvl5pPr>
              <a:defRPr sz="1875" b="1">
                <a:solidFill>
                  <a:srgbClr val="FFFEF7"/>
                </a:solidFill>
              </a:defRPr>
            </a:lvl5pPr>
            <a:lvl6pPr>
              <a:defRPr sz="1875" b="1">
                <a:solidFill>
                  <a:srgbClr val="FFFEF7"/>
                </a:solidFill>
              </a:defRPr>
            </a:lvl6pPr>
            <a:lvl7pPr>
              <a:defRPr sz="1875" b="1">
                <a:solidFill>
                  <a:srgbClr val="FFFEF7"/>
                </a:solidFill>
              </a:defRPr>
            </a:lvl7pPr>
            <a:lvl8pPr>
              <a:defRPr sz="1875" b="1">
                <a:solidFill>
                  <a:srgbClr val="FFFEF7"/>
                </a:solidFill>
              </a:defRPr>
            </a:lvl8pPr>
            <a:lvl9pPr>
              <a:defRPr sz="1875" b="1">
                <a:solidFill>
                  <a:srgbClr val="FFFEF7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FFFEF7"/>
                </a:solidFill>
              </a:defRPr>
            </a:pPr>
            <a:r>
              <a:rPr sz="1875" b="1">
                <a:solidFill>
                  <a:srgbClr val="FFFEF7"/>
                </a:solidFill>
              </a:rPr>
              <a:t>SYSTEM ARCHITECTURE AND SECURITY FLOW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FD3040BA-A6B0-4720-BF8E-6B757CBAC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955250"/>
            <a:ext cx="7353300" cy="5429250"/>
          </a:xfrm>
          <a:prstGeom xmlns:a="http://schemas.openxmlformats.org/drawingml/2006/main" prst="roundRect">
            <a:avLst>
              <a:gd name="adj" fmla="val 1404"/>
            </a:avLst>
          </a:prstGeom>
          <a:solidFill xmlns:a="http://schemas.openxmlformats.org/drawingml/2006/main">
            <a:srgbClr val="FFFEF7"/>
          </a:solidFill>
          <a:ln xmlns:a="http://schemas.openxmlformats.org/drawingml/2006/main" w="9525">
            <a:solidFill>
              <a:srgbClr val="B6D0B9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736765A2-F0FB-4D83-9F5E-D91C7F470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3362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07381E"/>
                </a:solidFill>
              </a:defRPr>
            </a:defPPr>
            <a:lvl1pPr>
              <a:defRPr sz="1800" b="1">
                <a:solidFill>
                  <a:srgbClr val="07381E"/>
                </a:solidFill>
              </a:defRPr>
            </a:lvl1pPr>
            <a:lvl2pPr>
              <a:defRPr sz="1800" b="1">
                <a:solidFill>
                  <a:srgbClr val="07381E"/>
                </a:solidFill>
              </a:defRPr>
            </a:lvl2pPr>
            <a:lvl3pPr>
              <a:defRPr sz="1800" b="1">
                <a:solidFill>
                  <a:srgbClr val="07381E"/>
                </a:solidFill>
              </a:defRPr>
            </a:lvl3pPr>
            <a:lvl4pPr>
              <a:defRPr sz="1800" b="1">
                <a:solidFill>
                  <a:srgbClr val="07381E"/>
                </a:solidFill>
              </a:defRPr>
            </a:lvl4pPr>
            <a:lvl5pPr>
              <a:defRPr sz="1800" b="1">
                <a:solidFill>
                  <a:srgbClr val="07381E"/>
                </a:solidFill>
              </a:defRPr>
            </a:lvl5pPr>
            <a:lvl6pPr>
              <a:defRPr sz="1800" b="1">
                <a:solidFill>
                  <a:srgbClr val="07381E"/>
                </a:solidFill>
              </a:defRPr>
            </a:lvl6pPr>
            <a:lvl7pPr>
              <a:defRPr sz="1800" b="1">
                <a:solidFill>
                  <a:srgbClr val="07381E"/>
                </a:solidFill>
              </a:defRPr>
            </a:lvl7pPr>
            <a:lvl8pPr>
              <a:defRPr sz="1800" b="1">
                <a:solidFill>
                  <a:srgbClr val="07381E"/>
                </a:solidFill>
              </a:defRPr>
            </a:lvl8pPr>
            <a:lvl9pPr>
              <a:defRPr sz="1800" b="1">
                <a:solidFill>
                  <a:srgbClr val="07381E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7381E"/>
                </a:solidFill>
              </a:defRPr>
            </a:pPr>
            <a:r>
              <a:rPr sz="1800" b="1">
                <a:solidFill>
                  <a:srgbClr val="07381E"/>
                </a:solidFill>
              </a:rPr>
              <a:t>System Architecture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7024349D-170B-4759-AF68-1DB0A5504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3955375"/>
            <a:ext cx="2047875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64522"/>
          </a:solidFill>
          <a:ln xmlns:a="http://schemas.openxmlformats.org/drawingml/2006/main" w="9525">
            <a:solidFill>
              <a:srgbClr val="064522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54842F20-DF8A-442E-9D3F-322EE1452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088725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FFFEF7"/>
                </a:solidFill>
              </a:defRPr>
            </a:defPPr>
            <a:lvl1pPr>
              <a:defRPr sz="1275" b="1">
                <a:solidFill>
                  <a:srgbClr val="FFFEF7"/>
                </a:solidFill>
              </a:defRPr>
            </a:lvl1pPr>
            <a:lvl2pPr>
              <a:defRPr sz="1275" b="1">
                <a:solidFill>
                  <a:srgbClr val="FFFEF7"/>
                </a:solidFill>
              </a:defRPr>
            </a:lvl2pPr>
            <a:lvl3pPr>
              <a:defRPr sz="1275" b="1">
                <a:solidFill>
                  <a:srgbClr val="FFFEF7"/>
                </a:solidFill>
              </a:defRPr>
            </a:lvl3pPr>
            <a:lvl4pPr>
              <a:defRPr sz="1275" b="1">
                <a:solidFill>
                  <a:srgbClr val="FFFEF7"/>
                </a:solidFill>
              </a:defRPr>
            </a:lvl4pPr>
            <a:lvl5pPr>
              <a:defRPr sz="1275" b="1">
                <a:solidFill>
                  <a:srgbClr val="FFFEF7"/>
                </a:solidFill>
              </a:defRPr>
            </a:lvl5pPr>
            <a:lvl6pPr>
              <a:defRPr sz="1275" b="1">
                <a:solidFill>
                  <a:srgbClr val="FFFEF7"/>
                </a:solidFill>
              </a:defRPr>
            </a:lvl6pPr>
            <a:lvl7pPr>
              <a:defRPr sz="1275" b="1">
                <a:solidFill>
                  <a:srgbClr val="FFFEF7"/>
                </a:solidFill>
              </a:defRPr>
            </a:lvl7pPr>
            <a:lvl8pPr>
              <a:defRPr sz="1275" b="1">
                <a:solidFill>
                  <a:srgbClr val="FFFEF7"/>
                </a:solidFill>
              </a:defRPr>
            </a:lvl8pPr>
            <a:lvl9pPr>
              <a:defRPr sz="1275" b="1">
                <a:solidFill>
                  <a:srgbClr val="FFFEF7"/>
                </a:solidFill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FFFEF7"/>
                </a:solidFill>
              </a:defRPr>
            </a:pPr>
            <a:r>
              <a:rPr sz="1275" b="1">
                <a:solidFill>
                  <a:srgbClr val="FFFEF7"/>
                </a:solidFill>
              </a:rPr>
              <a:t>Users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85EF1491-6D17-4473-BACD-AD9ECF45E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4069675"/>
            <a:ext cx="400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5715C"/>
                </a:solidFill>
              </a:defRPr>
            </a:defPPr>
            <a:lvl1pPr>
              <a:defRPr sz="1350" b="0">
                <a:solidFill>
                  <a:srgbClr val="55715C"/>
                </a:solidFill>
              </a:defRPr>
            </a:lvl1pPr>
            <a:lvl2pPr>
              <a:defRPr sz="1350" b="0">
                <a:solidFill>
                  <a:srgbClr val="55715C"/>
                </a:solidFill>
              </a:defRPr>
            </a:lvl2pPr>
            <a:lvl3pPr>
              <a:defRPr sz="1350" b="0">
                <a:solidFill>
                  <a:srgbClr val="55715C"/>
                </a:solidFill>
              </a:defRPr>
            </a:lvl3pPr>
            <a:lvl4pPr>
              <a:defRPr sz="1350" b="0">
                <a:solidFill>
                  <a:srgbClr val="55715C"/>
                </a:solidFill>
              </a:defRPr>
            </a:lvl4pPr>
            <a:lvl5pPr>
              <a:defRPr sz="1350" b="0">
                <a:solidFill>
                  <a:srgbClr val="55715C"/>
                </a:solidFill>
              </a:defRPr>
            </a:lvl5pPr>
            <a:lvl6pPr>
              <a:defRPr sz="1350" b="0">
                <a:solidFill>
                  <a:srgbClr val="55715C"/>
                </a:solidFill>
              </a:defRPr>
            </a:lvl6pPr>
            <a:lvl7pPr>
              <a:defRPr sz="1350" b="0">
                <a:solidFill>
                  <a:srgbClr val="55715C"/>
                </a:solidFill>
              </a:defRPr>
            </a:lvl7pPr>
            <a:lvl8pPr>
              <a:defRPr sz="1350" b="0">
                <a:solidFill>
                  <a:srgbClr val="55715C"/>
                </a:solidFill>
              </a:defRPr>
            </a:lvl8pPr>
            <a:lvl9pPr>
              <a:defRPr sz="1350" b="0">
                <a:solidFill>
                  <a:srgbClr val="55715C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5715C"/>
                </a:solidFill>
              </a:defRPr>
            </a:pPr>
            <a:r>
              <a:rPr sz="1350" b="0">
                <a:solidFill>
                  <a:srgbClr val="55715C"/>
                </a:solidFill>
              </a:rPr>
              <a:t>Students, officers, OSA/Admin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792908CE-621F-4C8D-B6F0-D831A7AD3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447925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064522"/>
                </a:solidFill>
              </a:defRPr>
            </a:defPPr>
            <a:lvl1pPr>
              <a:defRPr sz="1725" b="1">
                <a:solidFill>
                  <a:srgbClr val="064522"/>
                </a:solidFill>
              </a:defRPr>
            </a:lvl1pPr>
            <a:lvl2pPr>
              <a:defRPr sz="1725" b="1">
                <a:solidFill>
                  <a:srgbClr val="064522"/>
                </a:solidFill>
              </a:defRPr>
            </a:lvl2pPr>
            <a:lvl3pPr>
              <a:defRPr sz="1725" b="1">
                <a:solidFill>
                  <a:srgbClr val="064522"/>
                </a:solidFill>
              </a:defRPr>
            </a:lvl3pPr>
            <a:lvl4pPr>
              <a:defRPr sz="1725" b="1">
                <a:solidFill>
                  <a:srgbClr val="064522"/>
                </a:solidFill>
              </a:defRPr>
            </a:lvl4pPr>
            <a:lvl5pPr>
              <a:defRPr sz="1725" b="1">
                <a:solidFill>
                  <a:srgbClr val="064522"/>
                </a:solidFill>
              </a:defRPr>
            </a:lvl5pPr>
            <a:lvl6pPr>
              <a:defRPr sz="1725" b="1">
                <a:solidFill>
                  <a:srgbClr val="064522"/>
                </a:solidFill>
              </a:defRPr>
            </a:lvl6pPr>
            <a:lvl7pPr>
              <a:defRPr sz="1725" b="1">
                <a:solidFill>
                  <a:srgbClr val="064522"/>
                </a:solidFill>
              </a:defRPr>
            </a:lvl7pPr>
            <a:lvl8pPr>
              <a:defRPr sz="1725" b="1">
                <a:solidFill>
                  <a:srgbClr val="064522"/>
                </a:solidFill>
              </a:defRPr>
            </a:lvl8pPr>
            <a:lvl9pPr>
              <a:defRPr sz="1725" b="1">
                <a:solidFill>
                  <a:srgbClr val="064522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064522"/>
                </a:solidFill>
              </a:defRPr>
            </a:pPr>
            <a:r>
              <a:rPr sz="1725" b="1">
                <a:solidFill>
                  <a:srgbClr val="064522"/>
                </a:solidFill>
              </a:rPr>
              <a:t>↓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A93B8997-D4CB-496C-B00B-D3C5FDBD1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4907875"/>
            <a:ext cx="2047875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7F2E6"/>
          </a:solidFill>
          <a:ln xmlns:a="http://schemas.openxmlformats.org/drawingml/2006/main" w="9525">
            <a:solidFill>
              <a:srgbClr val="E7F2E6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9231CDD5-2DA4-4D1A-85FD-F08A42C0B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5041225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07381E"/>
                </a:solidFill>
              </a:defRPr>
            </a:defPPr>
            <a:lvl1pPr>
              <a:defRPr sz="1275" b="1">
                <a:solidFill>
                  <a:srgbClr val="07381E"/>
                </a:solidFill>
              </a:defRPr>
            </a:lvl1pPr>
            <a:lvl2pPr>
              <a:defRPr sz="1275" b="1">
                <a:solidFill>
                  <a:srgbClr val="07381E"/>
                </a:solidFill>
              </a:defRPr>
            </a:lvl2pPr>
            <a:lvl3pPr>
              <a:defRPr sz="1275" b="1">
                <a:solidFill>
                  <a:srgbClr val="07381E"/>
                </a:solidFill>
              </a:defRPr>
            </a:lvl3pPr>
            <a:lvl4pPr>
              <a:defRPr sz="1275" b="1">
                <a:solidFill>
                  <a:srgbClr val="07381E"/>
                </a:solidFill>
              </a:defRPr>
            </a:lvl4pPr>
            <a:lvl5pPr>
              <a:defRPr sz="1275" b="1">
                <a:solidFill>
                  <a:srgbClr val="07381E"/>
                </a:solidFill>
              </a:defRPr>
            </a:lvl5pPr>
            <a:lvl6pPr>
              <a:defRPr sz="1275" b="1">
                <a:solidFill>
                  <a:srgbClr val="07381E"/>
                </a:solidFill>
              </a:defRPr>
            </a:lvl6pPr>
            <a:lvl7pPr>
              <a:defRPr sz="1275" b="1">
                <a:solidFill>
                  <a:srgbClr val="07381E"/>
                </a:solidFill>
              </a:defRPr>
            </a:lvl7pPr>
            <a:lvl8pPr>
              <a:defRPr sz="1275" b="1">
                <a:solidFill>
                  <a:srgbClr val="07381E"/>
                </a:solidFill>
              </a:defRPr>
            </a:lvl8pPr>
            <a:lvl9pPr>
              <a:defRPr sz="1275" b="1">
                <a:solidFill>
                  <a:srgbClr val="07381E"/>
                </a:solidFill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7381E"/>
                </a:solidFill>
              </a:defRPr>
            </a:pPr>
            <a:r>
              <a:rPr sz="1275" b="1">
                <a:solidFill>
                  <a:srgbClr val="07381E"/>
                </a:solidFill>
              </a:rPr>
              <a:t>Web Platform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17FAE82C-DBD8-4664-AE03-EC28E541A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5022175"/>
            <a:ext cx="400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5715C"/>
                </a:solidFill>
              </a:defRPr>
            </a:defPPr>
            <a:lvl1pPr>
              <a:defRPr sz="1350" b="0">
                <a:solidFill>
                  <a:srgbClr val="55715C"/>
                </a:solidFill>
              </a:defRPr>
            </a:lvl1pPr>
            <a:lvl2pPr>
              <a:defRPr sz="1350" b="0">
                <a:solidFill>
                  <a:srgbClr val="55715C"/>
                </a:solidFill>
              </a:defRPr>
            </a:lvl2pPr>
            <a:lvl3pPr>
              <a:defRPr sz="1350" b="0">
                <a:solidFill>
                  <a:srgbClr val="55715C"/>
                </a:solidFill>
              </a:defRPr>
            </a:lvl3pPr>
            <a:lvl4pPr>
              <a:defRPr sz="1350" b="0">
                <a:solidFill>
                  <a:srgbClr val="55715C"/>
                </a:solidFill>
              </a:defRPr>
            </a:lvl4pPr>
            <a:lvl5pPr>
              <a:defRPr sz="1350" b="0">
                <a:solidFill>
                  <a:srgbClr val="55715C"/>
                </a:solidFill>
              </a:defRPr>
            </a:lvl5pPr>
            <a:lvl6pPr>
              <a:defRPr sz="1350" b="0">
                <a:solidFill>
                  <a:srgbClr val="55715C"/>
                </a:solidFill>
              </a:defRPr>
            </a:lvl6pPr>
            <a:lvl7pPr>
              <a:defRPr sz="1350" b="0">
                <a:solidFill>
                  <a:srgbClr val="55715C"/>
                </a:solidFill>
              </a:defRPr>
            </a:lvl7pPr>
            <a:lvl8pPr>
              <a:defRPr sz="1350" b="0">
                <a:solidFill>
                  <a:srgbClr val="55715C"/>
                </a:solidFill>
              </a:defRPr>
            </a:lvl8pPr>
            <a:lvl9pPr>
              <a:defRPr sz="1350" b="0">
                <a:solidFill>
                  <a:srgbClr val="55715C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5715C"/>
                </a:solidFill>
              </a:defRPr>
            </a:pPr>
            <a:r>
              <a:rPr sz="1350" b="0">
                <a:solidFill>
                  <a:srgbClr val="55715C"/>
                </a:solidFill>
              </a:rPr>
              <a:t>Role-aware modules and dashboards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8B6F0456-EA91-4492-855F-B796B3467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543175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064522"/>
                </a:solidFill>
              </a:defRPr>
            </a:defPPr>
            <a:lvl1pPr>
              <a:defRPr sz="1725" b="1">
                <a:solidFill>
                  <a:srgbClr val="064522"/>
                </a:solidFill>
              </a:defRPr>
            </a:lvl1pPr>
            <a:lvl2pPr>
              <a:defRPr sz="1725" b="1">
                <a:solidFill>
                  <a:srgbClr val="064522"/>
                </a:solidFill>
              </a:defRPr>
            </a:lvl2pPr>
            <a:lvl3pPr>
              <a:defRPr sz="1725" b="1">
                <a:solidFill>
                  <a:srgbClr val="064522"/>
                </a:solidFill>
              </a:defRPr>
            </a:lvl3pPr>
            <a:lvl4pPr>
              <a:defRPr sz="1725" b="1">
                <a:solidFill>
                  <a:srgbClr val="064522"/>
                </a:solidFill>
              </a:defRPr>
            </a:lvl4pPr>
            <a:lvl5pPr>
              <a:defRPr sz="1725" b="1">
                <a:solidFill>
                  <a:srgbClr val="064522"/>
                </a:solidFill>
              </a:defRPr>
            </a:lvl5pPr>
            <a:lvl6pPr>
              <a:defRPr sz="1725" b="1">
                <a:solidFill>
                  <a:srgbClr val="064522"/>
                </a:solidFill>
              </a:defRPr>
            </a:lvl6pPr>
            <a:lvl7pPr>
              <a:defRPr sz="1725" b="1">
                <a:solidFill>
                  <a:srgbClr val="064522"/>
                </a:solidFill>
              </a:defRPr>
            </a:lvl7pPr>
            <a:lvl8pPr>
              <a:defRPr sz="1725" b="1">
                <a:solidFill>
                  <a:srgbClr val="064522"/>
                </a:solidFill>
              </a:defRPr>
            </a:lvl8pPr>
            <a:lvl9pPr>
              <a:defRPr sz="1725" b="1">
                <a:solidFill>
                  <a:srgbClr val="064522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064522"/>
                </a:solidFill>
              </a:defRPr>
            </a:pPr>
            <a:r>
              <a:rPr sz="1725" b="1">
                <a:solidFill>
                  <a:srgbClr val="064522"/>
                </a:solidFill>
              </a:rPr>
              <a:t>↓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3C73CE1E-AB50-4AC1-8FF0-92194D35B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5860375"/>
            <a:ext cx="2047875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7F2E6"/>
          </a:solidFill>
          <a:ln xmlns:a="http://schemas.openxmlformats.org/drawingml/2006/main" w="9525">
            <a:solidFill>
              <a:srgbClr val="E7F2E6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D1A6101D-8BFA-42F1-977E-BD1AB0E3D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5993725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07381E"/>
                </a:solidFill>
              </a:defRPr>
            </a:defPPr>
            <a:lvl1pPr>
              <a:defRPr sz="1275" b="1">
                <a:solidFill>
                  <a:srgbClr val="07381E"/>
                </a:solidFill>
              </a:defRPr>
            </a:lvl1pPr>
            <a:lvl2pPr>
              <a:defRPr sz="1275" b="1">
                <a:solidFill>
                  <a:srgbClr val="07381E"/>
                </a:solidFill>
              </a:defRPr>
            </a:lvl2pPr>
            <a:lvl3pPr>
              <a:defRPr sz="1275" b="1">
                <a:solidFill>
                  <a:srgbClr val="07381E"/>
                </a:solidFill>
              </a:defRPr>
            </a:lvl3pPr>
            <a:lvl4pPr>
              <a:defRPr sz="1275" b="1">
                <a:solidFill>
                  <a:srgbClr val="07381E"/>
                </a:solidFill>
              </a:defRPr>
            </a:lvl4pPr>
            <a:lvl5pPr>
              <a:defRPr sz="1275" b="1">
                <a:solidFill>
                  <a:srgbClr val="07381E"/>
                </a:solidFill>
              </a:defRPr>
            </a:lvl5pPr>
            <a:lvl6pPr>
              <a:defRPr sz="1275" b="1">
                <a:solidFill>
                  <a:srgbClr val="07381E"/>
                </a:solidFill>
              </a:defRPr>
            </a:lvl6pPr>
            <a:lvl7pPr>
              <a:defRPr sz="1275" b="1">
                <a:solidFill>
                  <a:srgbClr val="07381E"/>
                </a:solidFill>
              </a:defRPr>
            </a:lvl7pPr>
            <a:lvl8pPr>
              <a:defRPr sz="1275" b="1">
                <a:solidFill>
                  <a:srgbClr val="07381E"/>
                </a:solidFill>
              </a:defRPr>
            </a:lvl8pPr>
            <a:lvl9pPr>
              <a:defRPr sz="1275" b="1">
                <a:solidFill>
                  <a:srgbClr val="07381E"/>
                </a:solidFill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7381E"/>
                </a:solidFill>
              </a:defRPr>
            </a:pPr>
            <a:r>
              <a:rPr sz="1275" b="1">
                <a:solidFill>
                  <a:srgbClr val="07381E"/>
                </a:solidFill>
              </a:rPr>
              <a:t>Services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D682B9A2-D948-49B6-868D-A9673F095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5974675"/>
            <a:ext cx="400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5715C"/>
                </a:solidFill>
              </a:defRPr>
            </a:defPPr>
            <a:lvl1pPr>
              <a:defRPr sz="1350" b="0">
                <a:solidFill>
                  <a:srgbClr val="55715C"/>
                </a:solidFill>
              </a:defRPr>
            </a:lvl1pPr>
            <a:lvl2pPr>
              <a:defRPr sz="1350" b="0">
                <a:solidFill>
                  <a:srgbClr val="55715C"/>
                </a:solidFill>
              </a:defRPr>
            </a:lvl2pPr>
            <a:lvl3pPr>
              <a:defRPr sz="1350" b="0">
                <a:solidFill>
                  <a:srgbClr val="55715C"/>
                </a:solidFill>
              </a:defRPr>
            </a:lvl3pPr>
            <a:lvl4pPr>
              <a:defRPr sz="1350" b="0">
                <a:solidFill>
                  <a:srgbClr val="55715C"/>
                </a:solidFill>
              </a:defRPr>
            </a:lvl4pPr>
            <a:lvl5pPr>
              <a:defRPr sz="1350" b="0">
                <a:solidFill>
                  <a:srgbClr val="55715C"/>
                </a:solidFill>
              </a:defRPr>
            </a:lvl5pPr>
            <a:lvl6pPr>
              <a:defRPr sz="1350" b="0">
                <a:solidFill>
                  <a:srgbClr val="55715C"/>
                </a:solidFill>
              </a:defRPr>
            </a:lvl6pPr>
            <a:lvl7pPr>
              <a:defRPr sz="1350" b="0">
                <a:solidFill>
                  <a:srgbClr val="55715C"/>
                </a:solidFill>
              </a:defRPr>
            </a:lvl7pPr>
            <a:lvl8pPr>
              <a:defRPr sz="1350" b="0">
                <a:solidFill>
                  <a:srgbClr val="55715C"/>
                </a:solidFill>
              </a:defRPr>
            </a:lvl8pPr>
            <a:lvl9pPr>
              <a:defRPr sz="1350" b="0">
                <a:solidFill>
                  <a:srgbClr val="55715C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5715C"/>
                </a:solidFill>
              </a:defRPr>
            </a:pPr>
            <a:r>
              <a:rPr sz="1350" b="0">
                <a:solidFill>
                  <a:srgbClr val="55715C"/>
                </a:solidFill>
              </a:rPr>
              <a:t>Authentication, workflows, notifications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408C635A-0521-4DE8-A6ED-EAF466F84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638425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064522"/>
                </a:solidFill>
              </a:defRPr>
            </a:defPPr>
            <a:lvl1pPr>
              <a:defRPr sz="1725" b="1">
                <a:solidFill>
                  <a:srgbClr val="064522"/>
                </a:solidFill>
              </a:defRPr>
            </a:lvl1pPr>
            <a:lvl2pPr>
              <a:defRPr sz="1725" b="1">
                <a:solidFill>
                  <a:srgbClr val="064522"/>
                </a:solidFill>
              </a:defRPr>
            </a:lvl2pPr>
            <a:lvl3pPr>
              <a:defRPr sz="1725" b="1">
                <a:solidFill>
                  <a:srgbClr val="064522"/>
                </a:solidFill>
              </a:defRPr>
            </a:lvl3pPr>
            <a:lvl4pPr>
              <a:defRPr sz="1725" b="1">
                <a:solidFill>
                  <a:srgbClr val="064522"/>
                </a:solidFill>
              </a:defRPr>
            </a:lvl4pPr>
            <a:lvl5pPr>
              <a:defRPr sz="1725" b="1">
                <a:solidFill>
                  <a:srgbClr val="064522"/>
                </a:solidFill>
              </a:defRPr>
            </a:lvl5pPr>
            <a:lvl6pPr>
              <a:defRPr sz="1725" b="1">
                <a:solidFill>
                  <a:srgbClr val="064522"/>
                </a:solidFill>
              </a:defRPr>
            </a:lvl6pPr>
            <a:lvl7pPr>
              <a:defRPr sz="1725" b="1">
                <a:solidFill>
                  <a:srgbClr val="064522"/>
                </a:solidFill>
              </a:defRPr>
            </a:lvl7pPr>
            <a:lvl8pPr>
              <a:defRPr sz="1725" b="1">
                <a:solidFill>
                  <a:srgbClr val="064522"/>
                </a:solidFill>
              </a:defRPr>
            </a:lvl8pPr>
            <a:lvl9pPr>
              <a:defRPr sz="1725" b="1">
                <a:solidFill>
                  <a:srgbClr val="064522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064522"/>
                </a:solidFill>
              </a:defRPr>
            </a:pPr>
            <a:r>
              <a:rPr sz="1725" b="1">
                <a:solidFill>
                  <a:srgbClr val="064522"/>
                </a:solidFill>
              </a:rPr>
              <a:t>↓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F2E004CE-08E0-4735-9C5A-92FAF4B7C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6812875"/>
            <a:ext cx="2047875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7F2E6"/>
          </a:solidFill>
          <a:ln xmlns:a="http://schemas.openxmlformats.org/drawingml/2006/main" w="9525">
            <a:solidFill>
              <a:srgbClr val="E7F2E6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637DB7E9-AE42-4D19-BC99-7071B94D1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946225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07381E"/>
                </a:solidFill>
              </a:defRPr>
            </a:defPPr>
            <a:lvl1pPr>
              <a:defRPr sz="1275" b="1">
                <a:solidFill>
                  <a:srgbClr val="07381E"/>
                </a:solidFill>
              </a:defRPr>
            </a:lvl1pPr>
            <a:lvl2pPr>
              <a:defRPr sz="1275" b="1">
                <a:solidFill>
                  <a:srgbClr val="07381E"/>
                </a:solidFill>
              </a:defRPr>
            </a:lvl2pPr>
            <a:lvl3pPr>
              <a:defRPr sz="1275" b="1">
                <a:solidFill>
                  <a:srgbClr val="07381E"/>
                </a:solidFill>
              </a:defRPr>
            </a:lvl3pPr>
            <a:lvl4pPr>
              <a:defRPr sz="1275" b="1">
                <a:solidFill>
                  <a:srgbClr val="07381E"/>
                </a:solidFill>
              </a:defRPr>
            </a:lvl4pPr>
            <a:lvl5pPr>
              <a:defRPr sz="1275" b="1">
                <a:solidFill>
                  <a:srgbClr val="07381E"/>
                </a:solidFill>
              </a:defRPr>
            </a:lvl5pPr>
            <a:lvl6pPr>
              <a:defRPr sz="1275" b="1">
                <a:solidFill>
                  <a:srgbClr val="07381E"/>
                </a:solidFill>
              </a:defRPr>
            </a:lvl6pPr>
            <a:lvl7pPr>
              <a:defRPr sz="1275" b="1">
                <a:solidFill>
                  <a:srgbClr val="07381E"/>
                </a:solidFill>
              </a:defRPr>
            </a:lvl7pPr>
            <a:lvl8pPr>
              <a:defRPr sz="1275" b="1">
                <a:solidFill>
                  <a:srgbClr val="07381E"/>
                </a:solidFill>
              </a:defRPr>
            </a:lvl8pPr>
            <a:lvl9pPr>
              <a:defRPr sz="1275" b="1">
                <a:solidFill>
                  <a:srgbClr val="07381E"/>
                </a:solidFill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7381E"/>
                </a:solidFill>
              </a:defRPr>
            </a:pPr>
            <a:r>
              <a:rPr sz="1275" b="1">
                <a:solidFill>
                  <a:srgbClr val="07381E"/>
                </a:solidFill>
              </a:rPr>
              <a:t>Data Layer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F72F6101-9316-4011-9C5C-4B222C4C5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6927175"/>
            <a:ext cx="400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5715C"/>
                </a:solidFill>
              </a:defRPr>
            </a:defPPr>
            <a:lvl1pPr>
              <a:defRPr sz="1350" b="0">
                <a:solidFill>
                  <a:srgbClr val="55715C"/>
                </a:solidFill>
              </a:defRPr>
            </a:lvl1pPr>
            <a:lvl2pPr>
              <a:defRPr sz="1350" b="0">
                <a:solidFill>
                  <a:srgbClr val="55715C"/>
                </a:solidFill>
              </a:defRPr>
            </a:lvl2pPr>
            <a:lvl3pPr>
              <a:defRPr sz="1350" b="0">
                <a:solidFill>
                  <a:srgbClr val="55715C"/>
                </a:solidFill>
              </a:defRPr>
            </a:lvl3pPr>
            <a:lvl4pPr>
              <a:defRPr sz="1350" b="0">
                <a:solidFill>
                  <a:srgbClr val="55715C"/>
                </a:solidFill>
              </a:defRPr>
            </a:lvl4pPr>
            <a:lvl5pPr>
              <a:defRPr sz="1350" b="0">
                <a:solidFill>
                  <a:srgbClr val="55715C"/>
                </a:solidFill>
              </a:defRPr>
            </a:lvl5pPr>
            <a:lvl6pPr>
              <a:defRPr sz="1350" b="0">
                <a:solidFill>
                  <a:srgbClr val="55715C"/>
                </a:solidFill>
              </a:defRPr>
            </a:lvl6pPr>
            <a:lvl7pPr>
              <a:defRPr sz="1350" b="0">
                <a:solidFill>
                  <a:srgbClr val="55715C"/>
                </a:solidFill>
              </a:defRPr>
            </a:lvl7pPr>
            <a:lvl8pPr>
              <a:defRPr sz="1350" b="0">
                <a:solidFill>
                  <a:srgbClr val="55715C"/>
                </a:solidFill>
              </a:defRPr>
            </a:lvl8pPr>
            <a:lvl9pPr>
              <a:defRPr sz="1350" b="0">
                <a:solidFill>
                  <a:srgbClr val="55715C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5715C"/>
                </a:solidFill>
              </a:defRPr>
            </a:pPr>
            <a:r>
              <a:rPr sz="1350" b="0">
                <a:solidFill>
                  <a:srgbClr val="55715C"/>
                </a:solidFill>
              </a:rPr>
              <a:t>Accounts, organizations, audit records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C99B42AC-5A9B-4A89-9B21-B9BA28FC0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2955250"/>
            <a:ext cx="7639050" cy="5429250"/>
          </a:xfrm>
          <a:prstGeom xmlns:a="http://schemas.openxmlformats.org/drawingml/2006/main" prst="roundRect">
            <a:avLst>
              <a:gd name="adj" fmla="val 1404"/>
            </a:avLst>
          </a:prstGeom>
          <a:solidFill xmlns:a="http://schemas.openxmlformats.org/drawingml/2006/main">
            <a:srgbClr val="FFFEF7"/>
          </a:solidFill>
          <a:ln xmlns:a="http://schemas.openxmlformats.org/drawingml/2006/main" w="9525">
            <a:solidFill>
              <a:srgbClr val="B6D0B9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D7BFC60E-BC32-4EE8-A70C-1274F5D17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333625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07381E"/>
                </a:solidFill>
              </a:defRPr>
            </a:defPPr>
            <a:lvl1pPr>
              <a:defRPr sz="1800" b="1">
                <a:solidFill>
                  <a:srgbClr val="07381E"/>
                </a:solidFill>
              </a:defRPr>
            </a:lvl1pPr>
            <a:lvl2pPr>
              <a:defRPr sz="1800" b="1">
                <a:solidFill>
                  <a:srgbClr val="07381E"/>
                </a:solidFill>
              </a:defRPr>
            </a:lvl2pPr>
            <a:lvl3pPr>
              <a:defRPr sz="1800" b="1">
                <a:solidFill>
                  <a:srgbClr val="07381E"/>
                </a:solidFill>
              </a:defRPr>
            </a:lvl3pPr>
            <a:lvl4pPr>
              <a:defRPr sz="1800" b="1">
                <a:solidFill>
                  <a:srgbClr val="07381E"/>
                </a:solidFill>
              </a:defRPr>
            </a:lvl4pPr>
            <a:lvl5pPr>
              <a:defRPr sz="1800" b="1">
                <a:solidFill>
                  <a:srgbClr val="07381E"/>
                </a:solidFill>
              </a:defRPr>
            </a:lvl5pPr>
            <a:lvl6pPr>
              <a:defRPr sz="1800" b="1">
                <a:solidFill>
                  <a:srgbClr val="07381E"/>
                </a:solidFill>
              </a:defRPr>
            </a:lvl6pPr>
            <a:lvl7pPr>
              <a:defRPr sz="1800" b="1">
                <a:solidFill>
                  <a:srgbClr val="07381E"/>
                </a:solidFill>
              </a:defRPr>
            </a:lvl7pPr>
            <a:lvl8pPr>
              <a:defRPr sz="1800" b="1">
                <a:solidFill>
                  <a:srgbClr val="07381E"/>
                </a:solidFill>
              </a:defRPr>
            </a:lvl8pPr>
            <a:lvl9pPr>
              <a:defRPr sz="1800" b="1">
                <a:solidFill>
                  <a:srgbClr val="07381E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7381E"/>
                </a:solidFill>
              </a:defRPr>
            </a:pPr>
            <a:r>
              <a:rPr sz="1800" b="1">
                <a:solidFill>
                  <a:srgbClr val="07381E"/>
                </a:solidFill>
              </a:rPr>
              <a:t>RBAC and Security Flow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0F87295F-22FE-4967-BEE9-CF5E364DD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4050625"/>
            <a:ext cx="685800" cy="685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64522"/>
          </a:solidFill>
          <a:ln xmlns:a="http://schemas.openxmlformats.org/drawingml/2006/main" w="9525">
            <a:solidFill>
              <a:srgbClr val="064522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E244FDA4-211C-4DA1-B83A-D80C47487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4203025"/>
            <a:ext cx="685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FFFEF7"/>
                </a:solidFill>
              </a:defRPr>
            </a:defPPr>
            <a:lvl1pPr>
              <a:defRPr sz="2175" b="1">
                <a:solidFill>
                  <a:srgbClr val="FFFEF7"/>
                </a:solidFill>
              </a:defRPr>
            </a:lvl1pPr>
            <a:lvl2pPr>
              <a:defRPr sz="2175" b="1">
                <a:solidFill>
                  <a:srgbClr val="FFFEF7"/>
                </a:solidFill>
              </a:defRPr>
            </a:lvl2pPr>
            <a:lvl3pPr>
              <a:defRPr sz="2175" b="1">
                <a:solidFill>
                  <a:srgbClr val="FFFEF7"/>
                </a:solidFill>
              </a:defRPr>
            </a:lvl3pPr>
            <a:lvl4pPr>
              <a:defRPr sz="2175" b="1">
                <a:solidFill>
                  <a:srgbClr val="FFFEF7"/>
                </a:solidFill>
              </a:defRPr>
            </a:lvl4pPr>
            <a:lvl5pPr>
              <a:defRPr sz="2175" b="1">
                <a:solidFill>
                  <a:srgbClr val="FFFEF7"/>
                </a:solidFill>
              </a:defRPr>
            </a:lvl5pPr>
            <a:lvl6pPr>
              <a:defRPr sz="2175" b="1">
                <a:solidFill>
                  <a:srgbClr val="FFFEF7"/>
                </a:solidFill>
              </a:defRPr>
            </a:lvl6pPr>
            <a:lvl7pPr>
              <a:defRPr sz="2175" b="1">
                <a:solidFill>
                  <a:srgbClr val="FFFEF7"/>
                </a:solidFill>
              </a:defRPr>
            </a:lvl7pPr>
            <a:lvl8pPr>
              <a:defRPr sz="2175" b="1">
                <a:solidFill>
                  <a:srgbClr val="FFFEF7"/>
                </a:solidFill>
              </a:defRPr>
            </a:lvl8pPr>
            <a:lvl9pPr>
              <a:defRPr sz="2175" b="1">
                <a:solidFill>
                  <a:srgbClr val="FFFEF7"/>
                </a:solidFill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FFFEF7"/>
                </a:solidFill>
              </a:defRPr>
            </a:pPr>
            <a:r>
              <a:rPr sz="2175" b="1">
                <a:solidFill>
                  <a:srgbClr val="FFFEF7"/>
                </a:solidFill>
              </a:rPr>
              <a:t>1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A1B6CD4A-649A-46CD-A46E-DD6AEE8B8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4907875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07381E"/>
                </a:solidFill>
              </a:defRPr>
            </a:defPPr>
            <a:lvl1pPr>
              <a:defRPr sz="1200" b="1">
                <a:solidFill>
                  <a:srgbClr val="07381E"/>
                </a:solidFill>
              </a:defRPr>
            </a:lvl1pPr>
            <a:lvl2pPr>
              <a:defRPr sz="1200" b="1">
                <a:solidFill>
                  <a:srgbClr val="07381E"/>
                </a:solidFill>
              </a:defRPr>
            </a:lvl2pPr>
            <a:lvl3pPr>
              <a:defRPr sz="1200" b="1">
                <a:solidFill>
                  <a:srgbClr val="07381E"/>
                </a:solidFill>
              </a:defRPr>
            </a:lvl3pPr>
            <a:lvl4pPr>
              <a:defRPr sz="1200" b="1">
                <a:solidFill>
                  <a:srgbClr val="07381E"/>
                </a:solidFill>
              </a:defRPr>
            </a:lvl4pPr>
            <a:lvl5pPr>
              <a:defRPr sz="1200" b="1">
                <a:solidFill>
                  <a:srgbClr val="07381E"/>
                </a:solidFill>
              </a:defRPr>
            </a:lvl5pPr>
            <a:lvl6pPr>
              <a:defRPr sz="1200" b="1">
                <a:solidFill>
                  <a:srgbClr val="07381E"/>
                </a:solidFill>
              </a:defRPr>
            </a:lvl6pPr>
            <a:lvl7pPr>
              <a:defRPr sz="1200" b="1">
                <a:solidFill>
                  <a:srgbClr val="07381E"/>
                </a:solidFill>
              </a:defRPr>
            </a:lvl7pPr>
            <a:lvl8pPr>
              <a:defRPr sz="1200" b="1">
                <a:solidFill>
                  <a:srgbClr val="07381E"/>
                </a:solidFill>
              </a:defRPr>
            </a:lvl8pPr>
            <a:lvl9pPr>
              <a:defRPr sz="1200" b="1">
                <a:solidFill>
                  <a:srgbClr val="07381E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7381E"/>
                </a:solidFill>
              </a:defRPr>
            </a:pPr>
            <a:r>
              <a:rPr sz="1200" b="1">
                <a:solidFill>
                  <a:srgbClr val="07381E"/>
                </a:solidFill>
              </a:rPr>
              <a:t>Sign in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EAECA8E7-9BEA-41D0-9301-D263197CC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4193500"/>
            <a:ext cx="333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64522"/>
                </a:solidFill>
              </a:defRPr>
            </a:defPPr>
            <a:lvl1pPr>
              <a:defRPr sz="2100" b="1">
                <a:solidFill>
                  <a:srgbClr val="064522"/>
                </a:solidFill>
              </a:defRPr>
            </a:lvl1pPr>
            <a:lvl2pPr>
              <a:defRPr sz="2100" b="1">
                <a:solidFill>
                  <a:srgbClr val="064522"/>
                </a:solidFill>
              </a:defRPr>
            </a:lvl2pPr>
            <a:lvl3pPr>
              <a:defRPr sz="2100" b="1">
                <a:solidFill>
                  <a:srgbClr val="064522"/>
                </a:solidFill>
              </a:defRPr>
            </a:lvl3pPr>
            <a:lvl4pPr>
              <a:defRPr sz="2100" b="1">
                <a:solidFill>
                  <a:srgbClr val="064522"/>
                </a:solidFill>
              </a:defRPr>
            </a:lvl4pPr>
            <a:lvl5pPr>
              <a:defRPr sz="2100" b="1">
                <a:solidFill>
                  <a:srgbClr val="064522"/>
                </a:solidFill>
              </a:defRPr>
            </a:lvl5pPr>
            <a:lvl6pPr>
              <a:defRPr sz="2100" b="1">
                <a:solidFill>
                  <a:srgbClr val="064522"/>
                </a:solidFill>
              </a:defRPr>
            </a:lvl6pPr>
            <a:lvl7pPr>
              <a:defRPr sz="2100" b="1">
                <a:solidFill>
                  <a:srgbClr val="064522"/>
                </a:solidFill>
              </a:defRPr>
            </a:lvl7pPr>
            <a:lvl8pPr>
              <a:defRPr sz="2100" b="1">
                <a:solidFill>
                  <a:srgbClr val="064522"/>
                </a:solidFill>
              </a:defRPr>
            </a:lvl8pPr>
            <a:lvl9pPr>
              <a:defRPr sz="2100" b="1">
                <a:solidFill>
                  <a:srgbClr val="064522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64522"/>
                </a:solidFill>
              </a:defRPr>
            </a:pPr>
            <a:r>
              <a:rPr sz="2100" b="1">
                <a:solidFill>
                  <a:srgbClr val="064522"/>
                </a:solidFill>
              </a:rPr>
              <a:t>›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CD42E19F-4F39-48BC-9B7D-1B731D943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24050625"/>
            <a:ext cx="685800" cy="685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6130"/>
          </a:solidFill>
          <a:ln xmlns:a="http://schemas.openxmlformats.org/drawingml/2006/main" w="9525">
            <a:solidFill>
              <a:srgbClr val="0A6130"/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6D448781-E0DB-41FD-B775-D1E35F31B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24203025"/>
            <a:ext cx="685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FFFEF7"/>
                </a:solidFill>
              </a:defRPr>
            </a:defPPr>
            <a:lvl1pPr>
              <a:defRPr sz="2175" b="1">
                <a:solidFill>
                  <a:srgbClr val="FFFEF7"/>
                </a:solidFill>
              </a:defRPr>
            </a:lvl1pPr>
            <a:lvl2pPr>
              <a:defRPr sz="2175" b="1">
                <a:solidFill>
                  <a:srgbClr val="FFFEF7"/>
                </a:solidFill>
              </a:defRPr>
            </a:lvl2pPr>
            <a:lvl3pPr>
              <a:defRPr sz="2175" b="1">
                <a:solidFill>
                  <a:srgbClr val="FFFEF7"/>
                </a:solidFill>
              </a:defRPr>
            </a:lvl3pPr>
            <a:lvl4pPr>
              <a:defRPr sz="2175" b="1">
                <a:solidFill>
                  <a:srgbClr val="FFFEF7"/>
                </a:solidFill>
              </a:defRPr>
            </a:lvl4pPr>
            <a:lvl5pPr>
              <a:defRPr sz="2175" b="1">
                <a:solidFill>
                  <a:srgbClr val="FFFEF7"/>
                </a:solidFill>
              </a:defRPr>
            </a:lvl5pPr>
            <a:lvl6pPr>
              <a:defRPr sz="2175" b="1">
                <a:solidFill>
                  <a:srgbClr val="FFFEF7"/>
                </a:solidFill>
              </a:defRPr>
            </a:lvl6pPr>
            <a:lvl7pPr>
              <a:defRPr sz="2175" b="1">
                <a:solidFill>
                  <a:srgbClr val="FFFEF7"/>
                </a:solidFill>
              </a:defRPr>
            </a:lvl7pPr>
            <a:lvl8pPr>
              <a:defRPr sz="2175" b="1">
                <a:solidFill>
                  <a:srgbClr val="FFFEF7"/>
                </a:solidFill>
              </a:defRPr>
            </a:lvl8pPr>
            <a:lvl9pPr>
              <a:defRPr sz="2175" b="1">
                <a:solidFill>
                  <a:srgbClr val="FFFEF7"/>
                </a:solidFill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FFFEF7"/>
                </a:solidFill>
              </a:defRPr>
            </a:pPr>
            <a:r>
              <a:rPr sz="2175" b="1">
                <a:solidFill>
                  <a:srgbClr val="FFFEF7"/>
                </a:solidFill>
              </a:rPr>
              <a:t>2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061C18DE-5113-4D41-88CD-42B945967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4907875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07381E"/>
                </a:solidFill>
              </a:defRPr>
            </a:defPPr>
            <a:lvl1pPr>
              <a:defRPr sz="1200" b="1">
                <a:solidFill>
                  <a:srgbClr val="07381E"/>
                </a:solidFill>
              </a:defRPr>
            </a:lvl1pPr>
            <a:lvl2pPr>
              <a:defRPr sz="1200" b="1">
                <a:solidFill>
                  <a:srgbClr val="07381E"/>
                </a:solidFill>
              </a:defRPr>
            </a:lvl2pPr>
            <a:lvl3pPr>
              <a:defRPr sz="1200" b="1">
                <a:solidFill>
                  <a:srgbClr val="07381E"/>
                </a:solidFill>
              </a:defRPr>
            </a:lvl3pPr>
            <a:lvl4pPr>
              <a:defRPr sz="1200" b="1">
                <a:solidFill>
                  <a:srgbClr val="07381E"/>
                </a:solidFill>
              </a:defRPr>
            </a:lvl4pPr>
            <a:lvl5pPr>
              <a:defRPr sz="1200" b="1">
                <a:solidFill>
                  <a:srgbClr val="07381E"/>
                </a:solidFill>
              </a:defRPr>
            </a:lvl5pPr>
            <a:lvl6pPr>
              <a:defRPr sz="1200" b="1">
                <a:solidFill>
                  <a:srgbClr val="07381E"/>
                </a:solidFill>
              </a:defRPr>
            </a:lvl6pPr>
            <a:lvl7pPr>
              <a:defRPr sz="1200" b="1">
                <a:solidFill>
                  <a:srgbClr val="07381E"/>
                </a:solidFill>
              </a:defRPr>
            </a:lvl7pPr>
            <a:lvl8pPr>
              <a:defRPr sz="1200" b="1">
                <a:solidFill>
                  <a:srgbClr val="07381E"/>
                </a:solidFill>
              </a:defRPr>
            </a:lvl8pPr>
            <a:lvl9pPr>
              <a:defRPr sz="1200" b="1">
                <a:solidFill>
                  <a:srgbClr val="07381E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7381E"/>
                </a:solidFill>
              </a:defRPr>
            </a:pPr>
            <a:r>
              <a:rPr sz="1200" b="1">
                <a:solidFill>
                  <a:srgbClr val="07381E"/>
                </a:solidFill>
              </a:rPr>
              <a:t>Verify identity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F5515EF1-D0C9-4376-A6D4-B0488A3D0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8575" y="24193500"/>
            <a:ext cx="333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64522"/>
                </a:solidFill>
              </a:defRPr>
            </a:defPPr>
            <a:lvl1pPr>
              <a:defRPr sz="2100" b="1">
                <a:solidFill>
                  <a:srgbClr val="064522"/>
                </a:solidFill>
              </a:defRPr>
            </a:lvl1pPr>
            <a:lvl2pPr>
              <a:defRPr sz="2100" b="1">
                <a:solidFill>
                  <a:srgbClr val="064522"/>
                </a:solidFill>
              </a:defRPr>
            </a:lvl2pPr>
            <a:lvl3pPr>
              <a:defRPr sz="2100" b="1">
                <a:solidFill>
                  <a:srgbClr val="064522"/>
                </a:solidFill>
              </a:defRPr>
            </a:lvl3pPr>
            <a:lvl4pPr>
              <a:defRPr sz="2100" b="1">
                <a:solidFill>
                  <a:srgbClr val="064522"/>
                </a:solidFill>
              </a:defRPr>
            </a:lvl4pPr>
            <a:lvl5pPr>
              <a:defRPr sz="2100" b="1">
                <a:solidFill>
                  <a:srgbClr val="064522"/>
                </a:solidFill>
              </a:defRPr>
            </a:lvl5pPr>
            <a:lvl6pPr>
              <a:defRPr sz="2100" b="1">
                <a:solidFill>
                  <a:srgbClr val="064522"/>
                </a:solidFill>
              </a:defRPr>
            </a:lvl6pPr>
            <a:lvl7pPr>
              <a:defRPr sz="2100" b="1">
                <a:solidFill>
                  <a:srgbClr val="064522"/>
                </a:solidFill>
              </a:defRPr>
            </a:lvl7pPr>
            <a:lvl8pPr>
              <a:defRPr sz="2100" b="1">
                <a:solidFill>
                  <a:srgbClr val="064522"/>
                </a:solidFill>
              </a:defRPr>
            </a:lvl8pPr>
            <a:lvl9pPr>
              <a:defRPr sz="2100" b="1">
                <a:solidFill>
                  <a:srgbClr val="064522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64522"/>
                </a:solidFill>
              </a:defRPr>
            </a:pPr>
            <a:r>
              <a:rPr sz="2100" b="1">
                <a:solidFill>
                  <a:srgbClr val="064522"/>
                </a:solidFill>
              </a:rPr>
              <a:t>›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C04BA15A-6C83-49C2-9776-DA27EF351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24050625"/>
            <a:ext cx="685800" cy="685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442A9"/>
          </a:solidFill>
          <a:ln xmlns:a="http://schemas.openxmlformats.org/drawingml/2006/main" w="9525">
            <a:solidFill>
              <a:srgbClr val="7442A9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D5DE3838-B1CB-4901-AD8B-646DE3D12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24203025"/>
            <a:ext cx="685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FFFEF7"/>
                </a:solidFill>
              </a:defRPr>
            </a:defPPr>
            <a:lvl1pPr>
              <a:defRPr sz="2175" b="1">
                <a:solidFill>
                  <a:srgbClr val="FFFEF7"/>
                </a:solidFill>
              </a:defRPr>
            </a:lvl1pPr>
            <a:lvl2pPr>
              <a:defRPr sz="2175" b="1">
                <a:solidFill>
                  <a:srgbClr val="FFFEF7"/>
                </a:solidFill>
              </a:defRPr>
            </a:lvl2pPr>
            <a:lvl3pPr>
              <a:defRPr sz="2175" b="1">
                <a:solidFill>
                  <a:srgbClr val="FFFEF7"/>
                </a:solidFill>
              </a:defRPr>
            </a:lvl3pPr>
            <a:lvl4pPr>
              <a:defRPr sz="2175" b="1">
                <a:solidFill>
                  <a:srgbClr val="FFFEF7"/>
                </a:solidFill>
              </a:defRPr>
            </a:lvl4pPr>
            <a:lvl5pPr>
              <a:defRPr sz="2175" b="1">
                <a:solidFill>
                  <a:srgbClr val="FFFEF7"/>
                </a:solidFill>
              </a:defRPr>
            </a:lvl5pPr>
            <a:lvl6pPr>
              <a:defRPr sz="2175" b="1">
                <a:solidFill>
                  <a:srgbClr val="FFFEF7"/>
                </a:solidFill>
              </a:defRPr>
            </a:lvl6pPr>
            <a:lvl7pPr>
              <a:defRPr sz="2175" b="1">
                <a:solidFill>
                  <a:srgbClr val="FFFEF7"/>
                </a:solidFill>
              </a:defRPr>
            </a:lvl7pPr>
            <a:lvl8pPr>
              <a:defRPr sz="2175" b="1">
                <a:solidFill>
                  <a:srgbClr val="FFFEF7"/>
                </a:solidFill>
              </a:defRPr>
            </a:lvl8pPr>
            <a:lvl9pPr>
              <a:defRPr sz="2175" b="1">
                <a:solidFill>
                  <a:srgbClr val="FFFEF7"/>
                </a:solidFill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FFFEF7"/>
                </a:solidFill>
              </a:defRPr>
            </a:pPr>
            <a:r>
              <a:rPr sz="2175" b="1">
                <a:solidFill>
                  <a:srgbClr val="FFFEF7"/>
                </a:solidFill>
              </a:rPr>
              <a:t>3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0CCB520F-4DCD-4765-91BE-58FE6FB54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53875" y="24907875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07381E"/>
                </a:solidFill>
              </a:defRPr>
            </a:defPPr>
            <a:lvl1pPr>
              <a:defRPr sz="1200" b="1">
                <a:solidFill>
                  <a:srgbClr val="07381E"/>
                </a:solidFill>
              </a:defRPr>
            </a:lvl1pPr>
            <a:lvl2pPr>
              <a:defRPr sz="1200" b="1">
                <a:solidFill>
                  <a:srgbClr val="07381E"/>
                </a:solidFill>
              </a:defRPr>
            </a:lvl2pPr>
            <a:lvl3pPr>
              <a:defRPr sz="1200" b="1">
                <a:solidFill>
                  <a:srgbClr val="07381E"/>
                </a:solidFill>
              </a:defRPr>
            </a:lvl3pPr>
            <a:lvl4pPr>
              <a:defRPr sz="1200" b="1">
                <a:solidFill>
                  <a:srgbClr val="07381E"/>
                </a:solidFill>
              </a:defRPr>
            </a:lvl4pPr>
            <a:lvl5pPr>
              <a:defRPr sz="1200" b="1">
                <a:solidFill>
                  <a:srgbClr val="07381E"/>
                </a:solidFill>
              </a:defRPr>
            </a:lvl5pPr>
            <a:lvl6pPr>
              <a:defRPr sz="1200" b="1">
                <a:solidFill>
                  <a:srgbClr val="07381E"/>
                </a:solidFill>
              </a:defRPr>
            </a:lvl6pPr>
            <a:lvl7pPr>
              <a:defRPr sz="1200" b="1">
                <a:solidFill>
                  <a:srgbClr val="07381E"/>
                </a:solidFill>
              </a:defRPr>
            </a:lvl7pPr>
            <a:lvl8pPr>
              <a:defRPr sz="1200" b="1">
                <a:solidFill>
                  <a:srgbClr val="07381E"/>
                </a:solidFill>
              </a:defRPr>
            </a:lvl8pPr>
            <a:lvl9pPr>
              <a:defRPr sz="1200" b="1">
                <a:solidFill>
                  <a:srgbClr val="07381E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7381E"/>
                </a:solidFill>
              </a:defRPr>
            </a:pPr>
            <a:r>
              <a:rPr sz="1200" b="1">
                <a:solidFill>
                  <a:srgbClr val="07381E"/>
                </a:solidFill>
              </a:rPr>
              <a:t>Check role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3A7D2B90-B7CE-41EF-9142-753E873C2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0700" y="24193500"/>
            <a:ext cx="333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64522"/>
                </a:solidFill>
              </a:defRPr>
            </a:defPPr>
            <a:lvl1pPr>
              <a:defRPr sz="2100" b="1">
                <a:solidFill>
                  <a:srgbClr val="064522"/>
                </a:solidFill>
              </a:defRPr>
            </a:lvl1pPr>
            <a:lvl2pPr>
              <a:defRPr sz="2100" b="1">
                <a:solidFill>
                  <a:srgbClr val="064522"/>
                </a:solidFill>
              </a:defRPr>
            </a:lvl2pPr>
            <a:lvl3pPr>
              <a:defRPr sz="2100" b="1">
                <a:solidFill>
                  <a:srgbClr val="064522"/>
                </a:solidFill>
              </a:defRPr>
            </a:lvl3pPr>
            <a:lvl4pPr>
              <a:defRPr sz="2100" b="1">
                <a:solidFill>
                  <a:srgbClr val="064522"/>
                </a:solidFill>
              </a:defRPr>
            </a:lvl4pPr>
            <a:lvl5pPr>
              <a:defRPr sz="2100" b="1">
                <a:solidFill>
                  <a:srgbClr val="064522"/>
                </a:solidFill>
              </a:defRPr>
            </a:lvl5pPr>
            <a:lvl6pPr>
              <a:defRPr sz="2100" b="1">
                <a:solidFill>
                  <a:srgbClr val="064522"/>
                </a:solidFill>
              </a:defRPr>
            </a:lvl6pPr>
            <a:lvl7pPr>
              <a:defRPr sz="2100" b="1">
                <a:solidFill>
                  <a:srgbClr val="064522"/>
                </a:solidFill>
              </a:defRPr>
            </a:lvl7pPr>
            <a:lvl8pPr>
              <a:defRPr sz="2100" b="1">
                <a:solidFill>
                  <a:srgbClr val="064522"/>
                </a:solidFill>
              </a:defRPr>
            </a:lvl8pPr>
            <a:lvl9pPr>
              <a:defRPr sz="2100" b="1">
                <a:solidFill>
                  <a:srgbClr val="064522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64522"/>
                </a:solidFill>
              </a:defRPr>
            </a:pPr>
            <a:r>
              <a:rPr sz="2100" b="1">
                <a:solidFill>
                  <a:srgbClr val="064522"/>
                </a:solidFill>
              </a:rPr>
              <a:t>›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9012AB1E-2BCA-4438-9AE9-D30B055C7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58875" y="24050625"/>
            <a:ext cx="685800" cy="685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A52C"/>
          </a:solidFill>
          <a:ln xmlns:a="http://schemas.openxmlformats.org/drawingml/2006/main" w="9525">
            <a:solidFill>
              <a:srgbClr val="D9A52C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C66E7F54-914E-4FC0-A326-1CB08B2B9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58875" y="24203025"/>
            <a:ext cx="685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FFFEF7"/>
                </a:solidFill>
              </a:defRPr>
            </a:defPPr>
            <a:lvl1pPr>
              <a:defRPr sz="2175" b="1">
                <a:solidFill>
                  <a:srgbClr val="FFFEF7"/>
                </a:solidFill>
              </a:defRPr>
            </a:lvl1pPr>
            <a:lvl2pPr>
              <a:defRPr sz="2175" b="1">
                <a:solidFill>
                  <a:srgbClr val="FFFEF7"/>
                </a:solidFill>
              </a:defRPr>
            </a:lvl2pPr>
            <a:lvl3pPr>
              <a:defRPr sz="2175" b="1">
                <a:solidFill>
                  <a:srgbClr val="FFFEF7"/>
                </a:solidFill>
              </a:defRPr>
            </a:lvl3pPr>
            <a:lvl4pPr>
              <a:defRPr sz="2175" b="1">
                <a:solidFill>
                  <a:srgbClr val="FFFEF7"/>
                </a:solidFill>
              </a:defRPr>
            </a:lvl4pPr>
            <a:lvl5pPr>
              <a:defRPr sz="2175" b="1">
                <a:solidFill>
                  <a:srgbClr val="FFFEF7"/>
                </a:solidFill>
              </a:defRPr>
            </a:lvl5pPr>
            <a:lvl6pPr>
              <a:defRPr sz="2175" b="1">
                <a:solidFill>
                  <a:srgbClr val="FFFEF7"/>
                </a:solidFill>
              </a:defRPr>
            </a:lvl6pPr>
            <a:lvl7pPr>
              <a:defRPr sz="2175" b="1">
                <a:solidFill>
                  <a:srgbClr val="FFFEF7"/>
                </a:solidFill>
              </a:defRPr>
            </a:lvl7pPr>
            <a:lvl8pPr>
              <a:defRPr sz="2175" b="1">
                <a:solidFill>
                  <a:srgbClr val="FFFEF7"/>
                </a:solidFill>
              </a:defRPr>
            </a:lvl8pPr>
            <a:lvl9pPr>
              <a:defRPr sz="2175" b="1">
                <a:solidFill>
                  <a:srgbClr val="FFFEF7"/>
                </a:solidFill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FFFEF7"/>
                </a:solidFill>
              </a:defRPr>
            </a:pPr>
            <a:r>
              <a:rPr sz="2175" b="1">
                <a:solidFill>
                  <a:srgbClr val="FFFEF7"/>
                </a:solidFill>
              </a:rPr>
              <a:t>4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802844D5-4833-484D-8F4A-26F66ACC7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24907875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07381E"/>
                </a:solidFill>
              </a:defRPr>
            </a:defPPr>
            <a:lvl1pPr>
              <a:defRPr sz="1200" b="1">
                <a:solidFill>
                  <a:srgbClr val="07381E"/>
                </a:solidFill>
              </a:defRPr>
            </a:lvl1pPr>
            <a:lvl2pPr>
              <a:defRPr sz="1200" b="1">
                <a:solidFill>
                  <a:srgbClr val="07381E"/>
                </a:solidFill>
              </a:defRPr>
            </a:lvl2pPr>
            <a:lvl3pPr>
              <a:defRPr sz="1200" b="1">
                <a:solidFill>
                  <a:srgbClr val="07381E"/>
                </a:solidFill>
              </a:defRPr>
            </a:lvl3pPr>
            <a:lvl4pPr>
              <a:defRPr sz="1200" b="1">
                <a:solidFill>
                  <a:srgbClr val="07381E"/>
                </a:solidFill>
              </a:defRPr>
            </a:lvl4pPr>
            <a:lvl5pPr>
              <a:defRPr sz="1200" b="1">
                <a:solidFill>
                  <a:srgbClr val="07381E"/>
                </a:solidFill>
              </a:defRPr>
            </a:lvl5pPr>
            <a:lvl6pPr>
              <a:defRPr sz="1200" b="1">
                <a:solidFill>
                  <a:srgbClr val="07381E"/>
                </a:solidFill>
              </a:defRPr>
            </a:lvl6pPr>
            <a:lvl7pPr>
              <a:defRPr sz="1200" b="1">
                <a:solidFill>
                  <a:srgbClr val="07381E"/>
                </a:solidFill>
              </a:defRPr>
            </a:lvl7pPr>
            <a:lvl8pPr>
              <a:defRPr sz="1200" b="1">
                <a:solidFill>
                  <a:srgbClr val="07381E"/>
                </a:solidFill>
              </a:defRPr>
            </a:lvl8pPr>
            <a:lvl9pPr>
              <a:defRPr sz="1200" b="1">
                <a:solidFill>
                  <a:srgbClr val="07381E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7381E"/>
                </a:solidFill>
              </a:defRPr>
            </a:pPr>
            <a:r>
              <a:rPr sz="1200" b="1">
                <a:solidFill>
                  <a:srgbClr val="07381E"/>
                </a:solidFill>
              </a:rPr>
              <a:t>Allow action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5D1FD990-8799-4551-B802-3326F73BF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5669875"/>
            <a:ext cx="6667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55715C"/>
                </a:solidFill>
              </a:defRPr>
            </a:defPPr>
            <a:lvl1pPr>
              <a:defRPr sz="1500" b="0">
                <a:solidFill>
                  <a:srgbClr val="55715C"/>
                </a:solidFill>
              </a:defRPr>
            </a:lvl1pPr>
            <a:lvl2pPr>
              <a:defRPr sz="1500" b="0">
                <a:solidFill>
                  <a:srgbClr val="55715C"/>
                </a:solidFill>
              </a:defRPr>
            </a:lvl2pPr>
            <a:lvl3pPr>
              <a:defRPr sz="1500" b="0">
                <a:solidFill>
                  <a:srgbClr val="55715C"/>
                </a:solidFill>
              </a:defRPr>
            </a:lvl3pPr>
            <a:lvl4pPr>
              <a:defRPr sz="1500" b="0">
                <a:solidFill>
                  <a:srgbClr val="55715C"/>
                </a:solidFill>
              </a:defRPr>
            </a:lvl4pPr>
            <a:lvl5pPr>
              <a:defRPr sz="1500" b="0">
                <a:solidFill>
                  <a:srgbClr val="55715C"/>
                </a:solidFill>
              </a:defRPr>
            </a:lvl5pPr>
            <a:lvl6pPr>
              <a:defRPr sz="1500" b="0">
                <a:solidFill>
                  <a:srgbClr val="55715C"/>
                </a:solidFill>
              </a:defRPr>
            </a:lvl6pPr>
            <a:lvl7pPr>
              <a:defRPr sz="1500" b="0">
                <a:solidFill>
                  <a:srgbClr val="55715C"/>
                </a:solidFill>
              </a:defRPr>
            </a:lvl7pPr>
            <a:lvl8pPr>
              <a:defRPr sz="1500" b="0">
                <a:solidFill>
                  <a:srgbClr val="55715C"/>
                </a:solidFill>
              </a:defRPr>
            </a:lvl8pPr>
            <a:lvl9pPr>
              <a:defRPr sz="1500" b="0">
                <a:solidFill>
                  <a:srgbClr val="55715C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5715C"/>
                </a:solidFill>
              </a:defRPr>
            </a:pPr>
            <a:r>
              <a:rPr sz="1500" b="0">
                <a:solidFill>
                  <a:srgbClr val="55715C"/>
                </a:solidFill>
              </a:rPr>
              <a:t>Permissions limit each user to their authorized scope. Administrator access, account verification, anonymous concerns, and identity reveals have controlled and auditable handling.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EAFF6D95-2A13-478B-BD75-1D5024564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908375"/>
            <a:ext cx="152781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064522"/>
          </a:solidFill>
          <a:ln xmlns:a="http://schemas.openxmlformats.org/drawingml/2006/main" w="9525">
            <a:solidFill>
              <a:srgbClr val="064522"/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BF9822AF-B95C-4ED0-AED1-F602B2161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165550"/>
            <a:ext cx="1447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FFFEF7"/>
                </a:solidFill>
              </a:defRPr>
            </a:defPPr>
            <a:lvl1pPr>
              <a:defRPr sz="1875" b="1">
                <a:solidFill>
                  <a:srgbClr val="FFFEF7"/>
                </a:solidFill>
              </a:defRPr>
            </a:lvl1pPr>
            <a:lvl2pPr>
              <a:defRPr sz="1875" b="1">
                <a:solidFill>
                  <a:srgbClr val="FFFEF7"/>
                </a:solidFill>
              </a:defRPr>
            </a:lvl2pPr>
            <a:lvl3pPr>
              <a:defRPr sz="1875" b="1">
                <a:solidFill>
                  <a:srgbClr val="FFFEF7"/>
                </a:solidFill>
              </a:defRPr>
            </a:lvl3pPr>
            <a:lvl4pPr>
              <a:defRPr sz="1875" b="1">
                <a:solidFill>
                  <a:srgbClr val="FFFEF7"/>
                </a:solidFill>
              </a:defRPr>
            </a:lvl4pPr>
            <a:lvl5pPr>
              <a:defRPr sz="1875" b="1">
                <a:solidFill>
                  <a:srgbClr val="FFFEF7"/>
                </a:solidFill>
              </a:defRPr>
            </a:lvl5pPr>
            <a:lvl6pPr>
              <a:defRPr sz="1875" b="1">
                <a:solidFill>
                  <a:srgbClr val="FFFEF7"/>
                </a:solidFill>
              </a:defRPr>
            </a:lvl6pPr>
            <a:lvl7pPr>
              <a:defRPr sz="1875" b="1">
                <a:solidFill>
                  <a:srgbClr val="FFFEF7"/>
                </a:solidFill>
              </a:defRPr>
            </a:lvl7pPr>
            <a:lvl8pPr>
              <a:defRPr sz="1875" b="1">
                <a:solidFill>
                  <a:srgbClr val="FFFEF7"/>
                </a:solidFill>
              </a:defRPr>
            </a:lvl8pPr>
            <a:lvl9pPr>
              <a:defRPr sz="1875" b="1">
                <a:solidFill>
                  <a:srgbClr val="FFFEF7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FFFEF7"/>
                </a:solidFill>
              </a:defRPr>
            </a:pPr>
            <a:r>
              <a:rPr sz="1875" b="1">
                <a:solidFill>
                  <a:srgbClr val="FFFEF7"/>
                </a:solidFill>
              </a:rPr>
              <a:t>DEVELOPMENT METHODOLOGY AND USER ROLES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2AA7AB28-6189-4E11-9E32-9F8C874AA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146625"/>
            <a:ext cx="1527810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FFFEF7"/>
          </a:solidFill>
          <a:ln xmlns:a="http://schemas.openxmlformats.org/drawingml/2006/main" w="9525">
            <a:solidFill>
              <a:srgbClr val="B6D0B9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803F92CD-674D-4BB8-A87C-F54CB45EA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765750"/>
            <a:ext cx="685800" cy="685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64522"/>
          </a:solidFill>
          <a:ln xmlns:a="http://schemas.openxmlformats.org/drawingml/2006/main" w="9525">
            <a:solidFill>
              <a:srgbClr val="064522"/>
            </a:solidFill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96EE95C1-0E70-4954-ADE8-3C2181E87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918150"/>
            <a:ext cx="685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FFFEF7"/>
                </a:solidFill>
              </a:defRPr>
            </a:defPPr>
            <a:lvl1pPr>
              <a:defRPr sz="2175" b="1">
                <a:solidFill>
                  <a:srgbClr val="FFFEF7"/>
                </a:solidFill>
              </a:defRPr>
            </a:lvl1pPr>
            <a:lvl2pPr>
              <a:defRPr sz="2175" b="1">
                <a:solidFill>
                  <a:srgbClr val="FFFEF7"/>
                </a:solidFill>
              </a:defRPr>
            </a:lvl2pPr>
            <a:lvl3pPr>
              <a:defRPr sz="2175" b="1">
                <a:solidFill>
                  <a:srgbClr val="FFFEF7"/>
                </a:solidFill>
              </a:defRPr>
            </a:lvl3pPr>
            <a:lvl4pPr>
              <a:defRPr sz="2175" b="1">
                <a:solidFill>
                  <a:srgbClr val="FFFEF7"/>
                </a:solidFill>
              </a:defRPr>
            </a:lvl4pPr>
            <a:lvl5pPr>
              <a:defRPr sz="2175" b="1">
                <a:solidFill>
                  <a:srgbClr val="FFFEF7"/>
                </a:solidFill>
              </a:defRPr>
            </a:lvl5pPr>
            <a:lvl6pPr>
              <a:defRPr sz="2175" b="1">
                <a:solidFill>
                  <a:srgbClr val="FFFEF7"/>
                </a:solidFill>
              </a:defRPr>
            </a:lvl6pPr>
            <a:lvl7pPr>
              <a:defRPr sz="2175" b="1">
                <a:solidFill>
                  <a:srgbClr val="FFFEF7"/>
                </a:solidFill>
              </a:defRPr>
            </a:lvl7pPr>
            <a:lvl8pPr>
              <a:defRPr sz="2175" b="1">
                <a:solidFill>
                  <a:srgbClr val="FFFEF7"/>
                </a:solidFill>
              </a:defRPr>
            </a:lvl8pPr>
            <a:lvl9pPr>
              <a:defRPr sz="2175" b="1">
                <a:solidFill>
                  <a:srgbClr val="FFFEF7"/>
                </a:solidFill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FFFEF7"/>
                </a:solidFill>
              </a:defRPr>
            </a:pPr>
            <a:r>
              <a:rPr sz="2175" b="1">
                <a:solidFill>
                  <a:srgbClr val="FFFEF7"/>
                </a:solidFill>
              </a:rPr>
              <a:t>1</a:t>
            </a:r>
          </a:p>
        </p:txBody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6DE0227B-498E-4EA1-9FB9-19165C23E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670625"/>
            <a:ext cx="1285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07381E"/>
                </a:solidFill>
              </a:defRPr>
            </a:defPPr>
            <a:lvl1pPr>
              <a:defRPr sz="1425" b="1">
                <a:solidFill>
                  <a:srgbClr val="07381E"/>
                </a:solidFill>
              </a:defRPr>
            </a:lvl1pPr>
            <a:lvl2pPr>
              <a:defRPr sz="1425" b="1">
                <a:solidFill>
                  <a:srgbClr val="07381E"/>
                </a:solidFill>
              </a:defRPr>
            </a:lvl2pPr>
            <a:lvl3pPr>
              <a:defRPr sz="1425" b="1">
                <a:solidFill>
                  <a:srgbClr val="07381E"/>
                </a:solidFill>
              </a:defRPr>
            </a:lvl3pPr>
            <a:lvl4pPr>
              <a:defRPr sz="1425" b="1">
                <a:solidFill>
                  <a:srgbClr val="07381E"/>
                </a:solidFill>
              </a:defRPr>
            </a:lvl4pPr>
            <a:lvl5pPr>
              <a:defRPr sz="1425" b="1">
                <a:solidFill>
                  <a:srgbClr val="07381E"/>
                </a:solidFill>
              </a:defRPr>
            </a:lvl5pPr>
            <a:lvl6pPr>
              <a:defRPr sz="1425" b="1">
                <a:solidFill>
                  <a:srgbClr val="07381E"/>
                </a:solidFill>
              </a:defRPr>
            </a:lvl6pPr>
            <a:lvl7pPr>
              <a:defRPr sz="1425" b="1">
                <a:solidFill>
                  <a:srgbClr val="07381E"/>
                </a:solidFill>
              </a:defRPr>
            </a:lvl7pPr>
            <a:lvl8pPr>
              <a:defRPr sz="1425" b="1">
                <a:solidFill>
                  <a:srgbClr val="07381E"/>
                </a:solidFill>
              </a:defRPr>
            </a:lvl8pPr>
            <a:lvl9pPr>
              <a:defRPr sz="1425" b="1">
                <a:solidFill>
                  <a:srgbClr val="07381E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07381E"/>
                </a:solidFill>
              </a:defRPr>
            </a:pPr>
            <a:r>
              <a:rPr sz="1425" b="1">
                <a:solidFill>
                  <a:srgbClr val="07381E"/>
                </a:solidFill>
              </a:rPr>
              <a:t>Discover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86ECDDDD-7EBD-4BD5-90FE-767F9AC7E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984950"/>
            <a:ext cx="1952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5715C"/>
                </a:solidFill>
              </a:defRPr>
            </a:defPPr>
            <a:lvl1pPr>
              <a:defRPr sz="1200" b="0">
                <a:solidFill>
                  <a:srgbClr val="55715C"/>
                </a:solidFill>
              </a:defRPr>
            </a:lvl1pPr>
            <a:lvl2pPr>
              <a:defRPr sz="1200" b="0">
                <a:solidFill>
                  <a:srgbClr val="55715C"/>
                </a:solidFill>
              </a:defRPr>
            </a:lvl2pPr>
            <a:lvl3pPr>
              <a:defRPr sz="1200" b="0">
                <a:solidFill>
                  <a:srgbClr val="55715C"/>
                </a:solidFill>
              </a:defRPr>
            </a:lvl3pPr>
            <a:lvl4pPr>
              <a:defRPr sz="1200" b="0">
                <a:solidFill>
                  <a:srgbClr val="55715C"/>
                </a:solidFill>
              </a:defRPr>
            </a:lvl4pPr>
            <a:lvl5pPr>
              <a:defRPr sz="1200" b="0">
                <a:solidFill>
                  <a:srgbClr val="55715C"/>
                </a:solidFill>
              </a:defRPr>
            </a:lvl5pPr>
            <a:lvl6pPr>
              <a:defRPr sz="1200" b="0">
                <a:solidFill>
                  <a:srgbClr val="55715C"/>
                </a:solidFill>
              </a:defRPr>
            </a:lvl6pPr>
            <a:lvl7pPr>
              <a:defRPr sz="1200" b="0">
                <a:solidFill>
                  <a:srgbClr val="55715C"/>
                </a:solidFill>
              </a:defRPr>
            </a:lvl7pPr>
            <a:lvl8pPr>
              <a:defRPr sz="1200" b="0">
                <a:solidFill>
                  <a:srgbClr val="55715C"/>
                </a:solidFill>
              </a:defRPr>
            </a:lvl8pPr>
            <a:lvl9pPr>
              <a:defRPr sz="1200" b="0">
                <a:solidFill>
                  <a:srgbClr val="55715C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5715C"/>
                </a:solidFill>
              </a:defRPr>
            </a:pPr>
            <a:r>
              <a:rPr sz="1200" b="0">
                <a:solidFill>
                  <a:srgbClr val="55715C"/>
                </a:solidFill>
              </a:rPr>
              <a:t>Map council workflows</a:t>
            </a:r>
          </a:p>
        </p:txBody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33BBD480-3330-48E0-9FFB-FAAE1E83C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0889575"/>
            <a:ext cx="333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064522"/>
                </a:solidFill>
              </a:defRPr>
            </a:defPPr>
            <a:lvl1pPr>
              <a:defRPr sz="1950" b="1">
                <a:solidFill>
                  <a:srgbClr val="064522"/>
                </a:solidFill>
              </a:defRPr>
            </a:lvl1pPr>
            <a:lvl2pPr>
              <a:defRPr sz="1950" b="1">
                <a:solidFill>
                  <a:srgbClr val="064522"/>
                </a:solidFill>
              </a:defRPr>
            </a:lvl2pPr>
            <a:lvl3pPr>
              <a:defRPr sz="1950" b="1">
                <a:solidFill>
                  <a:srgbClr val="064522"/>
                </a:solidFill>
              </a:defRPr>
            </a:lvl3pPr>
            <a:lvl4pPr>
              <a:defRPr sz="1950" b="1">
                <a:solidFill>
                  <a:srgbClr val="064522"/>
                </a:solidFill>
              </a:defRPr>
            </a:lvl4pPr>
            <a:lvl5pPr>
              <a:defRPr sz="1950" b="1">
                <a:solidFill>
                  <a:srgbClr val="064522"/>
                </a:solidFill>
              </a:defRPr>
            </a:lvl5pPr>
            <a:lvl6pPr>
              <a:defRPr sz="1950" b="1">
                <a:solidFill>
                  <a:srgbClr val="064522"/>
                </a:solidFill>
              </a:defRPr>
            </a:lvl6pPr>
            <a:lvl7pPr>
              <a:defRPr sz="1950" b="1">
                <a:solidFill>
                  <a:srgbClr val="064522"/>
                </a:solidFill>
              </a:defRPr>
            </a:lvl7pPr>
            <a:lvl8pPr>
              <a:defRPr sz="1950" b="1">
                <a:solidFill>
                  <a:srgbClr val="064522"/>
                </a:solidFill>
              </a:defRPr>
            </a:lvl8pPr>
            <a:lvl9pPr>
              <a:defRPr sz="1950" b="1">
                <a:solidFill>
                  <a:srgbClr val="064522"/>
                </a:solidFill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64522"/>
                </a:solidFill>
              </a:defRPr>
            </a:pPr>
            <a:r>
              <a:rPr sz="1950" b="1">
                <a:solidFill>
                  <a:srgbClr val="064522"/>
                </a:solidFill>
              </a:rPr>
              <a:t>›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53835738-4D83-4EAE-A792-D32258FD9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30765750"/>
            <a:ext cx="685800" cy="685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6130"/>
          </a:solidFill>
          <a:ln xmlns:a="http://schemas.openxmlformats.org/drawingml/2006/main" w="9525">
            <a:solidFill>
              <a:srgbClr val="0A6130"/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06781C4F-9721-46AC-AFBA-B00C7F0F5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30918150"/>
            <a:ext cx="685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FFFEF7"/>
                </a:solidFill>
              </a:defRPr>
            </a:defPPr>
            <a:lvl1pPr>
              <a:defRPr sz="2175" b="1">
                <a:solidFill>
                  <a:srgbClr val="FFFEF7"/>
                </a:solidFill>
              </a:defRPr>
            </a:lvl1pPr>
            <a:lvl2pPr>
              <a:defRPr sz="2175" b="1">
                <a:solidFill>
                  <a:srgbClr val="FFFEF7"/>
                </a:solidFill>
              </a:defRPr>
            </a:lvl2pPr>
            <a:lvl3pPr>
              <a:defRPr sz="2175" b="1">
                <a:solidFill>
                  <a:srgbClr val="FFFEF7"/>
                </a:solidFill>
              </a:defRPr>
            </a:lvl3pPr>
            <a:lvl4pPr>
              <a:defRPr sz="2175" b="1">
                <a:solidFill>
                  <a:srgbClr val="FFFEF7"/>
                </a:solidFill>
              </a:defRPr>
            </a:lvl4pPr>
            <a:lvl5pPr>
              <a:defRPr sz="2175" b="1">
                <a:solidFill>
                  <a:srgbClr val="FFFEF7"/>
                </a:solidFill>
              </a:defRPr>
            </a:lvl5pPr>
            <a:lvl6pPr>
              <a:defRPr sz="2175" b="1">
                <a:solidFill>
                  <a:srgbClr val="FFFEF7"/>
                </a:solidFill>
              </a:defRPr>
            </a:lvl6pPr>
            <a:lvl7pPr>
              <a:defRPr sz="2175" b="1">
                <a:solidFill>
                  <a:srgbClr val="FFFEF7"/>
                </a:solidFill>
              </a:defRPr>
            </a:lvl7pPr>
            <a:lvl8pPr>
              <a:defRPr sz="2175" b="1">
                <a:solidFill>
                  <a:srgbClr val="FFFEF7"/>
                </a:solidFill>
              </a:defRPr>
            </a:lvl8pPr>
            <a:lvl9pPr>
              <a:defRPr sz="2175" b="1">
                <a:solidFill>
                  <a:srgbClr val="FFFEF7"/>
                </a:solidFill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FFFEF7"/>
                </a:solidFill>
              </a:defRPr>
            </a:pPr>
            <a:r>
              <a:rPr sz="2175" b="1">
                <a:solidFill>
                  <a:srgbClr val="FFFEF7"/>
                </a:solidFill>
              </a:rPr>
              <a:t>2</a:t>
            </a:r>
          </a:p>
        </p:txBody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BA458629-1C36-47AA-90D9-0B94C35F7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1670625"/>
            <a:ext cx="1285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07381E"/>
                </a:solidFill>
              </a:defRPr>
            </a:defPPr>
            <a:lvl1pPr>
              <a:defRPr sz="1425" b="1">
                <a:solidFill>
                  <a:srgbClr val="07381E"/>
                </a:solidFill>
              </a:defRPr>
            </a:lvl1pPr>
            <a:lvl2pPr>
              <a:defRPr sz="1425" b="1">
                <a:solidFill>
                  <a:srgbClr val="07381E"/>
                </a:solidFill>
              </a:defRPr>
            </a:lvl2pPr>
            <a:lvl3pPr>
              <a:defRPr sz="1425" b="1">
                <a:solidFill>
                  <a:srgbClr val="07381E"/>
                </a:solidFill>
              </a:defRPr>
            </a:lvl3pPr>
            <a:lvl4pPr>
              <a:defRPr sz="1425" b="1">
                <a:solidFill>
                  <a:srgbClr val="07381E"/>
                </a:solidFill>
              </a:defRPr>
            </a:lvl4pPr>
            <a:lvl5pPr>
              <a:defRPr sz="1425" b="1">
                <a:solidFill>
                  <a:srgbClr val="07381E"/>
                </a:solidFill>
              </a:defRPr>
            </a:lvl5pPr>
            <a:lvl6pPr>
              <a:defRPr sz="1425" b="1">
                <a:solidFill>
                  <a:srgbClr val="07381E"/>
                </a:solidFill>
              </a:defRPr>
            </a:lvl6pPr>
            <a:lvl7pPr>
              <a:defRPr sz="1425" b="1">
                <a:solidFill>
                  <a:srgbClr val="07381E"/>
                </a:solidFill>
              </a:defRPr>
            </a:lvl7pPr>
            <a:lvl8pPr>
              <a:defRPr sz="1425" b="1">
                <a:solidFill>
                  <a:srgbClr val="07381E"/>
                </a:solidFill>
              </a:defRPr>
            </a:lvl8pPr>
            <a:lvl9pPr>
              <a:defRPr sz="1425" b="1">
                <a:solidFill>
                  <a:srgbClr val="07381E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07381E"/>
                </a:solidFill>
              </a:defRPr>
            </a:pPr>
            <a:r>
              <a:rPr sz="1425" b="1">
                <a:solidFill>
                  <a:srgbClr val="07381E"/>
                </a:solidFill>
              </a:rPr>
              <a:t>Design</a:t>
            </a:r>
          </a:p>
        </p:txBody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F324544F-AF76-4E1D-8FBA-BAA6B13D0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31984950"/>
            <a:ext cx="1952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5715C"/>
                </a:solidFill>
              </a:defRPr>
            </a:defPPr>
            <a:lvl1pPr>
              <a:defRPr sz="1200" b="0">
                <a:solidFill>
                  <a:srgbClr val="55715C"/>
                </a:solidFill>
              </a:defRPr>
            </a:lvl1pPr>
            <a:lvl2pPr>
              <a:defRPr sz="1200" b="0">
                <a:solidFill>
                  <a:srgbClr val="55715C"/>
                </a:solidFill>
              </a:defRPr>
            </a:lvl2pPr>
            <a:lvl3pPr>
              <a:defRPr sz="1200" b="0">
                <a:solidFill>
                  <a:srgbClr val="55715C"/>
                </a:solidFill>
              </a:defRPr>
            </a:lvl3pPr>
            <a:lvl4pPr>
              <a:defRPr sz="1200" b="0">
                <a:solidFill>
                  <a:srgbClr val="55715C"/>
                </a:solidFill>
              </a:defRPr>
            </a:lvl4pPr>
            <a:lvl5pPr>
              <a:defRPr sz="1200" b="0">
                <a:solidFill>
                  <a:srgbClr val="55715C"/>
                </a:solidFill>
              </a:defRPr>
            </a:lvl5pPr>
            <a:lvl6pPr>
              <a:defRPr sz="1200" b="0">
                <a:solidFill>
                  <a:srgbClr val="55715C"/>
                </a:solidFill>
              </a:defRPr>
            </a:lvl6pPr>
            <a:lvl7pPr>
              <a:defRPr sz="1200" b="0">
                <a:solidFill>
                  <a:srgbClr val="55715C"/>
                </a:solidFill>
              </a:defRPr>
            </a:lvl7pPr>
            <a:lvl8pPr>
              <a:defRPr sz="1200" b="0">
                <a:solidFill>
                  <a:srgbClr val="55715C"/>
                </a:solidFill>
              </a:defRPr>
            </a:lvl8pPr>
            <a:lvl9pPr>
              <a:defRPr sz="1200" b="0">
                <a:solidFill>
                  <a:srgbClr val="55715C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5715C"/>
                </a:solidFill>
              </a:defRPr>
            </a:pPr>
            <a:r>
              <a:rPr sz="1200" b="0">
                <a:solidFill>
                  <a:srgbClr val="55715C"/>
                </a:solidFill>
              </a:rPr>
              <a:t>Define modules and roles</a:t>
            </a:r>
          </a:p>
        </p:txBody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7D59EE44-6808-4BAA-A8A3-CB9D978E2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0889575"/>
            <a:ext cx="333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064522"/>
                </a:solidFill>
              </a:defRPr>
            </a:defPPr>
            <a:lvl1pPr>
              <a:defRPr sz="1950" b="1">
                <a:solidFill>
                  <a:srgbClr val="064522"/>
                </a:solidFill>
              </a:defRPr>
            </a:lvl1pPr>
            <a:lvl2pPr>
              <a:defRPr sz="1950" b="1">
                <a:solidFill>
                  <a:srgbClr val="064522"/>
                </a:solidFill>
              </a:defRPr>
            </a:lvl2pPr>
            <a:lvl3pPr>
              <a:defRPr sz="1950" b="1">
                <a:solidFill>
                  <a:srgbClr val="064522"/>
                </a:solidFill>
              </a:defRPr>
            </a:lvl3pPr>
            <a:lvl4pPr>
              <a:defRPr sz="1950" b="1">
                <a:solidFill>
                  <a:srgbClr val="064522"/>
                </a:solidFill>
              </a:defRPr>
            </a:lvl4pPr>
            <a:lvl5pPr>
              <a:defRPr sz="1950" b="1">
                <a:solidFill>
                  <a:srgbClr val="064522"/>
                </a:solidFill>
              </a:defRPr>
            </a:lvl5pPr>
            <a:lvl6pPr>
              <a:defRPr sz="1950" b="1">
                <a:solidFill>
                  <a:srgbClr val="064522"/>
                </a:solidFill>
              </a:defRPr>
            </a:lvl6pPr>
            <a:lvl7pPr>
              <a:defRPr sz="1950" b="1">
                <a:solidFill>
                  <a:srgbClr val="064522"/>
                </a:solidFill>
              </a:defRPr>
            </a:lvl7pPr>
            <a:lvl8pPr>
              <a:defRPr sz="1950" b="1">
                <a:solidFill>
                  <a:srgbClr val="064522"/>
                </a:solidFill>
              </a:defRPr>
            </a:lvl8pPr>
            <a:lvl9pPr>
              <a:defRPr sz="1950" b="1">
                <a:solidFill>
                  <a:srgbClr val="064522"/>
                </a:solidFill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64522"/>
                </a:solidFill>
              </a:defRPr>
            </a:pPr>
            <a:r>
              <a:rPr sz="1950" b="1">
                <a:solidFill>
                  <a:srgbClr val="064522"/>
                </a:solidFill>
              </a:rPr>
              <a:t>›</a:t>
            </a:r>
          </a:p>
        </p:txBody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8D1E040D-A47A-48A3-BBCC-CE6DE25B8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0765750"/>
            <a:ext cx="685800" cy="685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442A9"/>
          </a:solidFill>
          <a:ln xmlns:a="http://schemas.openxmlformats.org/drawingml/2006/main" w="9525">
            <a:solidFill>
              <a:srgbClr val="7442A9"/>
            </a:solidFill>
            <a:prstDash val="solid"/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1E1AFC15-FC7E-449F-A84D-B336BFAC8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0918150"/>
            <a:ext cx="685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FFFEF7"/>
                </a:solidFill>
              </a:defRPr>
            </a:defPPr>
            <a:lvl1pPr>
              <a:defRPr sz="2175" b="1">
                <a:solidFill>
                  <a:srgbClr val="FFFEF7"/>
                </a:solidFill>
              </a:defRPr>
            </a:lvl1pPr>
            <a:lvl2pPr>
              <a:defRPr sz="2175" b="1">
                <a:solidFill>
                  <a:srgbClr val="FFFEF7"/>
                </a:solidFill>
              </a:defRPr>
            </a:lvl2pPr>
            <a:lvl3pPr>
              <a:defRPr sz="2175" b="1">
                <a:solidFill>
                  <a:srgbClr val="FFFEF7"/>
                </a:solidFill>
              </a:defRPr>
            </a:lvl3pPr>
            <a:lvl4pPr>
              <a:defRPr sz="2175" b="1">
                <a:solidFill>
                  <a:srgbClr val="FFFEF7"/>
                </a:solidFill>
              </a:defRPr>
            </a:lvl4pPr>
            <a:lvl5pPr>
              <a:defRPr sz="2175" b="1">
                <a:solidFill>
                  <a:srgbClr val="FFFEF7"/>
                </a:solidFill>
              </a:defRPr>
            </a:lvl5pPr>
            <a:lvl6pPr>
              <a:defRPr sz="2175" b="1">
                <a:solidFill>
                  <a:srgbClr val="FFFEF7"/>
                </a:solidFill>
              </a:defRPr>
            </a:lvl6pPr>
            <a:lvl7pPr>
              <a:defRPr sz="2175" b="1">
                <a:solidFill>
                  <a:srgbClr val="FFFEF7"/>
                </a:solidFill>
              </a:defRPr>
            </a:lvl7pPr>
            <a:lvl8pPr>
              <a:defRPr sz="2175" b="1">
                <a:solidFill>
                  <a:srgbClr val="FFFEF7"/>
                </a:solidFill>
              </a:defRPr>
            </a:lvl8pPr>
            <a:lvl9pPr>
              <a:defRPr sz="2175" b="1">
                <a:solidFill>
                  <a:srgbClr val="FFFEF7"/>
                </a:solidFill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FFFEF7"/>
                </a:solidFill>
              </a:defRPr>
            </a:pPr>
            <a:r>
              <a:rPr sz="2175" b="1">
                <a:solidFill>
                  <a:srgbClr val="FFFEF7"/>
                </a:solidFill>
              </a:rPr>
              <a:t>3</a:t>
            </a:r>
          </a:p>
        </p:txBody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9C24EEBA-7EB4-4D77-8010-48558A7FC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670625"/>
            <a:ext cx="1285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07381E"/>
                </a:solidFill>
              </a:defRPr>
            </a:defPPr>
            <a:lvl1pPr>
              <a:defRPr sz="1425" b="1">
                <a:solidFill>
                  <a:srgbClr val="07381E"/>
                </a:solidFill>
              </a:defRPr>
            </a:lvl1pPr>
            <a:lvl2pPr>
              <a:defRPr sz="1425" b="1">
                <a:solidFill>
                  <a:srgbClr val="07381E"/>
                </a:solidFill>
              </a:defRPr>
            </a:lvl2pPr>
            <a:lvl3pPr>
              <a:defRPr sz="1425" b="1">
                <a:solidFill>
                  <a:srgbClr val="07381E"/>
                </a:solidFill>
              </a:defRPr>
            </a:lvl3pPr>
            <a:lvl4pPr>
              <a:defRPr sz="1425" b="1">
                <a:solidFill>
                  <a:srgbClr val="07381E"/>
                </a:solidFill>
              </a:defRPr>
            </a:lvl4pPr>
            <a:lvl5pPr>
              <a:defRPr sz="1425" b="1">
                <a:solidFill>
                  <a:srgbClr val="07381E"/>
                </a:solidFill>
              </a:defRPr>
            </a:lvl5pPr>
            <a:lvl6pPr>
              <a:defRPr sz="1425" b="1">
                <a:solidFill>
                  <a:srgbClr val="07381E"/>
                </a:solidFill>
              </a:defRPr>
            </a:lvl6pPr>
            <a:lvl7pPr>
              <a:defRPr sz="1425" b="1">
                <a:solidFill>
                  <a:srgbClr val="07381E"/>
                </a:solidFill>
              </a:defRPr>
            </a:lvl7pPr>
            <a:lvl8pPr>
              <a:defRPr sz="1425" b="1">
                <a:solidFill>
                  <a:srgbClr val="07381E"/>
                </a:solidFill>
              </a:defRPr>
            </a:lvl8pPr>
            <a:lvl9pPr>
              <a:defRPr sz="1425" b="1">
                <a:solidFill>
                  <a:srgbClr val="07381E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07381E"/>
                </a:solidFill>
              </a:defRPr>
            </a:pPr>
            <a:r>
              <a:rPr sz="1425" b="1">
                <a:solidFill>
                  <a:srgbClr val="07381E"/>
                </a:solidFill>
              </a:rPr>
              <a:t>Build</a:t>
            </a:r>
          </a:p>
        </p:txBody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24849B86-94AB-4166-B4FF-0C23413CF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1984950"/>
            <a:ext cx="1952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5715C"/>
                </a:solidFill>
              </a:defRPr>
            </a:defPPr>
            <a:lvl1pPr>
              <a:defRPr sz="1200" b="0">
                <a:solidFill>
                  <a:srgbClr val="55715C"/>
                </a:solidFill>
              </a:defRPr>
            </a:lvl1pPr>
            <a:lvl2pPr>
              <a:defRPr sz="1200" b="0">
                <a:solidFill>
                  <a:srgbClr val="55715C"/>
                </a:solidFill>
              </a:defRPr>
            </a:lvl2pPr>
            <a:lvl3pPr>
              <a:defRPr sz="1200" b="0">
                <a:solidFill>
                  <a:srgbClr val="55715C"/>
                </a:solidFill>
              </a:defRPr>
            </a:lvl3pPr>
            <a:lvl4pPr>
              <a:defRPr sz="1200" b="0">
                <a:solidFill>
                  <a:srgbClr val="55715C"/>
                </a:solidFill>
              </a:defRPr>
            </a:lvl4pPr>
            <a:lvl5pPr>
              <a:defRPr sz="1200" b="0">
                <a:solidFill>
                  <a:srgbClr val="55715C"/>
                </a:solidFill>
              </a:defRPr>
            </a:lvl5pPr>
            <a:lvl6pPr>
              <a:defRPr sz="1200" b="0">
                <a:solidFill>
                  <a:srgbClr val="55715C"/>
                </a:solidFill>
              </a:defRPr>
            </a:lvl6pPr>
            <a:lvl7pPr>
              <a:defRPr sz="1200" b="0">
                <a:solidFill>
                  <a:srgbClr val="55715C"/>
                </a:solidFill>
              </a:defRPr>
            </a:lvl7pPr>
            <a:lvl8pPr>
              <a:defRPr sz="1200" b="0">
                <a:solidFill>
                  <a:srgbClr val="55715C"/>
                </a:solidFill>
              </a:defRPr>
            </a:lvl8pPr>
            <a:lvl9pPr>
              <a:defRPr sz="1200" b="0">
                <a:solidFill>
                  <a:srgbClr val="55715C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5715C"/>
                </a:solidFill>
              </a:defRPr>
            </a:pPr>
            <a:r>
              <a:rPr sz="1200" b="0">
                <a:solidFill>
                  <a:srgbClr val="55715C"/>
                </a:solidFill>
              </a:rPr>
              <a:t>Develop core services</a:t>
            </a:r>
          </a:p>
        </p:txBody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3D674334-D0E7-4771-8B43-98C33C4FA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0889575"/>
            <a:ext cx="333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064522"/>
                </a:solidFill>
              </a:defRPr>
            </a:defPPr>
            <a:lvl1pPr>
              <a:defRPr sz="1950" b="1">
                <a:solidFill>
                  <a:srgbClr val="064522"/>
                </a:solidFill>
              </a:defRPr>
            </a:lvl1pPr>
            <a:lvl2pPr>
              <a:defRPr sz="1950" b="1">
                <a:solidFill>
                  <a:srgbClr val="064522"/>
                </a:solidFill>
              </a:defRPr>
            </a:lvl2pPr>
            <a:lvl3pPr>
              <a:defRPr sz="1950" b="1">
                <a:solidFill>
                  <a:srgbClr val="064522"/>
                </a:solidFill>
              </a:defRPr>
            </a:lvl3pPr>
            <a:lvl4pPr>
              <a:defRPr sz="1950" b="1">
                <a:solidFill>
                  <a:srgbClr val="064522"/>
                </a:solidFill>
              </a:defRPr>
            </a:lvl4pPr>
            <a:lvl5pPr>
              <a:defRPr sz="1950" b="1">
                <a:solidFill>
                  <a:srgbClr val="064522"/>
                </a:solidFill>
              </a:defRPr>
            </a:lvl5pPr>
            <a:lvl6pPr>
              <a:defRPr sz="1950" b="1">
                <a:solidFill>
                  <a:srgbClr val="064522"/>
                </a:solidFill>
              </a:defRPr>
            </a:lvl6pPr>
            <a:lvl7pPr>
              <a:defRPr sz="1950" b="1">
                <a:solidFill>
                  <a:srgbClr val="064522"/>
                </a:solidFill>
              </a:defRPr>
            </a:lvl7pPr>
            <a:lvl8pPr>
              <a:defRPr sz="1950" b="1">
                <a:solidFill>
                  <a:srgbClr val="064522"/>
                </a:solidFill>
              </a:defRPr>
            </a:lvl8pPr>
            <a:lvl9pPr>
              <a:defRPr sz="1950" b="1">
                <a:solidFill>
                  <a:srgbClr val="064522"/>
                </a:solidFill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64522"/>
                </a:solidFill>
              </a:defRPr>
            </a:pPr>
            <a:r>
              <a:rPr sz="1950" b="1">
                <a:solidFill>
                  <a:srgbClr val="064522"/>
                </a:solidFill>
              </a:rPr>
              <a:t>›</a:t>
            </a:r>
          </a:p>
        </p:txBody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9119A721-6325-4C59-8BC4-02D407F5C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30765750"/>
            <a:ext cx="685800" cy="685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A52C"/>
          </a:solidFill>
          <a:ln xmlns:a="http://schemas.openxmlformats.org/drawingml/2006/main" w="9525">
            <a:solidFill>
              <a:srgbClr val="D9A52C"/>
            </a:solidFill>
            <a:prstDash val="solid"/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1212C082-1570-4A7F-AD02-05F2A675E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30918150"/>
            <a:ext cx="685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FFFEF7"/>
                </a:solidFill>
              </a:defRPr>
            </a:defPPr>
            <a:lvl1pPr>
              <a:defRPr sz="2175" b="1">
                <a:solidFill>
                  <a:srgbClr val="FFFEF7"/>
                </a:solidFill>
              </a:defRPr>
            </a:lvl1pPr>
            <a:lvl2pPr>
              <a:defRPr sz="2175" b="1">
                <a:solidFill>
                  <a:srgbClr val="FFFEF7"/>
                </a:solidFill>
              </a:defRPr>
            </a:lvl2pPr>
            <a:lvl3pPr>
              <a:defRPr sz="2175" b="1">
                <a:solidFill>
                  <a:srgbClr val="FFFEF7"/>
                </a:solidFill>
              </a:defRPr>
            </a:lvl3pPr>
            <a:lvl4pPr>
              <a:defRPr sz="2175" b="1">
                <a:solidFill>
                  <a:srgbClr val="FFFEF7"/>
                </a:solidFill>
              </a:defRPr>
            </a:lvl4pPr>
            <a:lvl5pPr>
              <a:defRPr sz="2175" b="1">
                <a:solidFill>
                  <a:srgbClr val="FFFEF7"/>
                </a:solidFill>
              </a:defRPr>
            </a:lvl5pPr>
            <a:lvl6pPr>
              <a:defRPr sz="2175" b="1">
                <a:solidFill>
                  <a:srgbClr val="FFFEF7"/>
                </a:solidFill>
              </a:defRPr>
            </a:lvl6pPr>
            <a:lvl7pPr>
              <a:defRPr sz="2175" b="1">
                <a:solidFill>
                  <a:srgbClr val="FFFEF7"/>
                </a:solidFill>
              </a:defRPr>
            </a:lvl7pPr>
            <a:lvl8pPr>
              <a:defRPr sz="2175" b="1">
                <a:solidFill>
                  <a:srgbClr val="FFFEF7"/>
                </a:solidFill>
              </a:defRPr>
            </a:lvl8pPr>
            <a:lvl9pPr>
              <a:defRPr sz="2175" b="1">
                <a:solidFill>
                  <a:srgbClr val="FFFEF7"/>
                </a:solidFill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FFFEF7"/>
                </a:solidFill>
              </a:defRPr>
            </a:pPr>
            <a:r>
              <a:rPr sz="2175" b="1">
                <a:solidFill>
                  <a:srgbClr val="FFFEF7"/>
                </a:solidFill>
              </a:rPr>
              <a:t>4</a:t>
            </a:r>
          </a:p>
        </p:txBody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6FFDB723-FD4F-4B5A-83B3-71022F919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31670625"/>
            <a:ext cx="1285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07381E"/>
                </a:solidFill>
              </a:defRPr>
            </a:defPPr>
            <a:lvl1pPr>
              <a:defRPr sz="1425" b="1">
                <a:solidFill>
                  <a:srgbClr val="07381E"/>
                </a:solidFill>
              </a:defRPr>
            </a:lvl1pPr>
            <a:lvl2pPr>
              <a:defRPr sz="1425" b="1">
                <a:solidFill>
                  <a:srgbClr val="07381E"/>
                </a:solidFill>
              </a:defRPr>
            </a:lvl2pPr>
            <a:lvl3pPr>
              <a:defRPr sz="1425" b="1">
                <a:solidFill>
                  <a:srgbClr val="07381E"/>
                </a:solidFill>
              </a:defRPr>
            </a:lvl3pPr>
            <a:lvl4pPr>
              <a:defRPr sz="1425" b="1">
                <a:solidFill>
                  <a:srgbClr val="07381E"/>
                </a:solidFill>
              </a:defRPr>
            </a:lvl4pPr>
            <a:lvl5pPr>
              <a:defRPr sz="1425" b="1">
                <a:solidFill>
                  <a:srgbClr val="07381E"/>
                </a:solidFill>
              </a:defRPr>
            </a:lvl5pPr>
            <a:lvl6pPr>
              <a:defRPr sz="1425" b="1">
                <a:solidFill>
                  <a:srgbClr val="07381E"/>
                </a:solidFill>
              </a:defRPr>
            </a:lvl6pPr>
            <a:lvl7pPr>
              <a:defRPr sz="1425" b="1">
                <a:solidFill>
                  <a:srgbClr val="07381E"/>
                </a:solidFill>
              </a:defRPr>
            </a:lvl7pPr>
            <a:lvl8pPr>
              <a:defRPr sz="1425" b="1">
                <a:solidFill>
                  <a:srgbClr val="07381E"/>
                </a:solidFill>
              </a:defRPr>
            </a:lvl8pPr>
            <a:lvl9pPr>
              <a:defRPr sz="1425" b="1">
                <a:solidFill>
                  <a:srgbClr val="07381E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07381E"/>
                </a:solidFill>
              </a:defRPr>
            </a:pPr>
            <a:r>
              <a:rPr sz="1425" b="1">
                <a:solidFill>
                  <a:srgbClr val="07381E"/>
                </a:solidFill>
              </a:rPr>
              <a:t>Test</a:t>
            </a:r>
          </a:p>
        </p:txBody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68BB93B2-4DE2-425B-BB88-A6520D46C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31984950"/>
            <a:ext cx="1952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5715C"/>
                </a:solidFill>
              </a:defRPr>
            </a:defPPr>
            <a:lvl1pPr>
              <a:defRPr sz="1200" b="0">
                <a:solidFill>
                  <a:srgbClr val="55715C"/>
                </a:solidFill>
              </a:defRPr>
            </a:lvl1pPr>
            <a:lvl2pPr>
              <a:defRPr sz="1200" b="0">
                <a:solidFill>
                  <a:srgbClr val="55715C"/>
                </a:solidFill>
              </a:defRPr>
            </a:lvl2pPr>
            <a:lvl3pPr>
              <a:defRPr sz="1200" b="0">
                <a:solidFill>
                  <a:srgbClr val="55715C"/>
                </a:solidFill>
              </a:defRPr>
            </a:lvl3pPr>
            <a:lvl4pPr>
              <a:defRPr sz="1200" b="0">
                <a:solidFill>
                  <a:srgbClr val="55715C"/>
                </a:solidFill>
              </a:defRPr>
            </a:lvl4pPr>
            <a:lvl5pPr>
              <a:defRPr sz="1200" b="0">
                <a:solidFill>
                  <a:srgbClr val="55715C"/>
                </a:solidFill>
              </a:defRPr>
            </a:lvl5pPr>
            <a:lvl6pPr>
              <a:defRPr sz="1200" b="0">
                <a:solidFill>
                  <a:srgbClr val="55715C"/>
                </a:solidFill>
              </a:defRPr>
            </a:lvl6pPr>
            <a:lvl7pPr>
              <a:defRPr sz="1200" b="0">
                <a:solidFill>
                  <a:srgbClr val="55715C"/>
                </a:solidFill>
              </a:defRPr>
            </a:lvl7pPr>
            <a:lvl8pPr>
              <a:defRPr sz="1200" b="0">
                <a:solidFill>
                  <a:srgbClr val="55715C"/>
                </a:solidFill>
              </a:defRPr>
            </a:lvl8pPr>
            <a:lvl9pPr>
              <a:defRPr sz="1200" b="0">
                <a:solidFill>
                  <a:srgbClr val="55715C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5715C"/>
                </a:solidFill>
              </a:defRPr>
            </a:pPr>
            <a:r>
              <a:rPr sz="1200" b="0">
                <a:solidFill>
                  <a:srgbClr val="55715C"/>
                </a:solidFill>
              </a:rPr>
              <a:t>Validate access and usability</a:t>
            </a:r>
          </a:p>
        </p:txBody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BAAAA048-590F-42EB-B716-A73EFD1B1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0889575"/>
            <a:ext cx="333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064522"/>
                </a:solidFill>
              </a:defRPr>
            </a:defPPr>
            <a:lvl1pPr>
              <a:defRPr sz="1950" b="1">
                <a:solidFill>
                  <a:srgbClr val="064522"/>
                </a:solidFill>
              </a:defRPr>
            </a:lvl1pPr>
            <a:lvl2pPr>
              <a:defRPr sz="1950" b="1">
                <a:solidFill>
                  <a:srgbClr val="064522"/>
                </a:solidFill>
              </a:defRPr>
            </a:lvl2pPr>
            <a:lvl3pPr>
              <a:defRPr sz="1950" b="1">
                <a:solidFill>
                  <a:srgbClr val="064522"/>
                </a:solidFill>
              </a:defRPr>
            </a:lvl3pPr>
            <a:lvl4pPr>
              <a:defRPr sz="1950" b="1">
                <a:solidFill>
                  <a:srgbClr val="064522"/>
                </a:solidFill>
              </a:defRPr>
            </a:lvl4pPr>
            <a:lvl5pPr>
              <a:defRPr sz="1950" b="1">
                <a:solidFill>
                  <a:srgbClr val="064522"/>
                </a:solidFill>
              </a:defRPr>
            </a:lvl5pPr>
            <a:lvl6pPr>
              <a:defRPr sz="1950" b="1">
                <a:solidFill>
                  <a:srgbClr val="064522"/>
                </a:solidFill>
              </a:defRPr>
            </a:lvl6pPr>
            <a:lvl7pPr>
              <a:defRPr sz="1950" b="1">
                <a:solidFill>
                  <a:srgbClr val="064522"/>
                </a:solidFill>
              </a:defRPr>
            </a:lvl7pPr>
            <a:lvl8pPr>
              <a:defRPr sz="1950" b="1">
                <a:solidFill>
                  <a:srgbClr val="064522"/>
                </a:solidFill>
              </a:defRPr>
            </a:lvl8pPr>
            <a:lvl9pPr>
              <a:defRPr sz="1950" b="1">
                <a:solidFill>
                  <a:srgbClr val="064522"/>
                </a:solidFill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64522"/>
                </a:solidFill>
              </a:defRPr>
            </a:pPr>
            <a:r>
              <a:rPr sz="1950" b="1">
                <a:solidFill>
                  <a:srgbClr val="064522"/>
                </a:solidFill>
              </a:rPr>
              <a:t>›</a:t>
            </a:r>
          </a:p>
        </p:txBody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A357E9F2-74F7-4446-BC73-FEE4D3BAF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30765750"/>
            <a:ext cx="685800" cy="685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64522"/>
          </a:solidFill>
          <a:ln xmlns:a="http://schemas.openxmlformats.org/drawingml/2006/main" w="9525">
            <a:solidFill>
              <a:srgbClr val="064522"/>
            </a:solidFill>
            <a:prstDash val="solid"/>
          </a:ln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928D5692-F206-44BE-B6CD-A4A275A22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30918150"/>
            <a:ext cx="685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FFFEF7"/>
                </a:solidFill>
              </a:defRPr>
            </a:defPPr>
            <a:lvl1pPr>
              <a:defRPr sz="2175" b="1">
                <a:solidFill>
                  <a:srgbClr val="FFFEF7"/>
                </a:solidFill>
              </a:defRPr>
            </a:lvl1pPr>
            <a:lvl2pPr>
              <a:defRPr sz="2175" b="1">
                <a:solidFill>
                  <a:srgbClr val="FFFEF7"/>
                </a:solidFill>
              </a:defRPr>
            </a:lvl2pPr>
            <a:lvl3pPr>
              <a:defRPr sz="2175" b="1">
                <a:solidFill>
                  <a:srgbClr val="FFFEF7"/>
                </a:solidFill>
              </a:defRPr>
            </a:lvl3pPr>
            <a:lvl4pPr>
              <a:defRPr sz="2175" b="1">
                <a:solidFill>
                  <a:srgbClr val="FFFEF7"/>
                </a:solidFill>
              </a:defRPr>
            </a:lvl4pPr>
            <a:lvl5pPr>
              <a:defRPr sz="2175" b="1">
                <a:solidFill>
                  <a:srgbClr val="FFFEF7"/>
                </a:solidFill>
              </a:defRPr>
            </a:lvl5pPr>
            <a:lvl6pPr>
              <a:defRPr sz="2175" b="1">
                <a:solidFill>
                  <a:srgbClr val="FFFEF7"/>
                </a:solidFill>
              </a:defRPr>
            </a:lvl6pPr>
            <a:lvl7pPr>
              <a:defRPr sz="2175" b="1">
                <a:solidFill>
                  <a:srgbClr val="FFFEF7"/>
                </a:solidFill>
              </a:defRPr>
            </a:lvl7pPr>
            <a:lvl8pPr>
              <a:defRPr sz="2175" b="1">
                <a:solidFill>
                  <a:srgbClr val="FFFEF7"/>
                </a:solidFill>
              </a:defRPr>
            </a:lvl8pPr>
            <a:lvl9pPr>
              <a:defRPr sz="2175" b="1">
                <a:solidFill>
                  <a:srgbClr val="FFFEF7"/>
                </a:solidFill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FFFEF7"/>
                </a:solidFill>
              </a:defRPr>
            </a:pPr>
            <a:r>
              <a:rPr sz="2175" b="1">
                <a:solidFill>
                  <a:srgbClr val="FFFEF7"/>
                </a:solidFill>
              </a:rPr>
              <a:t>5</a:t>
            </a:r>
          </a:p>
        </p:txBody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B0FCD5B3-0059-42DF-88A0-81CA40177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31670625"/>
            <a:ext cx="1285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07381E"/>
                </a:solidFill>
              </a:defRPr>
            </a:defPPr>
            <a:lvl1pPr>
              <a:defRPr sz="1425" b="1">
                <a:solidFill>
                  <a:srgbClr val="07381E"/>
                </a:solidFill>
              </a:defRPr>
            </a:lvl1pPr>
            <a:lvl2pPr>
              <a:defRPr sz="1425" b="1">
                <a:solidFill>
                  <a:srgbClr val="07381E"/>
                </a:solidFill>
              </a:defRPr>
            </a:lvl2pPr>
            <a:lvl3pPr>
              <a:defRPr sz="1425" b="1">
                <a:solidFill>
                  <a:srgbClr val="07381E"/>
                </a:solidFill>
              </a:defRPr>
            </a:lvl3pPr>
            <a:lvl4pPr>
              <a:defRPr sz="1425" b="1">
                <a:solidFill>
                  <a:srgbClr val="07381E"/>
                </a:solidFill>
              </a:defRPr>
            </a:lvl4pPr>
            <a:lvl5pPr>
              <a:defRPr sz="1425" b="1">
                <a:solidFill>
                  <a:srgbClr val="07381E"/>
                </a:solidFill>
              </a:defRPr>
            </a:lvl5pPr>
            <a:lvl6pPr>
              <a:defRPr sz="1425" b="1">
                <a:solidFill>
                  <a:srgbClr val="07381E"/>
                </a:solidFill>
              </a:defRPr>
            </a:lvl6pPr>
            <a:lvl7pPr>
              <a:defRPr sz="1425" b="1">
                <a:solidFill>
                  <a:srgbClr val="07381E"/>
                </a:solidFill>
              </a:defRPr>
            </a:lvl7pPr>
            <a:lvl8pPr>
              <a:defRPr sz="1425" b="1">
                <a:solidFill>
                  <a:srgbClr val="07381E"/>
                </a:solidFill>
              </a:defRPr>
            </a:lvl8pPr>
            <a:lvl9pPr>
              <a:defRPr sz="1425" b="1">
                <a:solidFill>
                  <a:srgbClr val="07381E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07381E"/>
                </a:solidFill>
              </a:defRPr>
            </a:pPr>
            <a:r>
              <a:rPr sz="1425" b="1">
                <a:solidFill>
                  <a:srgbClr val="07381E"/>
                </a:solidFill>
              </a:rPr>
              <a:t>Refine</a:t>
            </a:r>
          </a:p>
        </p:txBody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F39AA9CD-EABE-4BF1-BE74-3EDBD5595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0550" y="31984950"/>
            <a:ext cx="1952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5715C"/>
                </a:solidFill>
              </a:defRPr>
            </a:defPPr>
            <a:lvl1pPr>
              <a:defRPr sz="1200" b="0">
                <a:solidFill>
                  <a:srgbClr val="55715C"/>
                </a:solidFill>
              </a:defRPr>
            </a:lvl1pPr>
            <a:lvl2pPr>
              <a:defRPr sz="1200" b="0">
                <a:solidFill>
                  <a:srgbClr val="55715C"/>
                </a:solidFill>
              </a:defRPr>
            </a:lvl2pPr>
            <a:lvl3pPr>
              <a:defRPr sz="1200" b="0">
                <a:solidFill>
                  <a:srgbClr val="55715C"/>
                </a:solidFill>
              </a:defRPr>
            </a:lvl3pPr>
            <a:lvl4pPr>
              <a:defRPr sz="1200" b="0">
                <a:solidFill>
                  <a:srgbClr val="55715C"/>
                </a:solidFill>
              </a:defRPr>
            </a:lvl4pPr>
            <a:lvl5pPr>
              <a:defRPr sz="1200" b="0">
                <a:solidFill>
                  <a:srgbClr val="55715C"/>
                </a:solidFill>
              </a:defRPr>
            </a:lvl5pPr>
            <a:lvl6pPr>
              <a:defRPr sz="1200" b="0">
                <a:solidFill>
                  <a:srgbClr val="55715C"/>
                </a:solidFill>
              </a:defRPr>
            </a:lvl6pPr>
            <a:lvl7pPr>
              <a:defRPr sz="1200" b="0">
                <a:solidFill>
                  <a:srgbClr val="55715C"/>
                </a:solidFill>
              </a:defRPr>
            </a:lvl7pPr>
            <a:lvl8pPr>
              <a:defRPr sz="1200" b="0">
                <a:solidFill>
                  <a:srgbClr val="55715C"/>
                </a:solidFill>
              </a:defRPr>
            </a:lvl8pPr>
            <a:lvl9pPr>
              <a:defRPr sz="1200" b="0">
                <a:solidFill>
                  <a:srgbClr val="55715C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5715C"/>
                </a:solidFill>
              </a:defRPr>
            </a:pPr>
            <a:r>
              <a:rPr sz="1200" b="0">
                <a:solidFill>
                  <a:srgbClr val="55715C"/>
                </a:solidFill>
              </a:rPr>
              <a:t>Improve from feedback</a:t>
            </a:r>
          </a:p>
        </p:txBody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0C0A4FAB-F40B-44B3-816F-D0E9EA649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432750"/>
            <a:ext cx="15278100" cy="3381375"/>
          </a:xfrm>
          <a:prstGeom xmlns:a="http://schemas.openxmlformats.org/drawingml/2006/main" prst="roundRect">
            <a:avLst>
              <a:gd name="adj" fmla="val 2254"/>
            </a:avLst>
          </a:prstGeom>
          <a:solidFill xmlns:a="http://schemas.openxmlformats.org/drawingml/2006/main">
            <a:srgbClr val="FFFEF7"/>
          </a:solidFill>
          <a:ln xmlns:a="http://schemas.openxmlformats.org/drawingml/2006/main" w="9525">
            <a:solidFill>
              <a:srgbClr val="B6D0B9"/>
            </a:solidFill>
            <a:prstDash val="solid"/>
          </a:ln>
        </p:spPr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D3EB0B86-CF09-41E2-82FF-F718F8384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8328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07381E"/>
                </a:solidFill>
              </a:defRPr>
            </a:defPPr>
            <a:lvl1pPr>
              <a:defRPr sz="1800" b="1">
                <a:solidFill>
                  <a:srgbClr val="07381E"/>
                </a:solidFill>
              </a:defRPr>
            </a:lvl1pPr>
            <a:lvl2pPr>
              <a:defRPr sz="1800" b="1">
                <a:solidFill>
                  <a:srgbClr val="07381E"/>
                </a:solidFill>
              </a:defRPr>
            </a:lvl2pPr>
            <a:lvl3pPr>
              <a:defRPr sz="1800" b="1">
                <a:solidFill>
                  <a:srgbClr val="07381E"/>
                </a:solidFill>
              </a:defRPr>
            </a:lvl3pPr>
            <a:lvl4pPr>
              <a:defRPr sz="1800" b="1">
                <a:solidFill>
                  <a:srgbClr val="07381E"/>
                </a:solidFill>
              </a:defRPr>
            </a:lvl4pPr>
            <a:lvl5pPr>
              <a:defRPr sz="1800" b="1">
                <a:solidFill>
                  <a:srgbClr val="07381E"/>
                </a:solidFill>
              </a:defRPr>
            </a:lvl5pPr>
            <a:lvl6pPr>
              <a:defRPr sz="1800" b="1">
                <a:solidFill>
                  <a:srgbClr val="07381E"/>
                </a:solidFill>
              </a:defRPr>
            </a:lvl6pPr>
            <a:lvl7pPr>
              <a:defRPr sz="1800" b="1">
                <a:solidFill>
                  <a:srgbClr val="07381E"/>
                </a:solidFill>
              </a:defRPr>
            </a:lvl7pPr>
            <a:lvl8pPr>
              <a:defRPr sz="1800" b="1">
                <a:solidFill>
                  <a:srgbClr val="07381E"/>
                </a:solidFill>
              </a:defRPr>
            </a:lvl8pPr>
            <a:lvl9pPr>
              <a:defRPr sz="1800" b="1">
                <a:solidFill>
                  <a:srgbClr val="07381E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7381E"/>
                </a:solidFill>
              </a:defRPr>
            </a:pPr>
            <a:r>
              <a:rPr sz="1800" b="1">
                <a:solidFill>
                  <a:srgbClr val="07381E"/>
                </a:solidFill>
              </a:rPr>
              <a:t>User Roles</a:t>
            </a:r>
          </a:p>
        </p:txBody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32C92118-CDE4-437C-9E70-09E29D900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438525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064522"/>
                </a:solidFill>
              </a:defRPr>
            </a:defPPr>
            <a:lvl1pPr>
              <a:defRPr sz="1275" b="1">
                <a:solidFill>
                  <a:srgbClr val="064522"/>
                </a:solidFill>
              </a:defRPr>
            </a:lvl1pPr>
            <a:lvl2pPr>
              <a:defRPr sz="1275" b="1">
                <a:solidFill>
                  <a:srgbClr val="064522"/>
                </a:solidFill>
              </a:defRPr>
            </a:lvl2pPr>
            <a:lvl3pPr>
              <a:defRPr sz="1275" b="1">
                <a:solidFill>
                  <a:srgbClr val="064522"/>
                </a:solidFill>
              </a:defRPr>
            </a:lvl3pPr>
            <a:lvl4pPr>
              <a:defRPr sz="1275" b="1">
                <a:solidFill>
                  <a:srgbClr val="064522"/>
                </a:solidFill>
              </a:defRPr>
            </a:lvl4pPr>
            <a:lvl5pPr>
              <a:defRPr sz="1275" b="1">
                <a:solidFill>
                  <a:srgbClr val="064522"/>
                </a:solidFill>
              </a:defRPr>
            </a:lvl5pPr>
            <a:lvl6pPr>
              <a:defRPr sz="1275" b="1">
                <a:solidFill>
                  <a:srgbClr val="064522"/>
                </a:solidFill>
              </a:defRPr>
            </a:lvl6pPr>
            <a:lvl7pPr>
              <a:defRPr sz="1275" b="1">
                <a:solidFill>
                  <a:srgbClr val="064522"/>
                </a:solidFill>
              </a:defRPr>
            </a:lvl7pPr>
            <a:lvl8pPr>
              <a:defRPr sz="1275" b="1">
                <a:solidFill>
                  <a:srgbClr val="064522"/>
                </a:solidFill>
              </a:defRPr>
            </a:lvl8pPr>
            <a:lvl9pPr>
              <a:defRPr sz="1275" b="1">
                <a:solidFill>
                  <a:srgbClr val="064522"/>
                </a:solidFill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64522"/>
                </a:solidFill>
              </a:defRPr>
            </a:pPr>
            <a:r>
              <a:rPr sz="1275" b="1">
                <a:solidFill>
                  <a:srgbClr val="064522"/>
                </a:solidFill>
              </a:rPr>
              <a:t>●</a:t>
            </a:r>
          </a:p>
        </p:txBody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EA6AC99B-58C4-47EB-A247-8E1CFF1EA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4385250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7381E"/>
                </a:solidFill>
              </a:defRPr>
            </a:defPPr>
            <a:lvl1pPr>
              <a:defRPr sz="1500" b="1">
                <a:solidFill>
                  <a:srgbClr val="07381E"/>
                </a:solidFill>
              </a:defRPr>
            </a:lvl1pPr>
            <a:lvl2pPr>
              <a:defRPr sz="1500" b="1">
                <a:solidFill>
                  <a:srgbClr val="07381E"/>
                </a:solidFill>
              </a:defRPr>
            </a:lvl2pPr>
            <a:lvl3pPr>
              <a:defRPr sz="1500" b="1">
                <a:solidFill>
                  <a:srgbClr val="07381E"/>
                </a:solidFill>
              </a:defRPr>
            </a:lvl3pPr>
            <a:lvl4pPr>
              <a:defRPr sz="1500" b="1">
                <a:solidFill>
                  <a:srgbClr val="07381E"/>
                </a:solidFill>
              </a:defRPr>
            </a:lvl4pPr>
            <a:lvl5pPr>
              <a:defRPr sz="1500" b="1">
                <a:solidFill>
                  <a:srgbClr val="07381E"/>
                </a:solidFill>
              </a:defRPr>
            </a:lvl5pPr>
            <a:lvl6pPr>
              <a:defRPr sz="1500" b="1">
                <a:solidFill>
                  <a:srgbClr val="07381E"/>
                </a:solidFill>
              </a:defRPr>
            </a:lvl6pPr>
            <a:lvl7pPr>
              <a:defRPr sz="1500" b="1">
                <a:solidFill>
                  <a:srgbClr val="07381E"/>
                </a:solidFill>
              </a:defRPr>
            </a:lvl7pPr>
            <a:lvl8pPr>
              <a:defRPr sz="1500" b="1">
                <a:solidFill>
                  <a:srgbClr val="07381E"/>
                </a:solidFill>
              </a:defRPr>
            </a:lvl8pPr>
            <a:lvl9pPr>
              <a:defRPr sz="1500" b="1">
                <a:solidFill>
                  <a:srgbClr val="07381E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07381E"/>
                </a:solidFill>
              </a:defRPr>
            </a:pPr>
            <a:r>
              <a:rPr sz="1500" b="1">
                <a:solidFill>
                  <a:srgbClr val="07381E"/>
                </a:solidFill>
              </a:rPr>
              <a:t>Student</a:t>
            </a:r>
          </a:p>
        </p:txBody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AF71856C-3EC4-443A-9954-778F948E5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43852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55715C"/>
                </a:solidFill>
              </a:defRPr>
            </a:defPPr>
            <a:lvl1pPr>
              <a:defRPr sz="1425" b="0">
                <a:solidFill>
                  <a:srgbClr val="55715C"/>
                </a:solidFill>
              </a:defRPr>
            </a:lvl1pPr>
            <a:lvl2pPr>
              <a:defRPr sz="1425" b="0">
                <a:solidFill>
                  <a:srgbClr val="55715C"/>
                </a:solidFill>
              </a:defRPr>
            </a:lvl2pPr>
            <a:lvl3pPr>
              <a:defRPr sz="1425" b="0">
                <a:solidFill>
                  <a:srgbClr val="55715C"/>
                </a:solidFill>
              </a:defRPr>
            </a:lvl3pPr>
            <a:lvl4pPr>
              <a:defRPr sz="1425" b="0">
                <a:solidFill>
                  <a:srgbClr val="55715C"/>
                </a:solidFill>
              </a:defRPr>
            </a:lvl4pPr>
            <a:lvl5pPr>
              <a:defRPr sz="1425" b="0">
                <a:solidFill>
                  <a:srgbClr val="55715C"/>
                </a:solidFill>
              </a:defRPr>
            </a:lvl5pPr>
            <a:lvl6pPr>
              <a:defRPr sz="1425" b="0">
                <a:solidFill>
                  <a:srgbClr val="55715C"/>
                </a:solidFill>
              </a:defRPr>
            </a:lvl6pPr>
            <a:lvl7pPr>
              <a:defRPr sz="1425" b="0">
                <a:solidFill>
                  <a:srgbClr val="55715C"/>
                </a:solidFill>
              </a:defRPr>
            </a:lvl7pPr>
            <a:lvl8pPr>
              <a:defRPr sz="1425" b="0">
                <a:solidFill>
                  <a:srgbClr val="55715C"/>
                </a:solidFill>
              </a:defRPr>
            </a:lvl8pPr>
            <a:lvl9pPr>
              <a:defRPr sz="1425" b="0">
                <a:solidFill>
                  <a:srgbClr val="55715C"/>
                </a:solidFill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5715C"/>
                </a:solidFill>
              </a:defRPr>
            </a:pPr>
            <a:r>
              <a:rPr sz="1425" b="0">
                <a:solidFill>
                  <a:srgbClr val="55715C"/>
                </a:solidFill>
              </a:rPr>
              <a:t>Submit concerns, join events, and view announcements.</a:t>
            </a:r>
          </a:p>
        </p:txBody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4B0E7CA7-F82D-4975-8E7D-7E501493E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49377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0A6130"/>
                </a:solidFill>
              </a:defRPr>
            </a:defPPr>
            <a:lvl1pPr>
              <a:defRPr sz="1275" b="1">
                <a:solidFill>
                  <a:srgbClr val="0A6130"/>
                </a:solidFill>
              </a:defRPr>
            </a:lvl1pPr>
            <a:lvl2pPr>
              <a:defRPr sz="1275" b="1">
                <a:solidFill>
                  <a:srgbClr val="0A6130"/>
                </a:solidFill>
              </a:defRPr>
            </a:lvl2pPr>
            <a:lvl3pPr>
              <a:defRPr sz="1275" b="1">
                <a:solidFill>
                  <a:srgbClr val="0A6130"/>
                </a:solidFill>
              </a:defRPr>
            </a:lvl3pPr>
            <a:lvl4pPr>
              <a:defRPr sz="1275" b="1">
                <a:solidFill>
                  <a:srgbClr val="0A6130"/>
                </a:solidFill>
              </a:defRPr>
            </a:lvl4pPr>
            <a:lvl5pPr>
              <a:defRPr sz="1275" b="1">
                <a:solidFill>
                  <a:srgbClr val="0A6130"/>
                </a:solidFill>
              </a:defRPr>
            </a:lvl5pPr>
            <a:lvl6pPr>
              <a:defRPr sz="1275" b="1">
                <a:solidFill>
                  <a:srgbClr val="0A6130"/>
                </a:solidFill>
              </a:defRPr>
            </a:lvl6pPr>
            <a:lvl7pPr>
              <a:defRPr sz="1275" b="1">
                <a:solidFill>
                  <a:srgbClr val="0A6130"/>
                </a:solidFill>
              </a:defRPr>
            </a:lvl7pPr>
            <a:lvl8pPr>
              <a:defRPr sz="1275" b="1">
                <a:solidFill>
                  <a:srgbClr val="0A6130"/>
                </a:solidFill>
              </a:defRPr>
            </a:lvl8pPr>
            <a:lvl9pPr>
              <a:defRPr sz="1275" b="1">
                <a:solidFill>
                  <a:srgbClr val="0A6130"/>
                </a:solidFill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A6130"/>
                </a:solidFill>
              </a:defRPr>
            </a:pPr>
            <a:r>
              <a:rPr sz="1275" b="1">
                <a:solidFill>
                  <a:srgbClr val="0A6130"/>
                </a:solidFill>
              </a:rPr>
              <a:t>●</a:t>
            </a:r>
          </a:p>
        </p:txBody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4DE75907-67B2-42AA-B839-FFAE9B9FD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4937700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7381E"/>
                </a:solidFill>
              </a:defRPr>
            </a:defPPr>
            <a:lvl1pPr>
              <a:defRPr sz="1500" b="1">
                <a:solidFill>
                  <a:srgbClr val="07381E"/>
                </a:solidFill>
              </a:defRPr>
            </a:lvl1pPr>
            <a:lvl2pPr>
              <a:defRPr sz="1500" b="1">
                <a:solidFill>
                  <a:srgbClr val="07381E"/>
                </a:solidFill>
              </a:defRPr>
            </a:lvl2pPr>
            <a:lvl3pPr>
              <a:defRPr sz="1500" b="1">
                <a:solidFill>
                  <a:srgbClr val="07381E"/>
                </a:solidFill>
              </a:defRPr>
            </a:lvl3pPr>
            <a:lvl4pPr>
              <a:defRPr sz="1500" b="1">
                <a:solidFill>
                  <a:srgbClr val="07381E"/>
                </a:solidFill>
              </a:defRPr>
            </a:lvl4pPr>
            <a:lvl5pPr>
              <a:defRPr sz="1500" b="1">
                <a:solidFill>
                  <a:srgbClr val="07381E"/>
                </a:solidFill>
              </a:defRPr>
            </a:lvl5pPr>
            <a:lvl6pPr>
              <a:defRPr sz="1500" b="1">
                <a:solidFill>
                  <a:srgbClr val="07381E"/>
                </a:solidFill>
              </a:defRPr>
            </a:lvl6pPr>
            <a:lvl7pPr>
              <a:defRPr sz="1500" b="1">
                <a:solidFill>
                  <a:srgbClr val="07381E"/>
                </a:solidFill>
              </a:defRPr>
            </a:lvl7pPr>
            <a:lvl8pPr>
              <a:defRPr sz="1500" b="1">
                <a:solidFill>
                  <a:srgbClr val="07381E"/>
                </a:solidFill>
              </a:defRPr>
            </a:lvl8pPr>
            <a:lvl9pPr>
              <a:defRPr sz="1500" b="1">
                <a:solidFill>
                  <a:srgbClr val="07381E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07381E"/>
                </a:solidFill>
              </a:defRPr>
            </a:pPr>
            <a:r>
              <a:rPr sz="1500" b="1">
                <a:solidFill>
                  <a:srgbClr val="07381E"/>
                </a:solidFill>
              </a:rPr>
              <a:t>Officer</a:t>
            </a:r>
          </a:p>
        </p:txBody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FE837F43-77D6-4A09-AFDF-CF3E6C8F8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493770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55715C"/>
                </a:solidFill>
              </a:defRPr>
            </a:defPPr>
            <a:lvl1pPr>
              <a:defRPr sz="1425" b="0">
                <a:solidFill>
                  <a:srgbClr val="55715C"/>
                </a:solidFill>
              </a:defRPr>
            </a:lvl1pPr>
            <a:lvl2pPr>
              <a:defRPr sz="1425" b="0">
                <a:solidFill>
                  <a:srgbClr val="55715C"/>
                </a:solidFill>
              </a:defRPr>
            </a:lvl2pPr>
            <a:lvl3pPr>
              <a:defRPr sz="1425" b="0">
                <a:solidFill>
                  <a:srgbClr val="55715C"/>
                </a:solidFill>
              </a:defRPr>
            </a:lvl3pPr>
            <a:lvl4pPr>
              <a:defRPr sz="1425" b="0">
                <a:solidFill>
                  <a:srgbClr val="55715C"/>
                </a:solidFill>
              </a:defRPr>
            </a:lvl4pPr>
            <a:lvl5pPr>
              <a:defRPr sz="1425" b="0">
                <a:solidFill>
                  <a:srgbClr val="55715C"/>
                </a:solidFill>
              </a:defRPr>
            </a:lvl5pPr>
            <a:lvl6pPr>
              <a:defRPr sz="1425" b="0">
                <a:solidFill>
                  <a:srgbClr val="55715C"/>
                </a:solidFill>
              </a:defRPr>
            </a:lvl6pPr>
            <a:lvl7pPr>
              <a:defRPr sz="1425" b="0">
                <a:solidFill>
                  <a:srgbClr val="55715C"/>
                </a:solidFill>
              </a:defRPr>
            </a:lvl7pPr>
            <a:lvl8pPr>
              <a:defRPr sz="1425" b="0">
                <a:solidFill>
                  <a:srgbClr val="55715C"/>
                </a:solidFill>
              </a:defRPr>
            </a:lvl8pPr>
            <a:lvl9pPr>
              <a:defRPr sz="1425" b="0">
                <a:solidFill>
                  <a:srgbClr val="55715C"/>
                </a:solidFill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5715C"/>
                </a:solidFill>
              </a:defRPr>
            </a:pPr>
            <a:r>
              <a:rPr sz="1425" b="0">
                <a:solidFill>
                  <a:srgbClr val="55715C"/>
                </a:solidFill>
              </a:rPr>
              <a:t>Manage tasks, members, budgets, and activities.</a:t>
            </a:r>
          </a:p>
        </p:txBody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B193B924-37E1-4EA6-99DB-9B30BD23F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549015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7442A9"/>
                </a:solidFill>
              </a:defRPr>
            </a:defPPr>
            <a:lvl1pPr>
              <a:defRPr sz="1275" b="1">
                <a:solidFill>
                  <a:srgbClr val="7442A9"/>
                </a:solidFill>
              </a:defRPr>
            </a:lvl1pPr>
            <a:lvl2pPr>
              <a:defRPr sz="1275" b="1">
                <a:solidFill>
                  <a:srgbClr val="7442A9"/>
                </a:solidFill>
              </a:defRPr>
            </a:lvl2pPr>
            <a:lvl3pPr>
              <a:defRPr sz="1275" b="1">
                <a:solidFill>
                  <a:srgbClr val="7442A9"/>
                </a:solidFill>
              </a:defRPr>
            </a:lvl3pPr>
            <a:lvl4pPr>
              <a:defRPr sz="1275" b="1">
                <a:solidFill>
                  <a:srgbClr val="7442A9"/>
                </a:solidFill>
              </a:defRPr>
            </a:lvl4pPr>
            <a:lvl5pPr>
              <a:defRPr sz="1275" b="1">
                <a:solidFill>
                  <a:srgbClr val="7442A9"/>
                </a:solidFill>
              </a:defRPr>
            </a:lvl5pPr>
            <a:lvl6pPr>
              <a:defRPr sz="1275" b="1">
                <a:solidFill>
                  <a:srgbClr val="7442A9"/>
                </a:solidFill>
              </a:defRPr>
            </a:lvl6pPr>
            <a:lvl7pPr>
              <a:defRPr sz="1275" b="1">
                <a:solidFill>
                  <a:srgbClr val="7442A9"/>
                </a:solidFill>
              </a:defRPr>
            </a:lvl7pPr>
            <a:lvl8pPr>
              <a:defRPr sz="1275" b="1">
                <a:solidFill>
                  <a:srgbClr val="7442A9"/>
                </a:solidFill>
              </a:defRPr>
            </a:lvl8pPr>
            <a:lvl9pPr>
              <a:defRPr sz="1275" b="1">
                <a:solidFill>
                  <a:srgbClr val="7442A9"/>
                </a:solidFill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7442A9"/>
                </a:solidFill>
              </a:defRPr>
            </a:pPr>
            <a:r>
              <a:rPr sz="1275" b="1">
                <a:solidFill>
                  <a:srgbClr val="7442A9"/>
                </a:solidFill>
              </a:rPr>
              <a:t>●</a:t>
            </a:r>
          </a:p>
        </p:txBody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CF4D63CD-4C39-4566-9C81-A0720339B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490150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7381E"/>
                </a:solidFill>
              </a:defRPr>
            </a:defPPr>
            <a:lvl1pPr>
              <a:defRPr sz="1500" b="1">
                <a:solidFill>
                  <a:srgbClr val="07381E"/>
                </a:solidFill>
              </a:defRPr>
            </a:lvl1pPr>
            <a:lvl2pPr>
              <a:defRPr sz="1500" b="1">
                <a:solidFill>
                  <a:srgbClr val="07381E"/>
                </a:solidFill>
              </a:defRPr>
            </a:lvl2pPr>
            <a:lvl3pPr>
              <a:defRPr sz="1500" b="1">
                <a:solidFill>
                  <a:srgbClr val="07381E"/>
                </a:solidFill>
              </a:defRPr>
            </a:lvl3pPr>
            <a:lvl4pPr>
              <a:defRPr sz="1500" b="1">
                <a:solidFill>
                  <a:srgbClr val="07381E"/>
                </a:solidFill>
              </a:defRPr>
            </a:lvl4pPr>
            <a:lvl5pPr>
              <a:defRPr sz="1500" b="1">
                <a:solidFill>
                  <a:srgbClr val="07381E"/>
                </a:solidFill>
              </a:defRPr>
            </a:lvl5pPr>
            <a:lvl6pPr>
              <a:defRPr sz="1500" b="1">
                <a:solidFill>
                  <a:srgbClr val="07381E"/>
                </a:solidFill>
              </a:defRPr>
            </a:lvl6pPr>
            <a:lvl7pPr>
              <a:defRPr sz="1500" b="1">
                <a:solidFill>
                  <a:srgbClr val="07381E"/>
                </a:solidFill>
              </a:defRPr>
            </a:lvl7pPr>
            <a:lvl8pPr>
              <a:defRPr sz="1500" b="1">
                <a:solidFill>
                  <a:srgbClr val="07381E"/>
                </a:solidFill>
              </a:defRPr>
            </a:lvl8pPr>
            <a:lvl9pPr>
              <a:defRPr sz="1500" b="1">
                <a:solidFill>
                  <a:srgbClr val="07381E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07381E"/>
                </a:solidFill>
              </a:defRPr>
            </a:pPr>
            <a:r>
              <a:rPr sz="1500" b="1">
                <a:solidFill>
                  <a:srgbClr val="07381E"/>
                </a:solidFill>
              </a:rPr>
              <a:t>President</a:t>
            </a:r>
          </a:p>
        </p:txBody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586A329A-03C6-4603-8BEC-00D5F31A8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54901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55715C"/>
                </a:solidFill>
              </a:defRPr>
            </a:defPPr>
            <a:lvl1pPr>
              <a:defRPr sz="1425" b="0">
                <a:solidFill>
                  <a:srgbClr val="55715C"/>
                </a:solidFill>
              </a:defRPr>
            </a:lvl1pPr>
            <a:lvl2pPr>
              <a:defRPr sz="1425" b="0">
                <a:solidFill>
                  <a:srgbClr val="55715C"/>
                </a:solidFill>
              </a:defRPr>
            </a:lvl2pPr>
            <a:lvl3pPr>
              <a:defRPr sz="1425" b="0">
                <a:solidFill>
                  <a:srgbClr val="55715C"/>
                </a:solidFill>
              </a:defRPr>
            </a:lvl3pPr>
            <a:lvl4pPr>
              <a:defRPr sz="1425" b="0">
                <a:solidFill>
                  <a:srgbClr val="55715C"/>
                </a:solidFill>
              </a:defRPr>
            </a:lvl4pPr>
            <a:lvl5pPr>
              <a:defRPr sz="1425" b="0">
                <a:solidFill>
                  <a:srgbClr val="55715C"/>
                </a:solidFill>
              </a:defRPr>
            </a:lvl5pPr>
            <a:lvl6pPr>
              <a:defRPr sz="1425" b="0">
                <a:solidFill>
                  <a:srgbClr val="55715C"/>
                </a:solidFill>
              </a:defRPr>
            </a:lvl6pPr>
            <a:lvl7pPr>
              <a:defRPr sz="1425" b="0">
                <a:solidFill>
                  <a:srgbClr val="55715C"/>
                </a:solidFill>
              </a:defRPr>
            </a:lvl7pPr>
            <a:lvl8pPr>
              <a:defRPr sz="1425" b="0">
                <a:solidFill>
                  <a:srgbClr val="55715C"/>
                </a:solidFill>
              </a:defRPr>
            </a:lvl8pPr>
            <a:lvl9pPr>
              <a:defRPr sz="1425" b="0">
                <a:solidFill>
                  <a:srgbClr val="55715C"/>
                </a:solidFill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5715C"/>
                </a:solidFill>
              </a:defRPr>
            </a:pPr>
            <a:r>
              <a:rPr sz="1425" b="0">
                <a:solidFill>
                  <a:srgbClr val="55715C"/>
                </a:solidFill>
              </a:rPr>
              <a:t>Coordinate organization-wide council operations.</a:t>
            </a:r>
          </a:p>
        </p:txBody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87FA823F-67D5-4134-9461-C7E98F8DB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60426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D9A52C"/>
                </a:solidFill>
              </a:defRPr>
            </a:defPPr>
            <a:lvl1pPr>
              <a:defRPr sz="1275" b="1">
                <a:solidFill>
                  <a:srgbClr val="D9A52C"/>
                </a:solidFill>
              </a:defRPr>
            </a:lvl1pPr>
            <a:lvl2pPr>
              <a:defRPr sz="1275" b="1">
                <a:solidFill>
                  <a:srgbClr val="D9A52C"/>
                </a:solidFill>
              </a:defRPr>
            </a:lvl2pPr>
            <a:lvl3pPr>
              <a:defRPr sz="1275" b="1">
                <a:solidFill>
                  <a:srgbClr val="D9A52C"/>
                </a:solidFill>
              </a:defRPr>
            </a:lvl3pPr>
            <a:lvl4pPr>
              <a:defRPr sz="1275" b="1">
                <a:solidFill>
                  <a:srgbClr val="D9A52C"/>
                </a:solidFill>
              </a:defRPr>
            </a:lvl4pPr>
            <a:lvl5pPr>
              <a:defRPr sz="1275" b="1">
                <a:solidFill>
                  <a:srgbClr val="D9A52C"/>
                </a:solidFill>
              </a:defRPr>
            </a:lvl5pPr>
            <a:lvl6pPr>
              <a:defRPr sz="1275" b="1">
                <a:solidFill>
                  <a:srgbClr val="D9A52C"/>
                </a:solidFill>
              </a:defRPr>
            </a:lvl6pPr>
            <a:lvl7pPr>
              <a:defRPr sz="1275" b="1">
                <a:solidFill>
                  <a:srgbClr val="D9A52C"/>
                </a:solidFill>
              </a:defRPr>
            </a:lvl7pPr>
            <a:lvl8pPr>
              <a:defRPr sz="1275" b="1">
                <a:solidFill>
                  <a:srgbClr val="D9A52C"/>
                </a:solidFill>
              </a:defRPr>
            </a:lvl8pPr>
            <a:lvl9pPr>
              <a:defRPr sz="1275" b="1">
                <a:solidFill>
                  <a:srgbClr val="D9A52C"/>
                </a:solidFill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D9A52C"/>
                </a:solidFill>
              </a:defRPr>
            </a:pPr>
            <a:r>
              <a:rPr sz="1275" b="1">
                <a:solidFill>
                  <a:srgbClr val="D9A52C"/>
                </a:solidFill>
              </a:rPr>
              <a:t>●</a:t>
            </a:r>
          </a:p>
        </p:txBody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85EFE430-440B-4FA2-9D8E-EBB51794C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042600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7381E"/>
                </a:solidFill>
              </a:defRPr>
            </a:defPPr>
            <a:lvl1pPr>
              <a:defRPr sz="1500" b="1">
                <a:solidFill>
                  <a:srgbClr val="07381E"/>
                </a:solidFill>
              </a:defRPr>
            </a:lvl1pPr>
            <a:lvl2pPr>
              <a:defRPr sz="1500" b="1">
                <a:solidFill>
                  <a:srgbClr val="07381E"/>
                </a:solidFill>
              </a:defRPr>
            </a:lvl2pPr>
            <a:lvl3pPr>
              <a:defRPr sz="1500" b="1">
                <a:solidFill>
                  <a:srgbClr val="07381E"/>
                </a:solidFill>
              </a:defRPr>
            </a:lvl3pPr>
            <a:lvl4pPr>
              <a:defRPr sz="1500" b="1">
                <a:solidFill>
                  <a:srgbClr val="07381E"/>
                </a:solidFill>
              </a:defRPr>
            </a:lvl4pPr>
            <a:lvl5pPr>
              <a:defRPr sz="1500" b="1">
                <a:solidFill>
                  <a:srgbClr val="07381E"/>
                </a:solidFill>
              </a:defRPr>
            </a:lvl5pPr>
            <a:lvl6pPr>
              <a:defRPr sz="1500" b="1">
                <a:solidFill>
                  <a:srgbClr val="07381E"/>
                </a:solidFill>
              </a:defRPr>
            </a:lvl6pPr>
            <a:lvl7pPr>
              <a:defRPr sz="1500" b="1">
                <a:solidFill>
                  <a:srgbClr val="07381E"/>
                </a:solidFill>
              </a:defRPr>
            </a:lvl7pPr>
            <a:lvl8pPr>
              <a:defRPr sz="1500" b="1">
                <a:solidFill>
                  <a:srgbClr val="07381E"/>
                </a:solidFill>
              </a:defRPr>
            </a:lvl8pPr>
            <a:lvl9pPr>
              <a:defRPr sz="1500" b="1">
                <a:solidFill>
                  <a:srgbClr val="07381E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07381E"/>
                </a:solidFill>
              </a:defRPr>
            </a:pPr>
            <a:r>
              <a:rPr sz="1500" b="1">
                <a:solidFill>
                  <a:srgbClr val="07381E"/>
                </a:solidFill>
              </a:rPr>
              <a:t>Administrator</a:t>
            </a:r>
          </a:p>
        </p:txBody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1CA1CE4B-83A8-411B-B186-901AE6702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604260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55715C"/>
                </a:solidFill>
              </a:defRPr>
            </a:defPPr>
            <a:lvl1pPr>
              <a:defRPr sz="1425" b="0">
                <a:solidFill>
                  <a:srgbClr val="55715C"/>
                </a:solidFill>
              </a:defRPr>
            </a:lvl1pPr>
            <a:lvl2pPr>
              <a:defRPr sz="1425" b="0">
                <a:solidFill>
                  <a:srgbClr val="55715C"/>
                </a:solidFill>
              </a:defRPr>
            </a:lvl2pPr>
            <a:lvl3pPr>
              <a:defRPr sz="1425" b="0">
                <a:solidFill>
                  <a:srgbClr val="55715C"/>
                </a:solidFill>
              </a:defRPr>
            </a:lvl3pPr>
            <a:lvl4pPr>
              <a:defRPr sz="1425" b="0">
                <a:solidFill>
                  <a:srgbClr val="55715C"/>
                </a:solidFill>
              </a:defRPr>
            </a:lvl4pPr>
            <a:lvl5pPr>
              <a:defRPr sz="1425" b="0">
                <a:solidFill>
                  <a:srgbClr val="55715C"/>
                </a:solidFill>
              </a:defRPr>
            </a:lvl5pPr>
            <a:lvl6pPr>
              <a:defRPr sz="1425" b="0">
                <a:solidFill>
                  <a:srgbClr val="55715C"/>
                </a:solidFill>
              </a:defRPr>
            </a:lvl6pPr>
            <a:lvl7pPr>
              <a:defRPr sz="1425" b="0">
                <a:solidFill>
                  <a:srgbClr val="55715C"/>
                </a:solidFill>
              </a:defRPr>
            </a:lvl7pPr>
            <a:lvl8pPr>
              <a:defRPr sz="1425" b="0">
                <a:solidFill>
                  <a:srgbClr val="55715C"/>
                </a:solidFill>
              </a:defRPr>
            </a:lvl8pPr>
            <a:lvl9pPr>
              <a:defRPr sz="1425" b="0">
                <a:solidFill>
                  <a:srgbClr val="55715C"/>
                </a:solidFill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5715C"/>
                </a:solidFill>
              </a:defRPr>
            </a:pPr>
            <a:r>
              <a:rPr sz="1425" b="0">
                <a:solidFill>
                  <a:srgbClr val="55715C"/>
                </a:solidFill>
              </a:rPr>
              <a:t>Verify accounts, oversee records, and audit access.</a:t>
            </a:r>
          </a:p>
        </p:txBody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93E5E4B8-0E87-4579-84C4-0DC21D2BB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242750"/>
            <a:ext cx="152781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064522"/>
          </a:solidFill>
          <a:ln xmlns:a="http://schemas.openxmlformats.org/drawingml/2006/main" w="9525">
            <a:solidFill>
              <a:srgbClr val="064522"/>
            </a:solidFill>
            <a:prstDash val="solid"/>
          </a:ln>
        </p:spPr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ABB413B5-51A8-457B-8AA0-7522EA664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499925"/>
            <a:ext cx="1447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FFFEF7"/>
                </a:solidFill>
              </a:defRPr>
            </a:defPPr>
            <a:lvl1pPr>
              <a:defRPr sz="1875" b="1">
                <a:solidFill>
                  <a:srgbClr val="FFFEF7"/>
                </a:solidFill>
              </a:defRPr>
            </a:lvl1pPr>
            <a:lvl2pPr>
              <a:defRPr sz="1875" b="1">
                <a:solidFill>
                  <a:srgbClr val="FFFEF7"/>
                </a:solidFill>
              </a:defRPr>
            </a:lvl2pPr>
            <a:lvl3pPr>
              <a:defRPr sz="1875" b="1">
                <a:solidFill>
                  <a:srgbClr val="FFFEF7"/>
                </a:solidFill>
              </a:defRPr>
            </a:lvl3pPr>
            <a:lvl4pPr>
              <a:defRPr sz="1875" b="1">
                <a:solidFill>
                  <a:srgbClr val="FFFEF7"/>
                </a:solidFill>
              </a:defRPr>
            </a:lvl4pPr>
            <a:lvl5pPr>
              <a:defRPr sz="1875" b="1">
                <a:solidFill>
                  <a:srgbClr val="FFFEF7"/>
                </a:solidFill>
              </a:defRPr>
            </a:lvl5pPr>
            <a:lvl6pPr>
              <a:defRPr sz="1875" b="1">
                <a:solidFill>
                  <a:srgbClr val="FFFEF7"/>
                </a:solidFill>
              </a:defRPr>
            </a:lvl6pPr>
            <a:lvl7pPr>
              <a:defRPr sz="1875" b="1">
                <a:solidFill>
                  <a:srgbClr val="FFFEF7"/>
                </a:solidFill>
              </a:defRPr>
            </a:lvl7pPr>
            <a:lvl8pPr>
              <a:defRPr sz="1875" b="1">
                <a:solidFill>
                  <a:srgbClr val="FFFEF7"/>
                </a:solidFill>
              </a:defRPr>
            </a:lvl8pPr>
            <a:lvl9pPr>
              <a:defRPr sz="1875" b="1">
                <a:solidFill>
                  <a:srgbClr val="FFFEF7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FFFEF7"/>
                </a:solidFill>
              </a:defRPr>
            </a:pPr>
            <a:r>
              <a:rPr sz="1875" b="1">
                <a:solidFill>
                  <a:srgbClr val="FFFEF7"/>
                </a:solidFill>
              </a:rPr>
              <a:t>SYSTEM SCREENSHOTS</a:t>
            </a:r>
          </a:p>
        </p:txBody>
      </p:sp>
      <p:pic>
        <p:nvPic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47A53E2D-464A-41AB-BDA4-CCD63FAA27B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90721aa05e4019"/>
          <a:srcRect xmlns:a="http://schemas.openxmlformats.org/drawingml/2006/main" l="0" t="15152" r="0" b="1515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0550" y="38481000"/>
            <a:ext cx="4572000" cy="1619250"/>
          </a:xfrm>
          <a:prstGeom xmlns:a="http://schemas.openxmlformats.org/drawingml/2006/main" prst="roundRect">
            <a:avLst>
              <a:gd name="adj" fmla="val 4706"/>
            </a:avLst>
          </a:prstGeom>
        </p:spPr>
      </p:pic>
      <p:pic>
        <p:nvPic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F05568C3-CE1A-4612-A0ED-EFBA7773478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36756add874c68"/>
          <a:srcRect xmlns:a="http://schemas.openxmlformats.org/drawingml/2006/main" l="0" t="15422" r="0" b="1542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429250" y="38481000"/>
            <a:ext cx="4572000" cy="1619250"/>
          </a:xfrm>
          <a:prstGeom xmlns:a="http://schemas.openxmlformats.org/drawingml/2006/main" prst="roundRect">
            <a:avLst>
              <a:gd name="adj" fmla="val 4706"/>
            </a:avLst>
          </a:prstGeom>
        </p:spPr>
      </p:pic>
      <p:pic>
        <p:nvPic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52EEF45C-3E3C-49FB-A342-9849E1D0325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d8413fe70844dc"/>
          <a:srcRect xmlns:a="http://schemas.openxmlformats.org/drawingml/2006/main" l="0" t="14931" r="0" b="1493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267950" y="38481000"/>
            <a:ext cx="4572000" cy="1619250"/>
          </a:xfrm>
          <a:prstGeom xmlns:a="http://schemas.openxmlformats.org/drawingml/2006/main" prst="roundRect">
            <a:avLst>
              <a:gd name="adj" fmla="val 4706"/>
            </a:avLst>
          </a:prstGeom>
        </p:spPr>
      </p:pic>
      <p:pic>
        <p:nvPic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7968A26A-229B-405F-84DE-47134945727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71656d3faa4484"/>
          <a:srcRect xmlns:a="http://schemas.openxmlformats.org/drawingml/2006/main" l="0" t="15003" r="0" b="1500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0550" y="40338375"/>
            <a:ext cx="4572000" cy="1619250"/>
          </a:xfrm>
          <a:prstGeom xmlns:a="http://schemas.openxmlformats.org/drawingml/2006/main" prst="roundRect">
            <a:avLst>
              <a:gd name="adj" fmla="val 4706"/>
            </a:avLst>
          </a:prstGeom>
        </p:spPr>
      </p:pic>
      <p:pic>
        <p:nvPic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215729E3-A0D8-4FE5-BE84-86A700BD357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7cfb610b44480b"/>
          <a:srcRect xmlns:a="http://schemas.openxmlformats.org/drawingml/2006/main" l="0" t="15367" r="0" b="1536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429250" y="40338375"/>
            <a:ext cx="4572000" cy="1619250"/>
          </a:xfrm>
          <a:prstGeom xmlns:a="http://schemas.openxmlformats.org/drawingml/2006/main" prst="roundRect">
            <a:avLst>
              <a:gd name="adj" fmla="val 4706"/>
            </a:avLst>
          </a:prstGeom>
        </p:spPr>
      </p:pic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A242C02E-3791-42D3-A535-BF67AC43D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40338375"/>
            <a:ext cx="45720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7F2E6"/>
          </a:solidFill>
          <a:ln xmlns:a="http://schemas.openxmlformats.org/drawingml/2006/main" w="9525">
            <a:solidFill>
              <a:srgbClr val="B6D0B9"/>
            </a:solidFill>
            <a:prstDash val="solid"/>
          </a:ln>
        </p:spPr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AD94A27B-2D61-44E2-B2F6-E5E18B8BB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0671750"/>
            <a:ext cx="37623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07381E"/>
                </a:solidFill>
              </a:defRPr>
            </a:defPPr>
            <a:lvl1pPr>
              <a:defRPr sz="1800" b="1">
                <a:solidFill>
                  <a:srgbClr val="07381E"/>
                </a:solidFill>
              </a:defRPr>
            </a:lvl1pPr>
            <a:lvl2pPr>
              <a:defRPr sz="1800" b="1">
                <a:solidFill>
                  <a:srgbClr val="07381E"/>
                </a:solidFill>
              </a:defRPr>
            </a:lvl2pPr>
            <a:lvl3pPr>
              <a:defRPr sz="1800" b="1">
                <a:solidFill>
                  <a:srgbClr val="07381E"/>
                </a:solidFill>
              </a:defRPr>
            </a:lvl3pPr>
            <a:lvl4pPr>
              <a:defRPr sz="1800" b="1">
                <a:solidFill>
                  <a:srgbClr val="07381E"/>
                </a:solidFill>
              </a:defRPr>
            </a:lvl4pPr>
            <a:lvl5pPr>
              <a:defRPr sz="1800" b="1">
                <a:solidFill>
                  <a:srgbClr val="07381E"/>
                </a:solidFill>
              </a:defRPr>
            </a:lvl5pPr>
            <a:lvl6pPr>
              <a:defRPr sz="1800" b="1">
                <a:solidFill>
                  <a:srgbClr val="07381E"/>
                </a:solidFill>
              </a:defRPr>
            </a:lvl6pPr>
            <a:lvl7pPr>
              <a:defRPr sz="1800" b="1">
                <a:solidFill>
                  <a:srgbClr val="07381E"/>
                </a:solidFill>
              </a:defRPr>
            </a:lvl7pPr>
            <a:lvl8pPr>
              <a:defRPr sz="1800" b="1">
                <a:solidFill>
                  <a:srgbClr val="07381E"/>
                </a:solidFill>
              </a:defRPr>
            </a:lvl8pPr>
            <a:lvl9pPr>
              <a:defRPr sz="1800" b="1">
                <a:solidFill>
                  <a:srgbClr val="07381E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7381E"/>
                </a:solidFill>
              </a:defRPr>
            </a:pPr>
            <a:r>
              <a:rPr sz="1800" b="1">
                <a:solidFill>
                  <a:srgbClr val="07381E"/>
                </a:solidFill>
              </a:rPr>
              <a:t>CouncilForge connects student participation with transparent and accountable council work.</a:t>
            </a:r>
          </a:p>
        </p:txBody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A92BD9A2-F917-461F-B5C9-A8C4928FD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2529125"/>
            <a:ext cx="16459200" cy="1362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4522"/>
          </a:solidFill>
          <a:ln xmlns:a="http://schemas.openxmlformats.org/drawingml/2006/main" w="9525">
            <a:solidFill>
              <a:srgbClr val="064522"/>
            </a:solidFill>
            <a:prstDash val="solid"/>
          </a:ln>
        </p:spPr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F0266B9C-A12C-4EB5-B89F-9FC42B070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767250"/>
            <a:ext cx="685800" cy="685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A52C"/>
          </a:solidFill>
          <a:ln xmlns:a="http://schemas.openxmlformats.org/drawingml/2006/main" w="9525">
            <a:solidFill>
              <a:srgbClr val="D9A52C"/>
            </a:solidFill>
            <a:prstDash val="solid"/>
          </a:ln>
        </p:spPr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26B8F91B-41D0-4E5A-978C-01FD07E86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919650"/>
            <a:ext cx="685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FFFEF7"/>
                </a:solidFill>
              </a:defRPr>
            </a:defPPr>
            <a:lvl1pPr>
              <a:defRPr sz="2175" b="1">
                <a:solidFill>
                  <a:srgbClr val="FFFEF7"/>
                </a:solidFill>
              </a:defRPr>
            </a:lvl1pPr>
            <a:lvl2pPr>
              <a:defRPr sz="2175" b="1">
                <a:solidFill>
                  <a:srgbClr val="FFFEF7"/>
                </a:solidFill>
              </a:defRPr>
            </a:lvl2pPr>
            <a:lvl3pPr>
              <a:defRPr sz="2175" b="1">
                <a:solidFill>
                  <a:srgbClr val="FFFEF7"/>
                </a:solidFill>
              </a:defRPr>
            </a:lvl3pPr>
            <a:lvl4pPr>
              <a:defRPr sz="2175" b="1">
                <a:solidFill>
                  <a:srgbClr val="FFFEF7"/>
                </a:solidFill>
              </a:defRPr>
            </a:lvl4pPr>
            <a:lvl5pPr>
              <a:defRPr sz="2175" b="1">
                <a:solidFill>
                  <a:srgbClr val="FFFEF7"/>
                </a:solidFill>
              </a:defRPr>
            </a:lvl5pPr>
            <a:lvl6pPr>
              <a:defRPr sz="2175" b="1">
                <a:solidFill>
                  <a:srgbClr val="FFFEF7"/>
                </a:solidFill>
              </a:defRPr>
            </a:lvl6pPr>
            <a:lvl7pPr>
              <a:defRPr sz="2175" b="1">
                <a:solidFill>
                  <a:srgbClr val="FFFEF7"/>
                </a:solidFill>
              </a:defRPr>
            </a:lvl7pPr>
            <a:lvl8pPr>
              <a:defRPr sz="2175" b="1">
                <a:solidFill>
                  <a:srgbClr val="FFFEF7"/>
                </a:solidFill>
              </a:defRPr>
            </a:lvl8pPr>
            <a:lvl9pPr>
              <a:defRPr sz="2175" b="1">
                <a:solidFill>
                  <a:srgbClr val="FFFEF7"/>
                </a:solidFill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FFFEF7"/>
                </a:solidFill>
              </a:defRPr>
            </a:pPr>
            <a:r>
              <a:rPr sz="2175" b="1">
                <a:solidFill>
                  <a:srgbClr val="FFFEF7"/>
                </a:solidFill>
              </a:rPr>
              <a:t>ACC</a:t>
            </a:r>
          </a:p>
        </p:txBody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57692AC4-5127-4233-A6C8-17FA85BD4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42900600"/>
            <a:ext cx="666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FFFEF7"/>
                </a:solidFill>
              </a:defRPr>
            </a:defPPr>
            <a:lvl1pPr>
              <a:defRPr sz="1575" b="1">
                <a:solidFill>
                  <a:srgbClr val="FFFEF7"/>
                </a:solidFill>
              </a:defRPr>
            </a:lvl1pPr>
            <a:lvl2pPr>
              <a:defRPr sz="1575" b="1">
                <a:solidFill>
                  <a:srgbClr val="FFFEF7"/>
                </a:solidFill>
              </a:defRPr>
            </a:lvl2pPr>
            <a:lvl3pPr>
              <a:defRPr sz="1575" b="1">
                <a:solidFill>
                  <a:srgbClr val="FFFEF7"/>
                </a:solidFill>
              </a:defRPr>
            </a:lvl3pPr>
            <a:lvl4pPr>
              <a:defRPr sz="1575" b="1">
                <a:solidFill>
                  <a:srgbClr val="FFFEF7"/>
                </a:solidFill>
              </a:defRPr>
            </a:lvl4pPr>
            <a:lvl5pPr>
              <a:defRPr sz="1575" b="1">
                <a:solidFill>
                  <a:srgbClr val="FFFEF7"/>
                </a:solidFill>
              </a:defRPr>
            </a:lvl5pPr>
            <a:lvl6pPr>
              <a:defRPr sz="1575" b="1">
                <a:solidFill>
                  <a:srgbClr val="FFFEF7"/>
                </a:solidFill>
              </a:defRPr>
            </a:lvl6pPr>
            <a:lvl7pPr>
              <a:defRPr sz="1575" b="1">
                <a:solidFill>
                  <a:srgbClr val="FFFEF7"/>
                </a:solidFill>
              </a:defRPr>
            </a:lvl7pPr>
            <a:lvl8pPr>
              <a:defRPr sz="1575" b="1">
                <a:solidFill>
                  <a:srgbClr val="FFFEF7"/>
                </a:solidFill>
              </a:defRPr>
            </a:lvl8pPr>
            <a:lvl9pPr>
              <a:defRPr sz="1575" b="1">
                <a:solidFill>
                  <a:srgbClr val="FFFEF7"/>
                </a:solidFill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FFFEF7"/>
                </a:solidFill>
              </a:defRPr>
            </a:pPr>
            <a:r>
              <a:rPr sz="1575" b="1">
                <a:solidFill>
                  <a:srgbClr val="FFFEF7"/>
                </a:solidFill>
              </a:rPr>
              <a:t>ABUYOG COMMUNITY COLLEGE</a:t>
            </a:r>
          </a:p>
        </p:txBody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103EA1AC-DB3C-49B3-93AB-2A27D417A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432435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D6EAD8"/>
                </a:solidFill>
              </a:defRPr>
            </a:defPPr>
            <a:lvl1pPr>
              <a:defRPr sz="1200" b="0">
                <a:solidFill>
                  <a:srgbClr val="D6EAD8"/>
                </a:solidFill>
              </a:defRPr>
            </a:lvl1pPr>
            <a:lvl2pPr>
              <a:defRPr sz="1200" b="0">
                <a:solidFill>
                  <a:srgbClr val="D6EAD8"/>
                </a:solidFill>
              </a:defRPr>
            </a:lvl2pPr>
            <a:lvl3pPr>
              <a:defRPr sz="1200" b="0">
                <a:solidFill>
                  <a:srgbClr val="D6EAD8"/>
                </a:solidFill>
              </a:defRPr>
            </a:lvl3pPr>
            <a:lvl4pPr>
              <a:defRPr sz="1200" b="0">
                <a:solidFill>
                  <a:srgbClr val="D6EAD8"/>
                </a:solidFill>
              </a:defRPr>
            </a:lvl4pPr>
            <a:lvl5pPr>
              <a:defRPr sz="1200" b="0">
                <a:solidFill>
                  <a:srgbClr val="D6EAD8"/>
                </a:solidFill>
              </a:defRPr>
            </a:lvl5pPr>
            <a:lvl6pPr>
              <a:defRPr sz="1200" b="0">
                <a:solidFill>
                  <a:srgbClr val="D6EAD8"/>
                </a:solidFill>
              </a:defRPr>
            </a:lvl6pPr>
            <a:lvl7pPr>
              <a:defRPr sz="1200" b="0">
                <a:solidFill>
                  <a:srgbClr val="D6EAD8"/>
                </a:solidFill>
              </a:defRPr>
            </a:lvl7pPr>
            <a:lvl8pPr>
              <a:defRPr sz="1200" b="0">
                <a:solidFill>
                  <a:srgbClr val="D6EAD8"/>
                </a:solidFill>
              </a:defRPr>
            </a:lvl8pPr>
            <a:lvl9pPr>
              <a:defRPr sz="1200" b="0">
                <a:solidFill>
                  <a:srgbClr val="D6EAD8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D6EAD8"/>
                </a:solidFill>
              </a:defRPr>
            </a:pPr>
            <a:r>
              <a:rPr sz="1200" b="0">
                <a:solidFill>
                  <a:srgbClr val="D6EAD8"/>
                </a:solidFill>
              </a:rPr>
              <a:t>Student Council Management System</a:t>
            </a:r>
          </a:p>
        </p:txBody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DCC2EA29-FA6E-4DCD-A88A-D100CAA30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2767250"/>
            <a:ext cx="4000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FFFEF7"/>
                </a:solidFill>
              </a:defRPr>
            </a:defPPr>
            <a:lvl1pPr>
              <a:defRPr sz="1200" b="0">
                <a:solidFill>
                  <a:srgbClr val="FFFEF7"/>
                </a:solidFill>
              </a:defRPr>
            </a:lvl1pPr>
            <a:lvl2pPr>
              <a:defRPr sz="1200" b="0">
                <a:solidFill>
                  <a:srgbClr val="FFFEF7"/>
                </a:solidFill>
              </a:defRPr>
            </a:lvl2pPr>
            <a:lvl3pPr>
              <a:defRPr sz="1200" b="0">
                <a:solidFill>
                  <a:srgbClr val="FFFEF7"/>
                </a:solidFill>
              </a:defRPr>
            </a:lvl3pPr>
            <a:lvl4pPr>
              <a:defRPr sz="1200" b="0">
                <a:solidFill>
                  <a:srgbClr val="FFFEF7"/>
                </a:solidFill>
              </a:defRPr>
            </a:lvl4pPr>
            <a:lvl5pPr>
              <a:defRPr sz="1200" b="0">
                <a:solidFill>
                  <a:srgbClr val="FFFEF7"/>
                </a:solidFill>
              </a:defRPr>
            </a:lvl5pPr>
            <a:lvl6pPr>
              <a:defRPr sz="1200" b="0">
                <a:solidFill>
                  <a:srgbClr val="FFFEF7"/>
                </a:solidFill>
              </a:defRPr>
            </a:lvl6pPr>
            <a:lvl7pPr>
              <a:defRPr sz="1200" b="0">
                <a:solidFill>
                  <a:srgbClr val="FFFEF7"/>
                </a:solidFill>
              </a:defRPr>
            </a:lvl7pPr>
            <a:lvl8pPr>
              <a:defRPr sz="1200" b="0">
                <a:solidFill>
                  <a:srgbClr val="FFFEF7"/>
                </a:solidFill>
              </a:defRPr>
            </a:lvl8pPr>
            <a:lvl9pPr>
              <a:defRPr sz="1200" b="0">
                <a:solidFill>
                  <a:srgbClr val="FFFEF7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FFFEF7"/>
                </a:solidFill>
              </a:defRPr>
            </a:pPr>
            <a:r>
              <a:rPr sz="1200" b="0">
                <a:solidFill>
                  <a:srgbClr val="FFFEF7"/>
                </a:solidFill>
              </a:rPr>
              <a:t>Developed by</a:t>
            </a:r>
          </a:p>
          <a:p xmlns:a="http://schemas.openxmlformats.org/drawingml/2006/main">
            <a:pPr>
              <a:defRPr sz="1200" b="0">
                <a:solidFill>
                  <a:srgbClr val="FFFEF7"/>
                </a:solidFill>
              </a:defRPr>
            </a:pPr>
            <a:r>
              <a:rPr sz="1200" b="0">
                <a:solidFill>
                  <a:srgbClr val="FFFEF7"/>
                </a:solidFill>
              </a:rPr>
              <a:t>Sophia Corsiga</a:t>
            </a:r>
          </a:p>
          <a:p xmlns:a="http://schemas.openxmlformats.org/drawingml/2006/main">
            <a:pPr>
              <a:defRPr sz="1200" b="0">
                <a:solidFill>
                  <a:srgbClr val="FFFEF7"/>
                </a:solidFill>
              </a:defRPr>
            </a:pPr>
            <a:r>
              <a:rPr sz="1200" b="0">
                <a:solidFill>
                  <a:srgbClr val="FFFEF7"/>
                </a:solidFill>
              </a:rPr>
              <a:t>Princess Lhea Cominador</a:t>
            </a:r>
          </a:p>
          <a:p xmlns:a="http://schemas.openxmlformats.org/drawingml/2006/main">
            <a:pPr>
              <a:defRPr sz="1200" b="0">
                <a:solidFill>
                  <a:srgbClr val="FFFEF7"/>
                </a:solidFill>
              </a:defRPr>
            </a:pPr>
            <a:r>
              <a:rPr sz="1200" b="0">
                <a:solidFill>
                  <a:srgbClr val="FFFEF7"/>
                </a:solidFill>
              </a:rPr>
              <a:t>Evanlloyd Bandolin</a:t>
            </a:r>
          </a:p>
        </p:txBody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AAB230A7-C50F-40B6-B68A-CB96762C0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35292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D6EAD8"/>
                </a:solidFill>
              </a:defRPr>
            </a:defPPr>
            <a:lvl1pPr>
              <a:defRPr sz="1200" b="1">
                <a:solidFill>
                  <a:srgbClr val="D6EAD8"/>
                </a:solidFill>
              </a:defRPr>
            </a:lvl1pPr>
            <a:lvl2pPr>
              <a:defRPr sz="1200" b="1">
                <a:solidFill>
                  <a:srgbClr val="D6EAD8"/>
                </a:solidFill>
              </a:defRPr>
            </a:lvl2pPr>
            <a:lvl3pPr>
              <a:defRPr sz="1200" b="1">
                <a:solidFill>
                  <a:srgbClr val="D6EAD8"/>
                </a:solidFill>
              </a:defRPr>
            </a:lvl3pPr>
            <a:lvl4pPr>
              <a:defRPr sz="1200" b="1">
                <a:solidFill>
                  <a:srgbClr val="D6EAD8"/>
                </a:solidFill>
              </a:defRPr>
            </a:lvl4pPr>
            <a:lvl5pPr>
              <a:defRPr sz="1200" b="1">
                <a:solidFill>
                  <a:srgbClr val="D6EAD8"/>
                </a:solidFill>
              </a:defRPr>
            </a:lvl5pPr>
            <a:lvl6pPr>
              <a:defRPr sz="1200" b="1">
                <a:solidFill>
                  <a:srgbClr val="D6EAD8"/>
                </a:solidFill>
              </a:defRPr>
            </a:lvl6pPr>
            <a:lvl7pPr>
              <a:defRPr sz="1200" b="1">
                <a:solidFill>
                  <a:srgbClr val="D6EAD8"/>
                </a:solidFill>
              </a:defRPr>
            </a:lvl7pPr>
            <a:lvl8pPr>
              <a:defRPr sz="1200" b="1">
                <a:solidFill>
                  <a:srgbClr val="D6EAD8"/>
                </a:solidFill>
              </a:defRPr>
            </a:lvl8pPr>
            <a:lvl9pPr>
              <a:defRPr sz="1200" b="1">
                <a:solidFill>
                  <a:srgbClr val="D6EAD8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D6EAD8"/>
                </a:solidFill>
              </a:defRPr>
            </a:pPr>
            <a:r>
              <a:rPr sz="1200" b="1">
                <a:solidFill>
                  <a:srgbClr val="D6EAD8"/>
                </a:solidFill>
              </a:rPr>
              <a:t>Adviser: Richie A. Cabangon, MSc IT</a:t>
            </a:r>
          </a:p>
        </p:txBody>
      </p:sp>
    </p:spTree>
    <p:extLst>
      <p:ext uri="{BB962C8B-B14F-4D97-AF65-F5344CB8AC3E}">
        <p14:creationId xmlns:p14="http://schemas.microsoft.com/office/powerpoint/2010/main" val="178121857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2026-10-19T05:48:03.9930000Z</dcterms:created>
  <dcterms:modified xsi:type="dcterms:W3CDTF">2026-10-19T05:48:03.9940000Z</dcterms:modified>
</coreProperties>
</file>