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c7c7a5a06e4958" /><Relationship Type="http://schemas.openxmlformats.org/officeDocument/2006/relationships/extended-properties" Target="/docProps/app.xml" Id="R227f5c9d11274494" /><Relationship Type="http://schemas.openxmlformats.org/officeDocument/2006/relationships/officeDocument" Target="/ppt/presentation.xml" Id="Ra71b15fc78024f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8a45b6fd3d4552"/>
  </p:sldMasterIdLst>
  <p:notesMasterIdLst>
    <p:notesMasterId xmlns:r="http://schemas.openxmlformats.org/officeDocument/2006/relationships" r:id="R3ebaff85a36e49fd"/>
  </p:notesMasterIdLst>
  <p:sldIdLst>
    <p:sldId xmlns:r="http://schemas.openxmlformats.org/officeDocument/2006/relationships" id="256" r:id="Rc5585fd488c74313"/>
  </p:sldIdLst>
  <p:sldSz cx="16459200" cy="4389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856f2e26654a2f" /><Relationship Type="http://schemas.openxmlformats.org/officeDocument/2006/relationships/slideMaster" Target="/ppt/slideMasters/slideMaster1.xml" Id="R3d8a45b6fd3d4552" /><Relationship Type="http://schemas.openxmlformats.org/officeDocument/2006/relationships/notesMaster" Target="/ppt/notesMasters/notesMaster1.xml" Id="R3ebaff85a36e49fd" /><Relationship Type="http://schemas.openxmlformats.org/officeDocument/2006/relationships/presProps" Target="/ppt/presProps.xml" Id="Re6d0d453eb8243b3" /><Relationship Type="http://schemas.openxmlformats.org/officeDocument/2006/relationships/tableStyles" Target="/ppt/tableStyles.xml" Id="R1b7b263085e640e5" /><Relationship Type="http://schemas.openxmlformats.org/officeDocument/2006/relationships/slide" Target="/ppt/slides/slide1.xml" Id="Rc5585fd488c743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7dfd3f10874f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4c0a1c52154139" /><Relationship Type="http://schemas.openxmlformats.org/officeDocument/2006/relationships/notesMaster" Target="/ppt/notesMasters/notesMaster1.xml" Id="Re29bef0c08bf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0db978fdd4c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2feacd65549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07c1db48040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16ba534df47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a3ed6790747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b9ebcf3574b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0FF761-4CBB-40D3-8627-16B585358C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5920" y="16581120"/>
            <a:ext cx="13167360" cy="633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4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95024E-ECCB-4C61-8231-36F60F5157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68880" y="24140160"/>
            <a:ext cx="11521440" cy="48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4C910A-E87A-4D6A-91C6-020667274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5920" y="18288000"/>
            <a:ext cx="13167360" cy="731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8D767A-2845-4620-BCEC-EF2DED9DA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3413760"/>
            <a:ext cx="14607540" cy="53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BD0E83-D61C-4425-A60F-2E2C7BC5E7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5830" y="12192000"/>
            <a:ext cx="1460754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EE31A0-18BA-43B7-95BB-27A80482B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3413760"/>
            <a:ext cx="14607540" cy="53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169769-334B-4A35-99B9-C5A2B95362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5830" y="12192000"/>
            <a:ext cx="678942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E76FA1-E670-4B4B-8044-3F3D108413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743950" y="12192000"/>
            <a:ext cx="678942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28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B0D407-4664-4AB9-895B-A8B13DAB2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5830" y="3413760"/>
            <a:ext cx="14607540" cy="536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1B08CF-6810-41BD-BC74-4C858A4F64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25830" y="12192000"/>
            <a:ext cx="6789420" cy="2731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86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200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315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430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453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6601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7749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8897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00450" indent="-308610" algn="l">
              <a:lnSpc>
                <a:spcPct val="110000"/>
              </a:lnSpc>
              <a:spcBef>
                <a:spcPts val="0"/>
              </a:spcBef>
              <a:spcAft>
                <a:spcPts val="1620"/>
              </a:spcAft>
              <a:buChar char="•"/>
              <a:defRPr sz="30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2e96cf36e54630" /><Relationship Type="http://schemas.openxmlformats.org/officeDocument/2006/relationships/slideLayout" Target="/ppt/slideLayouts/slideLayout1.xml" Id="R0ae45171e2784133" /><Relationship Type="http://schemas.openxmlformats.org/officeDocument/2006/relationships/slideLayout" Target="/ppt/slideLayouts/slideLayout2.xml" Id="Rd824c3f3f1f24924" /><Relationship Type="http://schemas.openxmlformats.org/officeDocument/2006/relationships/slideLayout" Target="/ppt/slideLayouts/slideLayout3.xml" Id="Rded82697a48d4142" /><Relationship Type="http://schemas.openxmlformats.org/officeDocument/2006/relationships/slideLayout" Target="/ppt/slideLayouts/slideLayout4.xml" Id="R5581f2b0d36544e6" /><Relationship Type="http://schemas.openxmlformats.org/officeDocument/2006/relationships/slideLayout" Target="/ppt/slideLayouts/slideLayout5.xml" Id="Rf0fa589294714596" /><Relationship Type="http://schemas.openxmlformats.org/officeDocument/2006/relationships/slideLayout" Target="/ppt/slideLayouts/slideLayout6.xml" Id="R8c1527a269d042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e45171e2784133"/>
    <p:sldLayoutId xmlns:r="http://schemas.openxmlformats.org/officeDocument/2006/relationships" id="2147483650" r:id="Rd824c3f3f1f24924"/>
    <p:sldLayoutId xmlns:r="http://schemas.openxmlformats.org/officeDocument/2006/relationships" id="2147483651" r:id="Rded82697a48d4142"/>
    <p:sldLayoutId xmlns:r="http://schemas.openxmlformats.org/officeDocument/2006/relationships" id="2147483652" r:id="R5581f2b0d36544e6"/>
    <p:sldLayoutId xmlns:r="http://schemas.openxmlformats.org/officeDocument/2006/relationships" id="2147483653" r:id="Rf0fa589294714596"/>
    <p:sldLayoutId xmlns:r="http://schemas.openxmlformats.org/officeDocument/2006/relationships" id="2147483654" r:id="R8c1527a269d042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4d893664e4e0e" /><Relationship Type="http://schemas.openxmlformats.org/officeDocument/2006/relationships/image" Target="/ppt/media/image.png" Id="Ra8e78ef3289041c8" /><Relationship Type="http://schemas.openxmlformats.org/officeDocument/2006/relationships/image" Target="/ppt/media/image2.png" Id="R6150c67e58934b59" /><Relationship Type="http://schemas.openxmlformats.org/officeDocument/2006/relationships/image" Target="/ppt/media/image3.png" Id="R6cd2b0891dd1404e" /><Relationship Type="http://schemas.openxmlformats.org/officeDocument/2006/relationships/image" Target="/ppt/media/image4.png" Id="R2fa207ac6a2a4f13" /><Relationship Type="http://schemas.openxmlformats.org/officeDocument/2006/relationships/image" Target="/ppt/media/image5.png" Id="R180026e1c6a944a0" /><Relationship Type="http://schemas.openxmlformats.org/officeDocument/2006/relationships/notesSlide" Target="/ppt/notesSlides/notesSlide1.xml" Id="Rec302fc8376045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3C2B982-81BB-4295-A613-4037B12D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3C839-CAA2-4982-B2BE-04876BC4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F8F5DF"/>
                </a:solidFill>
              </a:defRPr>
            </a:defPPr>
            <a:lvl1pPr>
              <a:defRPr sz="4575" b="1">
                <a:solidFill>
                  <a:srgbClr val="F8F5DF"/>
                </a:solidFill>
              </a:defRPr>
            </a:lvl1pPr>
            <a:lvl2pPr>
              <a:defRPr sz="4575" b="1">
                <a:solidFill>
                  <a:srgbClr val="F8F5DF"/>
                </a:solidFill>
              </a:defRPr>
            </a:lvl2pPr>
            <a:lvl3pPr>
              <a:defRPr sz="4575" b="1">
                <a:solidFill>
                  <a:srgbClr val="F8F5DF"/>
                </a:solidFill>
              </a:defRPr>
            </a:lvl3pPr>
            <a:lvl4pPr>
              <a:defRPr sz="4575" b="1">
                <a:solidFill>
                  <a:srgbClr val="F8F5DF"/>
                </a:solidFill>
              </a:defRPr>
            </a:lvl4pPr>
            <a:lvl5pPr>
              <a:defRPr sz="4575" b="1">
                <a:solidFill>
                  <a:srgbClr val="F8F5DF"/>
                </a:solidFill>
              </a:defRPr>
            </a:lvl5pPr>
            <a:lvl6pPr>
              <a:defRPr sz="4575" b="1">
                <a:solidFill>
                  <a:srgbClr val="F8F5DF"/>
                </a:solidFill>
              </a:defRPr>
            </a:lvl6pPr>
            <a:lvl7pPr>
              <a:defRPr sz="4575" b="1">
                <a:solidFill>
                  <a:srgbClr val="F8F5DF"/>
                </a:solidFill>
              </a:defRPr>
            </a:lvl7pPr>
            <a:lvl8pPr>
              <a:defRPr sz="4575" b="1">
                <a:solidFill>
                  <a:srgbClr val="F8F5DF"/>
                </a:solidFill>
              </a:defRPr>
            </a:lvl8pPr>
            <a:lvl9pPr>
              <a:defRPr sz="4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F8F5DF"/>
                </a:solidFill>
              </a:defRPr>
            </a:pPr>
            <a:r>
              <a:rPr sz="4575" b="1">
                <a:solidFill>
                  <a:srgbClr val="F8F5DF"/>
                </a:solidFill>
              </a:rPr>
              <a:t>CouncilForge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4B8BE-09FD-48EF-B1DF-EB5A2E75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57300"/>
            <a:ext cx="847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1E0A0"/>
                </a:solidFill>
              </a:defRPr>
            </a:defPPr>
            <a:lvl1pPr>
              <a:defRPr sz="1725" b="1">
                <a:solidFill>
                  <a:srgbClr val="71E0A0"/>
                </a:solidFill>
              </a:defRPr>
            </a:lvl1pPr>
            <a:lvl2pPr>
              <a:defRPr sz="1725" b="1">
                <a:solidFill>
                  <a:srgbClr val="71E0A0"/>
                </a:solidFill>
              </a:defRPr>
            </a:lvl2pPr>
            <a:lvl3pPr>
              <a:defRPr sz="1725" b="1">
                <a:solidFill>
                  <a:srgbClr val="71E0A0"/>
                </a:solidFill>
              </a:defRPr>
            </a:lvl3pPr>
            <a:lvl4pPr>
              <a:defRPr sz="1725" b="1">
                <a:solidFill>
                  <a:srgbClr val="71E0A0"/>
                </a:solidFill>
              </a:defRPr>
            </a:lvl4pPr>
            <a:lvl5pPr>
              <a:defRPr sz="1725" b="1">
                <a:solidFill>
                  <a:srgbClr val="71E0A0"/>
                </a:solidFill>
              </a:defRPr>
            </a:lvl5pPr>
            <a:lvl6pPr>
              <a:defRPr sz="1725" b="1">
                <a:solidFill>
                  <a:srgbClr val="71E0A0"/>
                </a:solidFill>
              </a:defRPr>
            </a:lvl6pPr>
            <a:lvl7pPr>
              <a:defRPr sz="1725" b="1">
                <a:solidFill>
                  <a:srgbClr val="71E0A0"/>
                </a:solidFill>
              </a:defRPr>
            </a:lvl7pPr>
            <a:lvl8pPr>
              <a:defRPr sz="1725" b="1">
                <a:solidFill>
                  <a:srgbClr val="71E0A0"/>
                </a:solidFill>
              </a:defRPr>
            </a:lvl8pPr>
            <a:lvl9pPr>
              <a:defRPr sz="17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1E0A0"/>
                </a:solidFill>
              </a:defRPr>
            </a:pPr>
            <a:r>
              <a:rPr sz="1725" b="1">
                <a:solidFill>
                  <a:srgbClr val="71E0A0"/>
                </a:solidFill>
              </a:rPr>
              <a:t>STUDENT COUNCIL 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1BB59-5AD4-44A1-81C1-2C1BC75C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Group Members: Sophia Corsiga  •  Princess Lhea Cominador  •  Evanlloyd Bandolin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8E100-5298-4CBD-BDE2-30F036E2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1E0A0"/>
                </a:solidFill>
              </a:defRPr>
            </a:defPPr>
            <a:lvl1pPr>
              <a:defRPr sz="1275" b="1">
                <a:solidFill>
                  <a:srgbClr val="71E0A0"/>
                </a:solidFill>
              </a:defRPr>
            </a:lvl1pPr>
            <a:lvl2pPr>
              <a:defRPr sz="1275" b="1">
                <a:solidFill>
                  <a:srgbClr val="71E0A0"/>
                </a:solidFill>
              </a:defRPr>
            </a:lvl2pPr>
            <a:lvl3pPr>
              <a:defRPr sz="1275" b="1">
                <a:solidFill>
                  <a:srgbClr val="71E0A0"/>
                </a:solidFill>
              </a:defRPr>
            </a:lvl3pPr>
            <a:lvl4pPr>
              <a:defRPr sz="1275" b="1">
                <a:solidFill>
                  <a:srgbClr val="71E0A0"/>
                </a:solidFill>
              </a:defRPr>
            </a:lvl4pPr>
            <a:lvl5pPr>
              <a:defRPr sz="1275" b="1">
                <a:solidFill>
                  <a:srgbClr val="71E0A0"/>
                </a:solidFill>
              </a:defRPr>
            </a:lvl5pPr>
            <a:lvl6pPr>
              <a:defRPr sz="1275" b="1">
                <a:solidFill>
                  <a:srgbClr val="71E0A0"/>
                </a:solidFill>
              </a:defRPr>
            </a:lvl6pPr>
            <a:lvl7pPr>
              <a:defRPr sz="1275" b="1">
                <a:solidFill>
                  <a:srgbClr val="71E0A0"/>
                </a:solidFill>
              </a:defRPr>
            </a:lvl7pPr>
            <a:lvl8pPr>
              <a:defRPr sz="1275" b="1">
                <a:solidFill>
                  <a:srgbClr val="71E0A0"/>
                </a:solidFill>
              </a:defRPr>
            </a:lvl8pPr>
            <a:lvl9pPr>
              <a:defRPr sz="12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1E0A0"/>
                </a:solidFill>
              </a:defRPr>
            </a:pPr>
            <a:r>
              <a:rPr sz="1275" b="1">
                <a:solidFill>
                  <a:srgbClr val="71E0A0"/>
                </a:solidFill>
              </a:rPr>
              <a:t>Adviser: Richie A. Cabangon, MSc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3A8D0-AC9D-4651-A788-DE827142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714375"/>
            <a:ext cx="4686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36A8A-0195-4908-8A56-994E29B6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942975"/>
            <a:ext cx="411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CIVIC TECH 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27CEB-FA2C-46D5-A150-F1DFF0B3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257300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8F5DF"/>
                </a:solidFill>
              </a:defRPr>
            </a:defPPr>
            <a:lvl1pPr>
              <a:defRPr sz="1200" b="0">
                <a:solidFill>
                  <a:srgbClr val="F8F5DF"/>
                </a:solidFill>
              </a:defRPr>
            </a:lvl1pPr>
            <a:lvl2pPr>
              <a:defRPr sz="1200" b="0">
                <a:solidFill>
                  <a:srgbClr val="F8F5DF"/>
                </a:solidFill>
              </a:defRPr>
            </a:lvl2pPr>
            <a:lvl3pPr>
              <a:defRPr sz="1200" b="0">
                <a:solidFill>
                  <a:srgbClr val="F8F5DF"/>
                </a:solidFill>
              </a:defRPr>
            </a:lvl3pPr>
            <a:lvl4pPr>
              <a:defRPr sz="1200" b="0">
                <a:solidFill>
                  <a:srgbClr val="F8F5DF"/>
                </a:solidFill>
              </a:defRPr>
            </a:lvl4pPr>
            <a:lvl5pPr>
              <a:defRPr sz="1200" b="0">
                <a:solidFill>
                  <a:srgbClr val="F8F5DF"/>
                </a:solidFill>
              </a:defRPr>
            </a:lvl5pPr>
            <a:lvl6pPr>
              <a:defRPr sz="1200" b="0">
                <a:solidFill>
                  <a:srgbClr val="F8F5DF"/>
                </a:solidFill>
              </a:defRPr>
            </a:lvl6pPr>
            <a:lvl7pPr>
              <a:defRPr sz="1200" b="0">
                <a:solidFill>
                  <a:srgbClr val="F8F5DF"/>
                </a:solidFill>
              </a:defRPr>
            </a:lvl7pPr>
            <a:lvl8pPr>
              <a:defRPr sz="1200" b="0">
                <a:solidFill>
                  <a:srgbClr val="F8F5DF"/>
                </a:solidFill>
              </a:defRPr>
            </a:lvl8pPr>
            <a:lvl9pPr>
              <a:defRPr sz="1200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8F5DF"/>
                </a:solidFill>
              </a:defRPr>
            </a:pPr>
            <a:r>
              <a:rPr sz="1200" b="0">
                <a:solidFill>
                  <a:srgbClr val="F8F5DF"/>
                </a:solidFill>
              </a:rPr>
              <a:t>Abuyog Community College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722BD-FEEC-432E-8DB4-6EBD4CED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4706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F8F5DF"/>
                </a:solidFill>
              </a:defRPr>
            </a:defPPr>
            <a:lvl1pPr>
              <a:defRPr sz="4125" b="1">
                <a:solidFill>
                  <a:srgbClr val="F8F5DF"/>
                </a:solidFill>
              </a:defRPr>
            </a:lvl1pPr>
            <a:lvl2pPr>
              <a:defRPr sz="4125" b="1">
                <a:solidFill>
                  <a:srgbClr val="F8F5DF"/>
                </a:solidFill>
              </a:defRPr>
            </a:lvl2pPr>
            <a:lvl3pPr>
              <a:defRPr sz="4125" b="1">
                <a:solidFill>
                  <a:srgbClr val="F8F5DF"/>
                </a:solidFill>
              </a:defRPr>
            </a:lvl3pPr>
            <a:lvl4pPr>
              <a:defRPr sz="4125" b="1">
                <a:solidFill>
                  <a:srgbClr val="F8F5DF"/>
                </a:solidFill>
              </a:defRPr>
            </a:lvl4pPr>
            <a:lvl5pPr>
              <a:defRPr sz="4125" b="1">
                <a:solidFill>
                  <a:srgbClr val="F8F5DF"/>
                </a:solidFill>
              </a:defRPr>
            </a:lvl5pPr>
            <a:lvl6pPr>
              <a:defRPr sz="4125" b="1">
                <a:solidFill>
                  <a:srgbClr val="F8F5DF"/>
                </a:solidFill>
              </a:defRPr>
            </a:lvl6pPr>
            <a:lvl7pPr>
              <a:defRPr sz="4125" b="1">
                <a:solidFill>
                  <a:srgbClr val="F8F5DF"/>
                </a:solidFill>
              </a:defRPr>
            </a:lvl7pPr>
            <a:lvl8pPr>
              <a:defRPr sz="4125" b="1">
                <a:solidFill>
                  <a:srgbClr val="F8F5DF"/>
                </a:solidFill>
              </a:defRPr>
            </a:lvl8pPr>
            <a:lvl9pPr>
              <a:defRPr sz="41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F8F5DF"/>
                </a:solidFill>
              </a:defRPr>
            </a:pPr>
            <a:r>
              <a:rPr sz="4125" b="1">
                <a:solidFill>
                  <a:srgbClr val="F8F5DF"/>
                </a:solidFill>
              </a:rPr>
              <a:t>One campus platform for</a:t>
            </a:r>
          </a:p>
          <a:p xmlns:a="http://schemas.openxmlformats.org/drawingml/2006/main">
            <a:pPr>
              <a:defRPr sz="4125" b="1">
                <a:solidFill>
                  <a:srgbClr val="F8F5DF"/>
                </a:solidFill>
              </a:defRPr>
            </a:pPr>
            <a:r>
              <a:rPr sz="4125" b="1">
                <a:solidFill>
                  <a:srgbClr val="F8F5DF"/>
                </a:solidFill>
              </a:rPr>
              <a:t>accountable student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22A6F-0933-4EB4-B75F-FDA1439D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455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ED5C3"/>
                </a:solidFill>
              </a:defRPr>
            </a:defPPr>
            <a:lvl1pPr>
              <a:defRPr sz="1500" b="1">
                <a:solidFill>
                  <a:srgbClr val="BED5C3"/>
                </a:solidFill>
              </a:defRPr>
            </a:lvl1pPr>
            <a:lvl2pPr>
              <a:defRPr sz="1500" b="1">
                <a:solidFill>
                  <a:srgbClr val="BED5C3"/>
                </a:solidFill>
              </a:defRPr>
            </a:lvl2pPr>
            <a:lvl3pPr>
              <a:defRPr sz="1500" b="1">
                <a:solidFill>
                  <a:srgbClr val="BED5C3"/>
                </a:solidFill>
              </a:defRPr>
            </a:lvl3pPr>
            <a:lvl4pPr>
              <a:defRPr sz="1500" b="1">
                <a:solidFill>
                  <a:srgbClr val="BED5C3"/>
                </a:solidFill>
              </a:defRPr>
            </a:lvl4pPr>
            <a:lvl5pPr>
              <a:defRPr sz="1500" b="1">
                <a:solidFill>
                  <a:srgbClr val="BED5C3"/>
                </a:solidFill>
              </a:defRPr>
            </a:lvl5pPr>
            <a:lvl6pPr>
              <a:defRPr sz="1500" b="1">
                <a:solidFill>
                  <a:srgbClr val="BED5C3"/>
                </a:solidFill>
              </a:defRPr>
            </a:lvl6pPr>
            <a:lvl7pPr>
              <a:defRPr sz="1500" b="1">
                <a:solidFill>
                  <a:srgbClr val="BED5C3"/>
                </a:solidFill>
              </a:defRPr>
            </a:lvl7pPr>
            <a:lvl8pPr>
              <a:defRPr sz="1500" b="1">
                <a:solidFill>
                  <a:srgbClr val="BED5C3"/>
                </a:solidFill>
              </a:defRPr>
            </a:lvl8pPr>
            <a:lvl9pPr>
              <a:defRPr sz="1500" b="1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ED5C3"/>
                </a:solidFill>
              </a:defRPr>
            </a:pPr>
            <a:r>
              <a:rPr sz="1500" b="1">
                <a:solidFill>
                  <a:srgbClr val="BED5C3"/>
                </a:solidFill>
              </a:rPr>
              <a:t>ACADEMIC PROJECT POSTER  |  PRINT SIZE: 3 FT × 8 FT  |  PORTRAIT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E8887-9DD0-4200-8739-2F3BADDA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51257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CAEAD-F14D-4F3B-BB35-6D7981E6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1F26A-36F8-41C0-886E-BEE637A8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Why CouncilForge?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CF71C-222B-45CD-AA78-BB36E8EE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14363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ED5C3"/>
                </a:solidFill>
              </a:defRPr>
            </a:defPPr>
            <a:lvl1pPr>
              <a:defRPr sz="2100" b="0">
                <a:solidFill>
                  <a:srgbClr val="BED5C3"/>
                </a:solidFill>
              </a:defRPr>
            </a:lvl1pPr>
            <a:lvl2pPr>
              <a:defRPr sz="2100" b="0">
                <a:solidFill>
                  <a:srgbClr val="BED5C3"/>
                </a:solidFill>
              </a:defRPr>
            </a:lvl2pPr>
            <a:lvl3pPr>
              <a:defRPr sz="2100" b="0">
                <a:solidFill>
                  <a:srgbClr val="BED5C3"/>
                </a:solidFill>
              </a:defRPr>
            </a:lvl3pPr>
            <a:lvl4pPr>
              <a:defRPr sz="2100" b="0">
                <a:solidFill>
                  <a:srgbClr val="BED5C3"/>
                </a:solidFill>
              </a:defRPr>
            </a:lvl4pPr>
            <a:lvl5pPr>
              <a:defRPr sz="2100" b="0">
                <a:solidFill>
                  <a:srgbClr val="BED5C3"/>
                </a:solidFill>
              </a:defRPr>
            </a:lvl5pPr>
            <a:lvl6pPr>
              <a:defRPr sz="2100" b="0">
                <a:solidFill>
                  <a:srgbClr val="BED5C3"/>
                </a:solidFill>
              </a:defRPr>
            </a:lvl6pPr>
            <a:lvl7pPr>
              <a:defRPr sz="2100" b="0">
                <a:solidFill>
                  <a:srgbClr val="BED5C3"/>
                </a:solidFill>
              </a:defRPr>
            </a:lvl7pPr>
            <a:lvl8pPr>
              <a:defRPr sz="2100" b="0">
                <a:solidFill>
                  <a:srgbClr val="BED5C3"/>
                </a:solidFill>
              </a:defRPr>
            </a:lvl8pPr>
            <a:lvl9pPr>
              <a:defRPr sz="21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ED5C3"/>
                </a:solidFill>
              </a:defRPr>
            </a:pPr>
            <a:r>
              <a:rPr sz="2100" b="0">
                <a:solidFill>
                  <a:srgbClr val="BED5C3"/>
                </a:solidFill>
              </a:rPr>
              <a:t>Student councils often work through scattered chat groups, files, and paper records. This makes tasks hard to track, limits transparency, and slows responses to student concerns.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45F13-E97A-47E0-8D59-58ADE6CA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91450"/>
            <a:ext cx="14363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FDA1C-20A5-47BC-A51B-B664621B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020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9DD8A"/>
                </a:solidFill>
              </a:defRPr>
            </a:defPPr>
            <a:lvl1pPr>
              <a:defRPr sz="1575" b="1">
                <a:solidFill>
                  <a:srgbClr val="C9DD8A"/>
                </a:solidFill>
              </a:defRPr>
            </a:lvl1pPr>
            <a:lvl2pPr>
              <a:defRPr sz="1575" b="1">
                <a:solidFill>
                  <a:srgbClr val="C9DD8A"/>
                </a:solidFill>
              </a:defRPr>
            </a:lvl2pPr>
            <a:lvl3pPr>
              <a:defRPr sz="1575" b="1">
                <a:solidFill>
                  <a:srgbClr val="C9DD8A"/>
                </a:solidFill>
              </a:defRPr>
            </a:lvl3pPr>
            <a:lvl4pPr>
              <a:defRPr sz="1575" b="1">
                <a:solidFill>
                  <a:srgbClr val="C9DD8A"/>
                </a:solidFill>
              </a:defRPr>
            </a:lvl4pPr>
            <a:lvl5pPr>
              <a:defRPr sz="1575" b="1">
                <a:solidFill>
                  <a:srgbClr val="C9DD8A"/>
                </a:solidFill>
              </a:defRPr>
            </a:lvl5pPr>
            <a:lvl6pPr>
              <a:defRPr sz="1575" b="1">
                <a:solidFill>
                  <a:srgbClr val="C9DD8A"/>
                </a:solidFill>
              </a:defRPr>
            </a:lvl6pPr>
            <a:lvl7pPr>
              <a:defRPr sz="1575" b="1">
                <a:solidFill>
                  <a:srgbClr val="C9DD8A"/>
                </a:solidFill>
              </a:defRPr>
            </a:lvl7pPr>
            <a:lvl8pPr>
              <a:defRPr sz="1575" b="1">
                <a:solidFill>
                  <a:srgbClr val="C9DD8A"/>
                </a:solidFill>
              </a:defRPr>
            </a:lvl8pPr>
            <a:lvl9pPr>
              <a:defRPr sz="1575" b="1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9DD8A"/>
                </a:solidFill>
              </a:defRPr>
            </a:pPr>
            <a:r>
              <a:rPr sz="1575" b="1">
                <a:solidFill>
                  <a:srgbClr val="C9DD8A"/>
                </a:solidFill>
              </a:rPr>
              <a:t>System agenda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56486-CA9E-4411-82B3-1D5FB45A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8010525"/>
            <a:ext cx="1188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8F5DF"/>
                </a:solidFill>
              </a:defRPr>
            </a:defPPr>
            <a:lvl1pPr>
              <a:defRPr sz="1575" b="0">
                <a:solidFill>
                  <a:srgbClr val="F8F5DF"/>
                </a:solidFill>
              </a:defRPr>
            </a:lvl1pPr>
            <a:lvl2pPr>
              <a:defRPr sz="1575" b="0">
                <a:solidFill>
                  <a:srgbClr val="F8F5DF"/>
                </a:solidFill>
              </a:defRPr>
            </a:lvl2pPr>
            <a:lvl3pPr>
              <a:defRPr sz="1575" b="0">
                <a:solidFill>
                  <a:srgbClr val="F8F5DF"/>
                </a:solidFill>
              </a:defRPr>
            </a:lvl3pPr>
            <a:lvl4pPr>
              <a:defRPr sz="1575" b="0">
                <a:solidFill>
                  <a:srgbClr val="F8F5DF"/>
                </a:solidFill>
              </a:defRPr>
            </a:lvl4pPr>
            <a:lvl5pPr>
              <a:defRPr sz="1575" b="0">
                <a:solidFill>
                  <a:srgbClr val="F8F5DF"/>
                </a:solidFill>
              </a:defRPr>
            </a:lvl5pPr>
            <a:lvl6pPr>
              <a:defRPr sz="1575" b="0">
                <a:solidFill>
                  <a:srgbClr val="F8F5DF"/>
                </a:solidFill>
              </a:defRPr>
            </a:lvl6pPr>
            <a:lvl7pPr>
              <a:defRPr sz="1575" b="0">
                <a:solidFill>
                  <a:srgbClr val="F8F5DF"/>
                </a:solidFill>
              </a:defRPr>
            </a:lvl7pPr>
            <a:lvl8pPr>
              <a:defRPr sz="1575" b="0">
                <a:solidFill>
                  <a:srgbClr val="F8F5DF"/>
                </a:solidFill>
              </a:defRPr>
            </a:lvl8pPr>
            <a:lvl9pPr>
              <a:defRPr sz="1575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8F5DF"/>
                </a:solidFill>
              </a:defRPr>
            </a:pPr>
            <a:r>
              <a:rPr sz="1575" b="0">
                <a:solidFill>
                  <a:srgbClr val="F8F5DF"/>
                </a:solidFill>
              </a:rPr>
              <a:t>Centralize operations, strengthen accountability, and give students a clear channel to participate.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4FDF0-EE62-4825-BDBF-9B314574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72625"/>
            <a:ext cx="151257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5A5B9-F052-4854-B9A5-7B049869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8583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01430-927B-4A5E-8A06-9F6D6B0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85837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Project objectives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7A5D1-95BA-454F-84B0-3E6FD7EF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42987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C1506-F04B-4BA4-91A7-3B79ED4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0429875"/>
            <a:ext cx="1403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ED5C3"/>
                </a:solidFill>
              </a:defRPr>
            </a:defPPr>
            <a:lvl1pPr>
              <a:defRPr sz="1800" b="0">
                <a:solidFill>
                  <a:srgbClr val="BED5C3"/>
                </a:solidFill>
              </a:defRPr>
            </a:lvl1pPr>
            <a:lvl2pPr>
              <a:defRPr sz="1800" b="0">
                <a:solidFill>
                  <a:srgbClr val="BED5C3"/>
                </a:solidFill>
              </a:defRPr>
            </a:lvl2pPr>
            <a:lvl3pPr>
              <a:defRPr sz="1800" b="0">
                <a:solidFill>
                  <a:srgbClr val="BED5C3"/>
                </a:solidFill>
              </a:defRPr>
            </a:lvl3pPr>
            <a:lvl4pPr>
              <a:defRPr sz="1800" b="0">
                <a:solidFill>
                  <a:srgbClr val="BED5C3"/>
                </a:solidFill>
              </a:defRPr>
            </a:lvl4pPr>
            <a:lvl5pPr>
              <a:defRPr sz="1800" b="0">
                <a:solidFill>
                  <a:srgbClr val="BED5C3"/>
                </a:solidFill>
              </a:defRPr>
            </a:lvl5pPr>
            <a:lvl6pPr>
              <a:defRPr sz="1800" b="0">
                <a:solidFill>
                  <a:srgbClr val="BED5C3"/>
                </a:solidFill>
              </a:defRPr>
            </a:lvl6pPr>
            <a:lvl7pPr>
              <a:defRPr sz="1800" b="0">
                <a:solidFill>
                  <a:srgbClr val="BED5C3"/>
                </a:solidFill>
              </a:defRPr>
            </a:lvl7pPr>
            <a:lvl8pPr>
              <a:defRPr sz="1800" b="0">
                <a:solidFill>
                  <a:srgbClr val="BED5C3"/>
                </a:solidFill>
              </a:defRPr>
            </a:lvl8pPr>
            <a:lvl9pPr>
              <a:defRPr sz="18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ED5C3"/>
                </a:solidFill>
              </a:defRPr>
            </a:pPr>
            <a:r>
              <a:rPr sz="1800" b="0">
                <a:solidFill>
                  <a:srgbClr val="BED5C3"/>
                </a:solidFill>
              </a:rPr>
              <a:t>Organize council work, events, budgets, documents, and voting in one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F33FE7-ACCB-47DF-93E7-563C8F99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2585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99BD50-5BD8-456A-A533-F7E159E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1258550"/>
            <a:ext cx="1403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ED5C3"/>
                </a:solidFill>
              </a:defRPr>
            </a:defPPr>
            <a:lvl1pPr>
              <a:defRPr sz="1800" b="0">
                <a:solidFill>
                  <a:srgbClr val="BED5C3"/>
                </a:solidFill>
              </a:defRPr>
            </a:lvl1pPr>
            <a:lvl2pPr>
              <a:defRPr sz="1800" b="0">
                <a:solidFill>
                  <a:srgbClr val="BED5C3"/>
                </a:solidFill>
              </a:defRPr>
            </a:lvl2pPr>
            <a:lvl3pPr>
              <a:defRPr sz="1800" b="0">
                <a:solidFill>
                  <a:srgbClr val="BED5C3"/>
                </a:solidFill>
              </a:defRPr>
            </a:lvl3pPr>
            <a:lvl4pPr>
              <a:defRPr sz="1800" b="0">
                <a:solidFill>
                  <a:srgbClr val="BED5C3"/>
                </a:solidFill>
              </a:defRPr>
            </a:lvl4pPr>
            <a:lvl5pPr>
              <a:defRPr sz="1800" b="0">
                <a:solidFill>
                  <a:srgbClr val="BED5C3"/>
                </a:solidFill>
              </a:defRPr>
            </a:lvl5pPr>
            <a:lvl6pPr>
              <a:defRPr sz="1800" b="0">
                <a:solidFill>
                  <a:srgbClr val="BED5C3"/>
                </a:solidFill>
              </a:defRPr>
            </a:lvl6pPr>
            <a:lvl7pPr>
              <a:defRPr sz="1800" b="0">
                <a:solidFill>
                  <a:srgbClr val="BED5C3"/>
                </a:solidFill>
              </a:defRPr>
            </a:lvl7pPr>
            <a:lvl8pPr>
              <a:defRPr sz="1800" b="0">
                <a:solidFill>
                  <a:srgbClr val="BED5C3"/>
                </a:solidFill>
              </a:defRPr>
            </a:lvl8pPr>
            <a:lvl9pPr>
              <a:defRPr sz="18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ED5C3"/>
                </a:solidFill>
              </a:defRPr>
            </a:pPr>
            <a:r>
              <a:rPr sz="1800" b="0">
                <a:solidFill>
                  <a:srgbClr val="BED5C3"/>
                </a:solidFill>
              </a:rPr>
              <a:t>Give students visible updates and a protected concern-submission channel.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31902-E7D2-4EB1-9C71-02BC703F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87225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526BA-C10C-4750-853F-A55434C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2087225"/>
            <a:ext cx="1403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ED5C3"/>
                </a:solidFill>
              </a:defRPr>
            </a:defPPr>
            <a:lvl1pPr>
              <a:defRPr sz="1800" b="0">
                <a:solidFill>
                  <a:srgbClr val="BED5C3"/>
                </a:solidFill>
              </a:defRPr>
            </a:lvl1pPr>
            <a:lvl2pPr>
              <a:defRPr sz="1800" b="0">
                <a:solidFill>
                  <a:srgbClr val="BED5C3"/>
                </a:solidFill>
              </a:defRPr>
            </a:lvl2pPr>
            <a:lvl3pPr>
              <a:defRPr sz="1800" b="0">
                <a:solidFill>
                  <a:srgbClr val="BED5C3"/>
                </a:solidFill>
              </a:defRPr>
            </a:lvl3pPr>
            <a:lvl4pPr>
              <a:defRPr sz="1800" b="0">
                <a:solidFill>
                  <a:srgbClr val="BED5C3"/>
                </a:solidFill>
              </a:defRPr>
            </a:lvl4pPr>
            <a:lvl5pPr>
              <a:defRPr sz="1800" b="0">
                <a:solidFill>
                  <a:srgbClr val="BED5C3"/>
                </a:solidFill>
              </a:defRPr>
            </a:lvl5pPr>
            <a:lvl6pPr>
              <a:defRPr sz="1800" b="0">
                <a:solidFill>
                  <a:srgbClr val="BED5C3"/>
                </a:solidFill>
              </a:defRPr>
            </a:lvl6pPr>
            <a:lvl7pPr>
              <a:defRPr sz="1800" b="0">
                <a:solidFill>
                  <a:srgbClr val="BED5C3"/>
                </a:solidFill>
              </a:defRPr>
            </a:lvl7pPr>
            <a:lvl8pPr>
              <a:defRPr sz="1800" b="0">
                <a:solidFill>
                  <a:srgbClr val="BED5C3"/>
                </a:solidFill>
              </a:defRPr>
            </a:lvl8pPr>
            <a:lvl9pPr>
              <a:defRPr sz="18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ED5C3"/>
                </a:solidFill>
              </a:defRPr>
            </a:pPr>
            <a:r>
              <a:rPr sz="1800" b="0">
                <a:solidFill>
                  <a:srgbClr val="BED5C3"/>
                </a:solidFill>
              </a:rPr>
              <a:t>Give administrators oversight without removing organization-level autonomy.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50A28-546A-4E9A-AFA1-B3BC8A50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0"/>
            <a:ext cx="1512570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9F565B-7448-4E87-B6D6-9F813CC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69D53-4140-4AE6-B4E2-F87CE9D9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478000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Sustainable Development Goals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F6ABF-9CB9-4673-A3DD-4F69334A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097125"/>
            <a:ext cx="4495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C51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9F2257-8900-404A-AF99-754ACA22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3733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SDG 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3790FF-AC83-4B17-8B78-F94AD8AA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73530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2F0803-9B4E-49B5-99DE-375E72F4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400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Quality Education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6643EF-60BF-49E1-909A-A43FF043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097125"/>
            <a:ext cx="4495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D6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D6F23C-71B5-4540-9AF8-2924F3C4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3733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SDG 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56977F-3392-4E40-9B46-F13F8815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73530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99E9CB-35C7-4654-91EB-3E7F870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56400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Industry, Innovation</a:t>
            </a:r>
          </a:p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&amp; Infrastructure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37EE3D-A2A2-4D8C-8CAC-12451040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5097125"/>
            <a:ext cx="4495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06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8F1511-A9E3-409C-8A53-EE81AD06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3733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SDG 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70D875-72FA-47E3-B587-A1BC6593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5735300"/>
            <a:ext cx="100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16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275698-92D9-45FD-9823-5AEF1F0E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156400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Peace, Justice &amp;</a:t>
            </a:r>
          </a:p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Strong Institutions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1535B5-5814-4F21-BE83-730BD062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45125"/>
            <a:ext cx="15125700" cy="5667375"/>
          </a:xfrm>
          <a:prstGeom xmlns:a="http://schemas.openxmlformats.org/drawingml/2006/main" prst="roundRect">
            <a:avLst>
              <a:gd name="adj" fmla="val 201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C50A00-C037-4767-B1D3-341FEC45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308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0CA311-7499-42B2-9A1B-D729B28A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3087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Key features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2B2C2D-29FB-49F6-B800-11EC504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78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820A1F-076B-42C2-B306-7B340341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078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Task boards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7651EF-3A8F-4CA0-BBD4-98786929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42147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Assign, monitor, and review work.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335054-EB95-4E53-8A24-4C8F83F0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78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25594D-E150-44ED-89AC-78781912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078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Events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6F4CBB-F677-42C1-91AD-C108BF60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2147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Publish events and track joins.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5EC21F-F288-469F-BFFE-3D2D3605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459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!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535284-DBF3-414F-8575-BA613978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59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Concerns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C1F52E-6278-40A0-98BB-2CB53310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802600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Receive and resolve student issues.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6D4D9F-6C49-4149-A710-9A7390EC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59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◉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C72BB7-DDF1-4695-844D-59236450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59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Voting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616C93-836D-4493-B5EA-DD4C50B5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802600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Run organized student decisions.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CA1F1E-D475-4420-B3B1-60C72C78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4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₱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C42A24-6687-4BC6-8EC1-4DD3476C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8408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Budget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3AEC3D-BB45-4B6B-8998-074DB8DC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18372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Track allocations and balances.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12C01E-C8B2-4355-961D-E2C86561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40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▤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F637FD-698D-4362-85A2-A81EB738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8408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Documents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F77815-2B58-4B6C-892F-244969FB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18372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Keep council files accessible.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74E5FF-692A-433A-80BE-04744F8A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41125"/>
            <a:ext cx="733425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BC8D14-00FA-443C-95E5-A70701DF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268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CF5982-FD84-47FE-9E04-9AF762EC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2687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System architecture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588EA9-AF4E-43F2-8AB9-F217DCC7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1650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53B943-3C7A-4ABB-A672-51A7B475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269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Users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127A56-32F8-4005-BA5C-8FAE8476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279350"/>
            <a:ext cx="3905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Students, Officers, OSA/Admin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8897E4-6A97-47B1-A21F-CD9CB54D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36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1E0A0"/>
                </a:solidFill>
              </a:defRPr>
            </a:defPPr>
            <a:lvl1pPr>
              <a:defRPr sz="1725" b="1">
                <a:solidFill>
                  <a:srgbClr val="71E0A0"/>
                </a:solidFill>
              </a:defRPr>
            </a:lvl1pPr>
            <a:lvl2pPr>
              <a:defRPr sz="1725" b="1">
                <a:solidFill>
                  <a:srgbClr val="71E0A0"/>
                </a:solidFill>
              </a:defRPr>
            </a:lvl2pPr>
            <a:lvl3pPr>
              <a:defRPr sz="1725" b="1">
                <a:solidFill>
                  <a:srgbClr val="71E0A0"/>
                </a:solidFill>
              </a:defRPr>
            </a:lvl3pPr>
            <a:lvl4pPr>
              <a:defRPr sz="1725" b="1">
                <a:solidFill>
                  <a:srgbClr val="71E0A0"/>
                </a:solidFill>
              </a:defRPr>
            </a:lvl4pPr>
            <a:lvl5pPr>
              <a:defRPr sz="1725" b="1">
                <a:solidFill>
                  <a:srgbClr val="71E0A0"/>
                </a:solidFill>
              </a:defRPr>
            </a:lvl5pPr>
            <a:lvl6pPr>
              <a:defRPr sz="1725" b="1">
                <a:solidFill>
                  <a:srgbClr val="71E0A0"/>
                </a:solidFill>
              </a:defRPr>
            </a:lvl6pPr>
            <a:lvl7pPr>
              <a:defRPr sz="1725" b="1">
                <a:solidFill>
                  <a:srgbClr val="71E0A0"/>
                </a:solidFill>
              </a:defRPr>
            </a:lvl7pPr>
            <a:lvl8pPr>
              <a:defRPr sz="1725" b="1">
                <a:solidFill>
                  <a:srgbClr val="71E0A0"/>
                </a:solidFill>
              </a:defRPr>
            </a:lvl8pPr>
            <a:lvl9pPr>
              <a:defRPr sz="17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1E0A0"/>
                </a:solidFill>
              </a:defRPr>
            </a:pPr>
            <a:r>
              <a:rPr sz="1725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4DA8E9-F2EF-47C0-8B34-BF162C42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3271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D7123E-4BF1-43F3-9056-F0AD0942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890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Web platform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38A65E0-7523-4B86-8C69-DD96498E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441400"/>
            <a:ext cx="3905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ED5C3"/>
                </a:solidFill>
              </a:defRPr>
            </a:defPPr>
            <a:lvl1pPr>
              <a:defRPr sz="1500" b="1">
                <a:solidFill>
                  <a:srgbClr val="BED5C3"/>
                </a:solidFill>
              </a:defRPr>
            </a:lvl1pPr>
            <a:lvl2pPr>
              <a:defRPr sz="1500" b="1">
                <a:solidFill>
                  <a:srgbClr val="BED5C3"/>
                </a:solidFill>
              </a:defRPr>
            </a:lvl2pPr>
            <a:lvl3pPr>
              <a:defRPr sz="1500" b="1">
                <a:solidFill>
                  <a:srgbClr val="BED5C3"/>
                </a:solidFill>
              </a:defRPr>
            </a:lvl3pPr>
            <a:lvl4pPr>
              <a:defRPr sz="1500" b="1">
                <a:solidFill>
                  <a:srgbClr val="BED5C3"/>
                </a:solidFill>
              </a:defRPr>
            </a:lvl4pPr>
            <a:lvl5pPr>
              <a:defRPr sz="1500" b="1">
                <a:solidFill>
                  <a:srgbClr val="BED5C3"/>
                </a:solidFill>
              </a:defRPr>
            </a:lvl5pPr>
            <a:lvl6pPr>
              <a:defRPr sz="1500" b="1">
                <a:solidFill>
                  <a:srgbClr val="BED5C3"/>
                </a:solidFill>
              </a:defRPr>
            </a:lvl6pPr>
            <a:lvl7pPr>
              <a:defRPr sz="1500" b="1">
                <a:solidFill>
                  <a:srgbClr val="BED5C3"/>
                </a:solidFill>
              </a:defRPr>
            </a:lvl7pPr>
            <a:lvl8pPr>
              <a:defRPr sz="1500" b="1">
                <a:solidFill>
                  <a:srgbClr val="BED5C3"/>
                </a:solidFill>
              </a:defRPr>
            </a:lvl8pPr>
            <a:lvl9pPr>
              <a:defRPr sz="1500" b="1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ED5C3"/>
                </a:solidFill>
              </a:defRPr>
            </a:pPr>
            <a:r>
              <a:rPr sz="1500" b="1">
                <a:solidFill>
                  <a:srgbClr val="BED5C3"/>
                </a:solidFill>
              </a:rPr>
              <a:t>Role-aware modules and dashboards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087AE38-7BE6-435B-A2B2-8A077E0B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89860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1E0A0"/>
                </a:solidFill>
              </a:defRPr>
            </a:defPPr>
            <a:lvl1pPr>
              <a:defRPr sz="1725" b="1">
                <a:solidFill>
                  <a:srgbClr val="71E0A0"/>
                </a:solidFill>
              </a:defRPr>
            </a:lvl1pPr>
            <a:lvl2pPr>
              <a:defRPr sz="1725" b="1">
                <a:solidFill>
                  <a:srgbClr val="71E0A0"/>
                </a:solidFill>
              </a:defRPr>
            </a:lvl2pPr>
            <a:lvl3pPr>
              <a:defRPr sz="1725" b="1">
                <a:solidFill>
                  <a:srgbClr val="71E0A0"/>
                </a:solidFill>
              </a:defRPr>
            </a:lvl3pPr>
            <a:lvl4pPr>
              <a:defRPr sz="1725" b="1">
                <a:solidFill>
                  <a:srgbClr val="71E0A0"/>
                </a:solidFill>
              </a:defRPr>
            </a:lvl4pPr>
            <a:lvl5pPr>
              <a:defRPr sz="1725" b="1">
                <a:solidFill>
                  <a:srgbClr val="71E0A0"/>
                </a:solidFill>
              </a:defRPr>
            </a:lvl5pPr>
            <a:lvl6pPr>
              <a:defRPr sz="1725" b="1">
                <a:solidFill>
                  <a:srgbClr val="71E0A0"/>
                </a:solidFill>
              </a:defRPr>
            </a:lvl6pPr>
            <a:lvl7pPr>
              <a:defRPr sz="1725" b="1">
                <a:solidFill>
                  <a:srgbClr val="71E0A0"/>
                </a:solidFill>
              </a:defRPr>
            </a:lvl7pPr>
            <a:lvl8pPr>
              <a:defRPr sz="1725" b="1">
                <a:solidFill>
                  <a:srgbClr val="71E0A0"/>
                </a:solidFill>
              </a:defRPr>
            </a:lvl8pPr>
            <a:lvl9pPr>
              <a:defRPr sz="17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1E0A0"/>
                </a:solidFill>
              </a:defRPr>
            </a:pPr>
            <a:r>
              <a:rPr sz="1725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77ECEC-0B34-4572-8258-4B95E870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4891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3997B8-D49B-49BB-B958-CC22B40C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510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Services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5EB483F-1A0D-4296-BE35-43AAB62F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603450"/>
            <a:ext cx="3905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Authentication, workflows, notifications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4A4502-757D-4D0A-AA0A-C928288D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0606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1E0A0"/>
                </a:solidFill>
              </a:defRPr>
            </a:defPPr>
            <a:lvl1pPr>
              <a:defRPr sz="1725" b="1">
                <a:solidFill>
                  <a:srgbClr val="71E0A0"/>
                </a:solidFill>
              </a:defRPr>
            </a:lvl1pPr>
            <a:lvl2pPr>
              <a:defRPr sz="1725" b="1">
                <a:solidFill>
                  <a:srgbClr val="71E0A0"/>
                </a:solidFill>
              </a:defRPr>
            </a:lvl2pPr>
            <a:lvl3pPr>
              <a:defRPr sz="1725" b="1">
                <a:solidFill>
                  <a:srgbClr val="71E0A0"/>
                </a:solidFill>
              </a:defRPr>
            </a:lvl3pPr>
            <a:lvl4pPr>
              <a:defRPr sz="1725" b="1">
                <a:solidFill>
                  <a:srgbClr val="71E0A0"/>
                </a:solidFill>
              </a:defRPr>
            </a:lvl4pPr>
            <a:lvl5pPr>
              <a:defRPr sz="1725" b="1">
                <a:solidFill>
                  <a:srgbClr val="71E0A0"/>
                </a:solidFill>
              </a:defRPr>
            </a:lvl5pPr>
            <a:lvl6pPr>
              <a:defRPr sz="1725" b="1">
                <a:solidFill>
                  <a:srgbClr val="71E0A0"/>
                </a:solidFill>
              </a:defRPr>
            </a:lvl6pPr>
            <a:lvl7pPr>
              <a:defRPr sz="1725" b="1">
                <a:solidFill>
                  <a:srgbClr val="71E0A0"/>
                </a:solidFill>
              </a:defRPr>
            </a:lvl7pPr>
            <a:lvl8pPr>
              <a:defRPr sz="1725" b="1">
                <a:solidFill>
                  <a:srgbClr val="71E0A0"/>
                </a:solidFill>
              </a:defRPr>
            </a:lvl8pPr>
            <a:lvl9pPr>
              <a:defRPr sz="17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1E0A0"/>
                </a:solidFill>
              </a:defRPr>
            </a:pPr>
            <a:r>
              <a:rPr sz="1725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7CF2E1-0348-4060-8B8C-CA7CBE5F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6512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B48FE7E-92F6-445D-A264-14F54A0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813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Data layer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E5304D-B92B-41E3-BC9F-F366DD85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0"/>
            <a:ext cx="3905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9DD8A"/>
                </a:solidFill>
              </a:defRPr>
            </a:defPPr>
            <a:lvl1pPr>
              <a:defRPr sz="1500" b="0">
                <a:solidFill>
                  <a:srgbClr val="C9DD8A"/>
                </a:solidFill>
              </a:defRPr>
            </a:lvl1pPr>
            <a:lvl2pPr>
              <a:defRPr sz="1500" b="0">
                <a:solidFill>
                  <a:srgbClr val="C9DD8A"/>
                </a:solidFill>
              </a:defRPr>
            </a:lvl2pPr>
            <a:lvl3pPr>
              <a:defRPr sz="1500" b="0">
                <a:solidFill>
                  <a:srgbClr val="C9DD8A"/>
                </a:solidFill>
              </a:defRPr>
            </a:lvl3pPr>
            <a:lvl4pPr>
              <a:defRPr sz="1500" b="0">
                <a:solidFill>
                  <a:srgbClr val="C9DD8A"/>
                </a:solidFill>
              </a:defRPr>
            </a:lvl4pPr>
            <a:lvl5pPr>
              <a:defRPr sz="1500" b="0">
                <a:solidFill>
                  <a:srgbClr val="C9DD8A"/>
                </a:solidFill>
              </a:defRPr>
            </a:lvl5pPr>
            <a:lvl6pPr>
              <a:defRPr sz="1500" b="0">
                <a:solidFill>
                  <a:srgbClr val="C9DD8A"/>
                </a:solidFill>
              </a:defRPr>
            </a:lvl6pPr>
            <a:lvl7pPr>
              <a:defRPr sz="1500" b="0">
                <a:solidFill>
                  <a:srgbClr val="C9DD8A"/>
                </a:solidFill>
              </a:defRPr>
            </a:lvl7pPr>
            <a:lvl8pPr>
              <a:defRPr sz="1500" b="0">
                <a:solidFill>
                  <a:srgbClr val="C9DD8A"/>
                </a:solidFill>
              </a:defRPr>
            </a:lvl8pPr>
            <a:lvl9pPr>
              <a:defRPr sz="1500" b="0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9DD8A"/>
                </a:solidFill>
              </a:defRPr>
            </a:pPr>
            <a:r>
              <a:rPr sz="1500" b="0">
                <a:solidFill>
                  <a:srgbClr val="C9DD8A"/>
                </a:solidFill>
              </a:rPr>
              <a:t>Accounts, organizations, audit records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D6EFF1-F016-432A-A35C-FFE7551B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41125"/>
            <a:ext cx="76200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006B251-1F54-495D-BEEB-D6DACFDD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268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5D6D41-52AE-43A9-9C3A-50320F5D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268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RBAC &amp; security flow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12057C6-DC0C-4781-94D3-D5C4BC7A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84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Sign in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508E2E9-55D0-4D20-BAC0-00FEAC24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146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1E0A0"/>
                </a:solidFill>
              </a:defRPr>
            </a:defPPr>
            <a:lvl1pPr>
              <a:defRPr sz="1875" b="1">
                <a:solidFill>
                  <a:srgbClr val="71E0A0"/>
                </a:solidFill>
              </a:defRPr>
            </a:lvl1pPr>
            <a:lvl2pPr>
              <a:defRPr sz="1875" b="1">
                <a:solidFill>
                  <a:srgbClr val="71E0A0"/>
                </a:solidFill>
              </a:defRPr>
            </a:lvl2pPr>
            <a:lvl3pPr>
              <a:defRPr sz="1875" b="1">
                <a:solidFill>
                  <a:srgbClr val="71E0A0"/>
                </a:solidFill>
              </a:defRPr>
            </a:lvl3pPr>
            <a:lvl4pPr>
              <a:defRPr sz="1875" b="1">
                <a:solidFill>
                  <a:srgbClr val="71E0A0"/>
                </a:solidFill>
              </a:defRPr>
            </a:lvl4pPr>
            <a:lvl5pPr>
              <a:defRPr sz="1875" b="1">
                <a:solidFill>
                  <a:srgbClr val="71E0A0"/>
                </a:solidFill>
              </a:defRPr>
            </a:lvl5pPr>
            <a:lvl6pPr>
              <a:defRPr sz="1875" b="1">
                <a:solidFill>
                  <a:srgbClr val="71E0A0"/>
                </a:solidFill>
              </a:defRPr>
            </a:lvl6pPr>
            <a:lvl7pPr>
              <a:defRPr sz="1875" b="1">
                <a:solidFill>
                  <a:srgbClr val="71E0A0"/>
                </a:solidFill>
              </a:defRPr>
            </a:lvl7pPr>
            <a:lvl8pPr>
              <a:defRPr sz="1875" b="1">
                <a:solidFill>
                  <a:srgbClr val="71E0A0"/>
                </a:solidFill>
              </a:defRPr>
            </a:lvl8pPr>
            <a:lvl9pPr>
              <a:defRPr sz="18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1E0A0"/>
                </a:solidFill>
              </a:defRPr>
            </a:pPr>
            <a:r>
              <a:rPr sz="1875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BA77647-9AD6-446E-AF12-F4A6CA36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18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Verify identity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A1C9D0-DC4E-439A-B0B1-8EEF0FC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5146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1E0A0"/>
                </a:solidFill>
              </a:defRPr>
            </a:defPPr>
            <a:lvl1pPr>
              <a:defRPr sz="1875" b="1">
                <a:solidFill>
                  <a:srgbClr val="71E0A0"/>
                </a:solidFill>
              </a:defRPr>
            </a:lvl1pPr>
            <a:lvl2pPr>
              <a:defRPr sz="1875" b="1">
                <a:solidFill>
                  <a:srgbClr val="71E0A0"/>
                </a:solidFill>
              </a:defRPr>
            </a:lvl2pPr>
            <a:lvl3pPr>
              <a:defRPr sz="1875" b="1">
                <a:solidFill>
                  <a:srgbClr val="71E0A0"/>
                </a:solidFill>
              </a:defRPr>
            </a:lvl3pPr>
            <a:lvl4pPr>
              <a:defRPr sz="1875" b="1">
                <a:solidFill>
                  <a:srgbClr val="71E0A0"/>
                </a:solidFill>
              </a:defRPr>
            </a:lvl4pPr>
            <a:lvl5pPr>
              <a:defRPr sz="1875" b="1">
                <a:solidFill>
                  <a:srgbClr val="71E0A0"/>
                </a:solidFill>
              </a:defRPr>
            </a:lvl5pPr>
            <a:lvl6pPr>
              <a:defRPr sz="1875" b="1">
                <a:solidFill>
                  <a:srgbClr val="71E0A0"/>
                </a:solidFill>
              </a:defRPr>
            </a:lvl6pPr>
            <a:lvl7pPr>
              <a:defRPr sz="1875" b="1">
                <a:solidFill>
                  <a:srgbClr val="71E0A0"/>
                </a:solidFill>
              </a:defRPr>
            </a:lvl7pPr>
            <a:lvl8pPr>
              <a:defRPr sz="1875" b="1">
                <a:solidFill>
                  <a:srgbClr val="71E0A0"/>
                </a:solidFill>
              </a:defRPr>
            </a:lvl8pPr>
            <a:lvl9pPr>
              <a:defRPr sz="18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1E0A0"/>
                </a:solidFill>
              </a:defRPr>
            </a:pPr>
            <a:r>
              <a:rPr sz="1875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187241F-7C62-4ADC-B068-99F29458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25184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Check role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69B4328-4BF2-4A98-A103-0035C13E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5146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1E0A0"/>
                </a:solidFill>
              </a:defRPr>
            </a:defPPr>
            <a:lvl1pPr>
              <a:defRPr sz="1875" b="1">
                <a:solidFill>
                  <a:srgbClr val="71E0A0"/>
                </a:solidFill>
              </a:defRPr>
            </a:lvl1pPr>
            <a:lvl2pPr>
              <a:defRPr sz="1875" b="1">
                <a:solidFill>
                  <a:srgbClr val="71E0A0"/>
                </a:solidFill>
              </a:defRPr>
            </a:lvl2pPr>
            <a:lvl3pPr>
              <a:defRPr sz="1875" b="1">
                <a:solidFill>
                  <a:srgbClr val="71E0A0"/>
                </a:solidFill>
              </a:defRPr>
            </a:lvl3pPr>
            <a:lvl4pPr>
              <a:defRPr sz="1875" b="1">
                <a:solidFill>
                  <a:srgbClr val="71E0A0"/>
                </a:solidFill>
              </a:defRPr>
            </a:lvl4pPr>
            <a:lvl5pPr>
              <a:defRPr sz="1875" b="1">
                <a:solidFill>
                  <a:srgbClr val="71E0A0"/>
                </a:solidFill>
              </a:defRPr>
            </a:lvl5pPr>
            <a:lvl6pPr>
              <a:defRPr sz="1875" b="1">
                <a:solidFill>
                  <a:srgbClr val="71E0A0"/>
                </a:solidFill>
              </a:defRPr>
            </a:lvl6pPr>
            <a:lvl7pPr>
              <a:defRPr sz="1875" b="1">
                <a:solidFill>
                  <a:srgbClr val="71E0A0"/>
                </a:solidFill>
              </a:defRPr>
            </a:lvl7pPr>
            <a:lvl8pPr>
              <a:defRPr sz="1875" b="1">
                <a:solidFill>
                  <a:srgbClr val="71E0A0"/>
                </a:solidFill>
              </a:defRPr>
            </a:lvl8pPr>
            <a:lvl9pPr>
              <a:defRPr sz="18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1E0A0"/>
                </a:solidFill>
              </a:defRPr>
            </a:pPr>
            <a:r>
              <a:rPr sz="1875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AC779F2-6D43-4471-8354-087B5123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51841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Allow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920F37-5E7C-4EE9-9632-3D43DC25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0325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1438A0C-44AD-47A4-BAA6-304F75C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338A8A6-70B4-4448-A8BA-A54CEE26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3842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Role-based permissions limit each account to its allowed scope.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F2E66B-779D-4D42-81EF-90F0838C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29FAB6D-1FC7-4A46-8B17-8EB9A922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Separate administrator access and account verification protect sensitive actions.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2905148-82D1-4E83-A83B-65390B1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0"/>
            <a:ext cx="20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D0144DA-A66F-407C-AB96-D6F0DBF2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987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Audit records log authorized identity reveals and system activity.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57BB84B-1623-407C-A3BE-5AF67467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13375"/>
            <a:ext cx="151257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834B096-F66B-49BC-824C-7317FA14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991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07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111D2BE-7E4E-437A-A82D-3B5E1E6E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9912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Development methodology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40BC613-6F4C-4A4A-9D6A-CE6CB33F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F03987B-3D16-4091-A6D8-6236BB25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1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87C1367-493E-4204-A106-6CF986E2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Discover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CC6260-1E17-4A4F-B9F8-37A6EC7D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Map workflows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9FF6A5F-7E80-461C-A2E7-B453C44E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956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1E0A0"/>
                </a:solidFill>
              </a:defRPr>
            </a:defPPr>
            <a:lvl1pPr>
              <a:defRPr sz="2475" b="1">
                <a:solidFill>
                  <a:srgbClr val="71E0A0"/>
                </a:solidFill>
              </a:defRPr>
            </a:lvl1pPr>
            <a:lvl2pPr>
              <a:defRPr sz="2475" b="1">
                <a:solidFill>
                  <a:srgbClr val="71E0A0"/>
                </a:solidFill>
              </a:defRPr>
            </a:lvl2pPr>
            <a:lvl3pPr>
              <a:defRPr sz="2475" b="1">
                <a:solidFill>
                  <a:srgbClr val="71E0A0"/>
                </a:solidFill>
              </a:defRPr>
            </a:lvl3pPr>
            <a:lvl4pPr>
              <a:defRPr sz="2475" b="1">
                <a:solidFill>
                  <a:srgbClr val="71E0A0"/>
                </a:solidFill>
              </a:defRPr>
            </a:lvl4pPr>
            <a:lvl5pPr>
              <a:defRPr sz="2475" b="1">
                <a:solidFill>
                  <a:srgbClr val="71E0A0"/>
                </a:solidFill>
              </a:defRPr>
            </a:lvl5pPr>
            <a:lvl6pPr>
              <a:defRPr sz="2475" b="1">
                <a:solidFill>
                  <a:srgbClr val="71E0A0"/>
                </a:solidFill>
              </a:defRPr>
            </a:lvl6pPr>
            <a:lvl7pPr>
              <a:defRPr sz="2475" b="1">
                <a:solidFill>
                  <a:srgbClr val="71E0A0"/>
                </a:solidFill>
              </a:defRPr>
            </a:lvl7pPr>
            <a:lvl8pPr>
              <a:defRPr sz="2475" b="1">
                <a:solidFill>
                  <a:srgbClr val="71E0A0"/>
                </a:solidFill>
              </a:defRPr>
            </a:lvl8pPr>
            <a:lvl9pPr>
              <a:defRPr sz="24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1E0A0"/>
                </a:solidFill>
              </a:defRPr>
            </a:pPr>
            <a:r>
              <a:rPr sz="2475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65B6779-086C-4C65-922F-8F53A3E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3E0CA0-0A5C-4435-B77E-20D77706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2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6320EC-7BDD-4666-A5D7-30D86F6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Design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00E09A9-58F5-4CFB-9C90-0B4FFDF4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Define modules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B6E1397-2FA0-4CCD-BBC5-0F4A34B7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956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1E0A0"/>
                </a:solidFill>
              </a:defRPr>
            </a:defPPr>
            <a:lvl1pPr>
              <a:defRPr sz="2475" b="1">
                <a:solidFill>
                  <a:srgbClr val="71E0A0"/>
                </a:solidFill>
              </a:defRPr>
            </a:lvl1pPr>
            <a:lvl2pPr>
              <a:defRPr sz="2475" b="1">
                <a:solidFill>
                  <a:srgbClr val="71E0A0"/>
                </a:solidFill>
              </a:defRPr>
            </a:lvl2pPr>
            <a:lvl3pPr>
              <a:defRPr sz="2475" b="1">
                <a:solidFill>
                  <a:srgbClr val="71E0A0"/>
                </a:solidFill>
              </a:defRPr>
            </a:lvl3pPr>
            <a:lvl4pPr>
              <a:defRPr sz="2475" b="1">
                <a:solidFill>
                  <a:srgbClr val="71E0A0"/>
                </a:solidFill>
              </a:defRPr>
            </a:lvl4pPr>
            <a:lvl5pPr>
              <a:defRPr sz="2475" b="1">
                <a:solidFill>
                  <a:srgbClr val="71E0A0"/>
                </a:solidFill>
              </a:defRPr>
            </a:lvl5pPr>
            <a:lvl6pPr>
              <a:defRPr sz="2475" b="1">
                <a:solidFill>
                  <a:srgbClr val="71E0A0"/>
                </a:solidFill>
              </a:defRPr>
            </a:lvl6pPr>
            <a:lvl7pPr>
              <a:defRPr sz="2475" b="1">
                <a:solidFill>
                  <a:srgbClr val="71E0A0"/>
                </a:solidFill>
              </a:defRPr>
            </a:lvl7pPr>
            <a:lvl8pPr>
              <a:defRPr sz="2475" b="1">
                <a:solidFill>
                  <a:srgbClr val="71E0A0"/>
                </a:solidFill>
              </a:defRPr>
            </a:lvl8pPr>
            <a:lvl9pPr>
              <a:defRPr sz="24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1E0A0"/>
                </a:solidFill>
              </a:defRPr>
            </a:pPr>
            <a:r>
              <a:rPr sz="2475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C0CC5C5-5C5E-465B-B2A3-4391EBE8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29C5C70-4F15-42ED-9D5F-86693385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3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D521DA7-0A67-4EAB-8D68-4145992D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Build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4C8721E-0674-443E-BBDE-31514B4F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Integrate services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C275EB9-B2FD-4056-860C-0456C3F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56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1E0A0"/>
                </a:solidFill>
              </a:defRPr>
            </a:defPPr>
            <a:lvl1pPr>
              <a:defRPr sz="2475" b="1">
                <a:solidFill>
                  <a:srgbClr val="71E0A0"/>
                </a:solidFill>
              </a:defRPr>
            </a:lvl1pPr>
            <a:lvl2pPr>
              <a:defRPr sz="2475" b="1">
                <a:solidFill>
                  <a:srgbClr val="71E0A0"/>
                </a:solidFill>
              </a:defRPr>
            </a:lvl2pPr>
            <a:lvl3pPr>
              <a:defRPr sz="2475" b="1">
                <a:solidFill>
                  <a:srgbClr val="71E0A0"/>
                </a:solidFill>
              </a:defRPr>
            </a:lvl3pPr>
            <a:lvl4pPr>
              <a:defRPr sz="2475" b="1">
                <a:solidFill>
                  <a:srgbClr val="71E0A0"/>
                </a:solidFill>
              </a:defRPr>
            </a:lvl4pPr>
            <a:lvl5pPr>
              <a:defRPr sz="2475" b="1">
                <a:solidFill>
                  <a:srgbClr val="71E0A0"/>
                </a:solidFill>
              </a:defRPr>
            </a:lvl5pPr>
            <a:lvl6pPr>
              <a:defRPr sz="2475" b="1">
                <a:solidFill>
                  <a:srgbClr val="71E0A0"/>
                </a:solidFill>
              </a:defRPr>
            </a:lvl6pPr>
            <a:lvl7pPr>
              <a:defRPr sz="2475" b="1">
                <a:solidFill>
                  <a:srgbClr val="71E0A0"/>
                </a:solidFill>
              </a:defRPr>
            </a:lvl7pPr>
            <a:lvl8pPr>
              <a:defRPr sz="2475" b="1">
                <a:solidFill>
                  <a:srgbClr val="71E0A0"/>
                </a:solidFill>
              </a:defRPr>
            </a:lvl8pPr>
            <a:lvl9pPr>
              <a:defRPr sz="24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1E0A0"/>
                </a:solidFill>
              </a:defRPr>
            </a:pPr>
            <a:r>
              <a:rPr sz="2475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F70C31-977B-4D87-918B-D6F3997E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5946843-33FE-40BB-BDC5-CFDB2862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CE39F47-0702-432C-B3A5-17EACDD4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Test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6758F72-26F0-461E-A7F3-8A701923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Validate access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79A422F-9473-4841-9D02-28F7F76E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1956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1E0A0"/>
                </a:solidFill>
              </a:defRPr>
            </a:defPPr>
            <a:lvl1pPr>
              <a:defRPr sz="2475" b="1">
                <a:solidFill>
                  <a:srgbClr val="71E0A0"/>
                </a:solidFill>
              </a:defRPr>
            </a:lvl1pPr>
            <a:lvl2pPr>
              <a:defRPr sz="2475" b="1">
                <a:solidFill>
                  <a:srgbClr val="71E0A0"/>
                </a:solidFill>
              </a:defRPr>
            </a:lvl2pPr>
            <a:lvl3pPr>
              <a:defRPr sz="2475" b="1">
                <a:solidFill>
                  <a:srgbClr val="71E0A0"/>
                </a:solidFill>
              </a:defRPr>
            </a:lvl3pPr>
            <a:lvl4pPr>
              <a:defRPr sz="2475" b="1">
                <a:solidFill>
                  <a:srgbClr val="71E0A0"/>
                </a:solidFill>
              </a:defRPr>
            </a:lvl4pPr>
            <a:lvl5pPr>
              <a:defRPr sz="2475" b="1">
                <a:solidFill>
                  <a:srgbClr val="71E0A0"/>
                </a:solidFill>
              </a:defRPr>
            </a:lvl5pPr>
            <a:lvl6pPr>
              <a:defRPr sz="2475" b="1">
                <a:solidFill>
                  <a:srgbClr val="71E0A0"/>
                </a:solidFill>
              </a:defRPr>
            </a:lvl6pPr>
            <a:lvl7pPr>
              <a:defRPr sz="2475" b="1">
                <a:solidFill>
                  <a:srgbClr val="71E0A0"/>
                </a:solidFill>
              </a:defRPr>
            </a:lvl7pPr>
            <a:lvl8pPr>
              <a:defRPr sz="2475" b="1">
                <a:solidFill>
                  <a:srgbClr val="71E0A0"/>
                </a:solidFill>
              </a:defRPr>
            </a:lvl8pPr>
            <a:lvl9pPr>
              <a:defRPr sz="24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1E0A0"/>
                </a:solidFill>
              </a:defRPr>
            </a:pPr>
            <a:r>
              <a:rPr sz="2475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0819BDB-B568-4E89-AADD-DE0BF224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317944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2869850-CA43-4EBC-A86F-5DDD9F58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31965900"/>
            <a:ext cx="78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5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21D512F-4C81-427C-92F3-70C065AD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32785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Refine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EBBDD57-6BAA-403B-AA85-733AED71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31089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Improve from feedback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97C9169-010E-4E5D-A0A3-66679ACD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99625"/>
            <a:ext cx="151257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FD44046-5D61-489B-BF35-212954F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8537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08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E2AD412-2A8D-4EBD-A605-867EE20B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38537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User roles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FFBE8FE-4829-400C-BAF8-BF5651DF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BB9ED"/>
                </a:solidFill>
              </a:defRPr>
            </a:defPPr>
            <a:lvl1pPr>
              <a:defRPr sz="1350" b="1">
                <a:solidFill>
                  <a:srgbClr val="2BB9ED"/>
                </a:solidFill>
              </a:defRPr>
            </a:lvl1pPr>
            <a:lvl2pPr>
              <a:defRPr sz="1350" b="1">
                <a:solidFill>
                  <a:srgbClr val="2BB9ED"/>
                </a:solidFill>
              </a:defRPr>
            </a:lvl2pPr>
            <a:lvl3pPr>
              <a:defRPr sz="1350" b="1">
                <a:solidFill>
                  <a:srgbClr val="2BB9ED"/>
                </a:solidFill>
              </a:defRPr>
            </a:lvl3pPr>
            <a:lvl4pPr>
              <a:defRPr sz="1350" b="1">
                <a:solidFill>
                  <a:srgbClr val="2BB9ED"/>
                </a:solidFill>
              </a:defRPr>
            </a:lvl4pPr>
            <a:lvl5pPr>
              <a:defRPr sz="1350" b="1">
                <a:solidFill>
                  <a:srgbClr val="2BB9ED"/>
                </a:solidFill>
              </a:defRPr>
            </a:lvl5pPr>
            <a:lvl6pPr>
              <a:defRPr sz="1350" b="1">
                <a:solidFill>
                  <a:srgbClr val="2BB9ED"/>
                </a:solidFill>
              </a:defRPr>
            </a:lvl6pPr>
            <a:lvl7pPr>
              <a:defRPr sz="1350" b="1">
                <a:solidFill>
                  <a:srgbClr val="2BB9ED"/>
                </a:solidFill>
              </a:defRPr>
            </a:lvl7pPr>
            <a:lvl8pPr>
              <a:defRPr sz="1350" b="1">
                <a:solidFill>
                  <a:srgbClr val="2BB9ED"/>
                </a:solidFill>
              </a:defRPr>
            </a:lvl8pPr>
            <a:lvl9pPr>
              <a:defRPr sz="1350" b="1">
                <a:solidFill>
                  <a:srgbClr val="2BB9E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BB9ED"/>
                </a:solidFill>
              </a:defRPr>
            </a:pPr>
            <a:r>
              <a:rPr sz="1350" b="1">
                <a:solidFill>
                  <a:srgbClr val="2BB9ED"/>
                </a:solidFill>
              </a:rPr>
              <a:t>●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578A99F-C6C9-4750-B8D9-352FAB98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004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Student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F7C97AB-BDFE-46BD-A36F-CAF9A10C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004500"/>
            <a:ext cx="1150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Submit concerns, join events, view announcements.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F3E0CC2-626D-4302-BA8A-95773AA8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9447"/>
                </a:solidFill>
              </a:defRPr>
            </a:defPPr>
            <a:lvl1pPr>
              <a:defRPr sz="1350" b="1">
                <a:solidFill>
                  <a:srgbClr val="159447"/>
                </a:solidFill>
              </a:defRPr>
            </a:lvl1pPr>
            <a:lvl2pPr>
              <a:defRPr sz="1350" b="1">
                <a:solidFill>
                  <a:srgbClr val="159447"/>
                </a:solidFill>
              </a:defRPr>
            </a:lvl2pPr>
            <a:lvl3pPr>
              <a:defRPr sz="1350" b="1">
                <a:solidFill>
                  <a:srgbClr val="159447"/>
                </a:solidFill>
              </a:defRPr>
            </a:lvl3pPr>
            <a:lvl4pPr>
              <a:defRPr sz="1350" b="1">
                <a:solidFill>
                  <a:srgbClr val="159447"/>
                </a:solidFill>
              </a:defRPr>
            </a:lvl4pPr>
            <a:lvl5pPr>
              <a:defRPr sz="1350" b="1">
                <a:solidFill>
                  <a:srgbClr val="159447"/>
                </a:solidFill>
              </a:defRPr>
            </a:lvl5pPr>
            <a:lvl6pPr>
              <a:defRPr sz="1350" b="1">
                <a:solidFill>
                  <a:srgbClr val="159447"/>
                </a:solidFill>
              </a:defRPr>
            </a:lvl6pPr>
            <a:lvl7pPr>
              <a:defRPr sz="1350" b="1">
                <a:solidFill>
                  <a:srgbClr val="159447"/>
                </a:solidFill>
              </a:defRPr>
            </a:lvl7pPr>
            <a:lvl8pPr>
              <a:defRPr sz="1350" b="1">
                <a:solidFill>
                  <a:srgbClr val="159447"/>
                </a:solidFill>
              </a:defRPr>
            </a:lvl8pPr>
            <a:lvl9pPr>
              <a:defRPr sz="1350" b="1">
                <a:solidFill>
                  <a:srgbClr val="159447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9447"/>
                </a:solidFill>
              </a:defRPr>
            </a:pPr>
            <a:r>
              <a:rPr sz="1350" b="1">
                <a:solidFill>
                  <a:srgbClr val="159447"/>
                </a:solidFill>
              </a:rPr>
              <a:t>●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EB0640F-59C4-4658-8C10-D15BAA7E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57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Officer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370F7D1-27F5-46DD-B4B8-BDB079EE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576000"/>
            <a:ext cx="1150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Manage tasks, members, budgets, and activities.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A914705-F5F7-4452-BD7C-F0A82B49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9A25"/>
                </a:solidFill>
              </a:defRPr>
            </a:defPPr>
            <a:lvl1pPr>
              <a:defRPr sz="1350" b="1">
                <a:solidFill>
                  <a:srgbClr val="FF9A25"/>
                </a:solidFill>
              </a:defRPr>
            </a:lvl1pPr>
            <a:lvl2pPr>
              <a:defRPr sz="1350" b="1">
                <a:solidFill>
                  <a:srgbClr val="FF9A25"/>
                </a:solidFill>
              </a:defRPr>
            </a:lvl2pPr>
            <a:lvl3pPr>
              <a:defRPr sz="1350" b="1">
                <a:solidFill>
                  <a:srgbClr val="FF9A25"/>
                </a:solidFill>
              </a:defRPr>
            </a:lvl3pPr>
            <a:lvl4pPr>
              <a:defRPr sz="1350" b="1">
                <a:solidFill>
                  <a:srgbClr val="FF9A25"/>
                </a:solidFill>
              </a:defRPr>
            </a:lvl4pPr>
            <a:lvl5pPr>
              <a:defRPr sz="1350" b="1">
                <a:solidFill>
                  <a:srgbClr val="FF9A25"/>
                </a:solidFill>
              </a:defRPr>
            </a:lvl5pPr>
            <a:lvl6pPr>
              <a:defRPr sz="1350" b="1">
                <a:solidFill>
                  <a:srgbClr val="FF9A25"/>
                </a:solidFill>
              </a:defRPr>
            </a:lvl6pPr>
            <a:lvl7pPr>
              <a:defRPr sz="1350" b="1">
                <a:solidFill>
                  <a:srgbClr val="FF9A25"/>
                </a:solidFill>
              </a:defRPr>
            </a:lvl7pPr>
            <a:lvl8pPr>
              <a:defRPr sz="1350" b="1">
                <a:solidFill>
                  <a:srgbClr val="FF9A25"/>
                </a:solidFill>
              </a:defRPr>
            </a:lvl8pPr>
            <a:lvl9pPr>
              <a:defRPr sz="1350" b="1">
                <a:solidFill>
                  <a:srgbClr val="FF9A2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9A25"/>
                </a:solidFill>
              </a:defRPr>
            </a:pPr>
            <a:r>
              <a:rPr sz="1350" b="1">
                <a:solidFill>
                  <a:srgbClr val="FF9A25"/>
                </a:solidFill>
              </a:rPr>
              <a:t>●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CD61D21-EBFD-41C0-AE76-03204AA5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President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B1719B5-47D8-472E-B913-8B7851FE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147500"/>
            <a:ext cx="1150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Coordinate organization-wide council operations.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747821B-6A9F-45EA-B135-311BC6A6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B6BFF"/>
                </a:solidFill>
              </a:defRPr>
            </a:defPPr>
            <a:lvl1pPr>
              <a:defRPr sz="1350" b="1">
                <a:solidFill>
                  <a:srgbClr val="9B6BFF"/>
                </a:solidFill>
              </a:defRPr>
            </a:lvl1pPr>
            <a:lvl2pPr>
              <a:defRPr sz="1350" b="1">
                <a:solidFill>
                  <a:srgbClr val="9B6BFF"/>
                </a:solidFill>
              </a:defRPr>
            </a:lvl2pPr>
            <a:lvl3pPr>
              <a:defRPr sz="1350" b="1">
                <a:solidFill>
                  <a:srgbClr val="9B6BFF"/>
                </a:solidFill>
              </a:defRPr>
            </a:lvl3pPr>
            <a:lvl4pPr>
              <a:defRPr sz="1350" b="1">
                <a:solidFill>
                  <a:srgbClr val="9B6BFF"/>
                </a:solidFill>
              </a:defRPr>
            </a:lvl4pPr>
            <a:lvl5pPr>
              <a:defRPr sz="1350" b="1">
                <a:solidFill>
                  <a:srgbClr val="9B6BFF"/>
                </a:solidFill>
              </a:defRPr>
            </a:lvl5pPr>
            <a:lvl6pPr>
              <a:defRPr sz="1350" b="1">
                <a:solidFill>
                  <a:srgbClr val="9B6BFF"/>
                </a:solidFill>
              </a:defRPr>
            </a:lvl6pPr>
            <a:lvl7pPr>
              <a:defRPr sz="1350" b="1">
                <a:solidFill>
                  <a:srgbClr val="9B6BFF"/>
                </a:solidFill>
              </a:defRPr>
            </a:lvl7pPr>
            <a:lvl8pPr>
              <a:defRPr sz="1350" b="1">
                <a:solidFill>
                  <a:srgbClr val="9B6BFF"/>
                </a:solidFill>
              </a:defRPr>
            </a:lvl8pPr>
            <a:lvl9pPr>
              <a:defRPr sz="1350" b="1">
                <a:solidFill>
                  <a:srgbClr val="9B6B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9B6BFF"/>
                </a:solidFill>
              </a:defRPr>
            </a:pPr>
            <a:r>
              <a:rPr sz="1350" b="1">
                <a:solidFill>
                  <a:srgbClr val="9B6BFF"/>
                </a:solidFill>
              </a:rPr>
              <a:t>●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0782838-C273-4F4D-962E-052FBBBC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719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Administrator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0B1331C-3F9D-406B-BE8F-62989501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719000"/>
            <a:ext cx="1150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Verify accounts, oversee records, and audit access.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91FAAD6-23AF-4E25-8C4B-E8702737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04875"/>
            <a:ext cx="15125700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89BB276-A92E-46FF-B506-00E2BC3D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90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09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AD96392-28C9-44CC-BFE7-5CC2E67D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290625"/>
            <a:ext cx="1388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8F5DF"/>
                </a:solidFill>
              </a:defRPr>
            </a:defPPr>
            <a:lvl1pPr>
              <a:defRPr sz="2175" b="1">
                <a:solidFill>
                  <a:srgbClr val="F8F5DF"/>
                </a:solidFill>
              </a:defRPr>
            </a:lvl1pPr>
            <a:lvl2pPr>
              <a:defRPr sz="2175" b="1">
                <a:solidFill>
                  <a:srgbClr val="F8F5DF"/>
                </a:solidFill>
              </a:defRPr>
            </a:lvl2pPr>
            <a:lvl3pPr>
              <a:defRPr sz="2175" b="1">
                <a:solidFill>
                  <a:srgbClr val="F8F5DF"/>
                </a:solidFill>
              </a:defRPr>
            </a:lvl3pPr>
            <a:lvl4pPr>
              <a:defRPr sz="2175" b="1">
                <a:solidFill>
                  <a:srgbClr val="F8F5DF"/>
                </a:solidFill>
              </a:defRPr>
            </a:lvl4pPr>
            <a:lvl5pPr>
              <a:defRPr sz="2175" b="1">
                <a:solidFill>
                  <a:srgbClr val="F8F5DF"/>
                </a:solidFill>
              </a:defRPr>
            </a:lvl5pPr>
            <a:lvl6pPr>
              <a:defRPr sz="2175" b="1">
                <a:solidFill>
                  <a:srgbClr val="F8F5DF"/>
                </a:solidFill>
              </a:defRPr>
            </a:lvl6pPr>
            <a:lvl7pPr>
              <a:defRPr sz="2175" b="1">
                <a:solidFill>
                  <a:srgbClr val="F8F5DF"/>
                </a:solidFill>
              </a:defRPr>
            </a:lvl7pPr>
            <a:lvl8pPr>
              <a:defRPr sz="2175" b="1">
                <a:solidFill>
                  <a:srgbClr val="F8F5DF"/>
                </a:solidFill>
              </a:defRPr>
            </a:lvl8pPr>
            <a:lvl9pPr>
              <a:defRPr sz="21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8F5DF"/>
                </a:solidFill>
              </a:defRPr>
            </a:pPr>
            <a:r>
              <a:rPr sz="2175" b="1">
                <a:solidFill>
                  <a:srgbClr val="F8F5DF"/>
                </a:solidFill>
              </a:rPr>
              <a:t>System screenshots</a:t>
            </a:r>
          </a:p>
        </p:txBody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792F0AC-BB38-4EC7-8A1B-28D9C0B964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78ef3289041c8"/>
          <a:srcRect xmlns:a="http://schemas.openxmlformats.org/drawingml/2006/main" l="0" t="21012" r="0" b="210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39833550"/>
            <a:ext cx="459105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47B01A8-714D-41BC-9BF0-CA0E6F19D6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0c67e58934b59"/>
          <a:srcRect xmlns:a="http://schemas.openxmlformats.org/drawingml/2006/main" l="0" t="21237" r="0" b="21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4075" y="39833550"/>
            <a:ext cx="459105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92BEB6D-8E93-4956-A6D3-827D371892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2b0891dd1404e"/>
          <a:srcRect xmlns:a="http://schemas.openxmlformats.org/drawingml/2006/main" l="0" t="20829" r="0" b="208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20400" y="39833550"/>
            <a:ext cx="4591050" cy="135255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2CCBFE9-B204-4743-AAFD-DB889E455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207ac6a2a4f13"/>
          <a:srcRect xmlns:a="http://schemas.openxmlformats.org/drawingml/2006/main" l="0" t="28679" r="0" b="286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41405175"/>
            <a:ext cx="4591050" cy="99060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C0FE192-79E8-4C8D-A70E-51EFA02C2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026e1c6a944a0"/>
          <a:srcRect xmlns:a="http://schemas.openxmlformats.org/drawingml/2006/main" l="0" t="28901" r="0" b="28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4075" y="41405175"/>
            <a:ext cx="4591050" cy="99060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FFE45B2-3273-45EC-A1AC-E2DE0376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5099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8F5DF"/>
                </a:solidFill>
              </a:defRPr>
            </a:defPPr>
            <a:lvl1pPr>
              <a:defRPr sz="1800" b="1">
                <a:solidFill>
                  <a:srgbClr val="F8F5DF"/>
                </a:solidFill>
              </a:defRPr>
            </a:lvl1pPr>
            <a:lvl2pPr>
              <a:defRPr sz="1800" b="1">
                <a:solidFill>
                  <a:srgbClr val="F8F5DF"/>
                </a:solidFill>
              </a:defRPr>
            </a:lvl2pPr>
            <a:lvl3pPr>
              <a:defRPr sz="1800" b="1">
                <a:solidFill>
                  <a:srgbClr val="F8F5DF"/>
                </a:solidFill>
              </a:defRPr>
            </a:lvl3pPr>
            <a:lvl4pPr>
              <a:defRPr sz="1800" b="1">
                <a:solidFill>
                  <a:srgbClr val="F8F5DF"/>
                </a:solidFill>
              </a:defRPr>
            </a:lvl4pPr>
            <a:lvl5pPr>
              <a:defRPr sz="1800" b="1">
                <a:solidFill>
                  <a:srgbClr val="F8F5DF"/>
                </a:solidFill>
              </a:defRPr>
            </a:lvl5pPr>
            <a:lvl6pPr>
              <a:defRPr sz="1800" b="1">
                <a:solidFill>
                  <a:srgbClr val="F8F5DF"/>
                </a:solidFill>
              </a:defRPr>
            </a:lvl6pPr>
            <a:lvl7pPr>
              <a:defRPr sz="1800" b="1">
                <a:solidFill>
                  <a:srgbClr val="F8F5DF"/>
                </a:solidFill>
              </a:defRPr>
            </a:lvl7pPr>
            <a:lvl8pPr>
              <a:defRPr sz="1800" b="1">
                <a:solidFill>
                  <a:srgbClr val="F8F5DF"/>
                </a:solidFill>
              </a:defRPr>
            </a:lvl8pPr>
            <a:lvl9pPr>
              <a:defRPr sz="18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8F5DF"/>
                </a:solidFill>
              </a:defRPr>
            </a:pPr>
            <a:r>
              <a:rPr sz="1800" b="1">
                <a:solidFill>
                  <a:srgbClr val="F8F5DF"/>
                </a:solidFill>
              </a:rPr>
              <a:t>CouncilForge connects participation with accountable council operations.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834EFD3-208F-47C5-8876-090170BD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1481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1E0A0"/>
                </a:solidFill>
              </a:defRPr>
            </a:defPPr>
            <a:lvl1pPr>
              <a:defRPr sz="1275" b="1">
                <a:solidFill>
                  <a:srgbClr val="71E0A0"/>
                </a:solidFill>
              </a:defRPr>
            </a:lvl1pPr>
            <a:lvl2pPr>
              <a:defRPr sz="1275" b="1">
                <a:solidFill>
                  <a:srgbClr val="71E0A0"/>
                </a:solidFill>
              </a:defRPr>
            </a:lvl2pPr>
            <a:lvl3pPr>
              <a:defRPr sz="1275" b="1">
                <a:solidFill>
                  <a:srgbClr val="71E0A0"/>
                </a:solidFill>
              </a:defRPr>
            </a:lvl3pPr>
            <a:lvl4pPr>
              <a:defRPr sz="1275" b="1">
                <a:solidFill>
                  <a:srgbClr val="71E0A0"/>
                </a:solidFill>
              </a:defRPr>
            </a:lvl4pPr>
            <a:lvl5pPr>
              <a:defRPr sz="1275" b="1">
                <a:solidFill>
                  <a:srgbClr val="71E0A0"/>
                </a:solidFill>
              </a:defRPr>
            </a:lvl5pPr>
            <a:lvl6pPr>
              <a:defRPr sz="1275" b="1">
                <a:solidFill>
                  <a:srgbClr val="71E0A0"/>
                </a:solidFill>
              </a:defRPr>
            </a:lvl6pPr>
            <a:lvl7pPr>
              <a:defRPr sz="1275" b="1">
                <a:solidFill>
                  <a:srgbClr val="71E0A0"/>
                </a:solidFill>
              </a:defRPr>
            </a:lvl7pPr>
            <a:lvl8pPr>
              <a:defRPr sz="1275" b="1">
                <a:solidFill>
                  <a:srgbClr val="71E0A0"/>
                </a:solidFill>
              </a:defRPr>
            </a:lvl8pPr>
            <a:lvl9pPr>
              <a:defRPr sz="127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1E0A0"/>
                </a:solidFill>
              </a:defRPr>
            </a:pPr>
            <a:r>
              <a:rPr sz="1275" b="1">
                <a:solidFill>
                  <a:srgbClr val="71E0A0"/>
                </a:solidFill>
              </a:rPr>
              <a:t>Students  •  Councils  •  Administration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03BAD3A-5EA4-41A6-B06C-7319061F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14950"/>
            <a:ext cx="15125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ED5C3"/>
                </a:solidFill>
              </a:defRPr>
            </a:defPPr>
            <a:lvl1pPr>
              <a:defRPr sz="1275" b="0">
                <a:solidFill>
                  <a:srgbClr val="BED5C3"/>
                </a:solidFill>
              </a:defRPr>
            </a:lvl1pPr>
            <a:lvl2pPr>
              <a:defRPr sz="1275" b="0">
                <a:solidFill>
                  <a:srgbClr val="BED5C3"/>
                </a:solidFill>
              </a:defRPr>
            </a:lvl2pPr>
            <a:lvl3pPr>
              <a:defRPr sz="1275" b="0">
                <a:solidFill>
                  <a:srgbClr val="BED5C3"/>
                </a:solidFill>
              </a:defRPr>
            </a:lvl3pPr>
            <a:lvl4pPr>
              <a:defRPr sz="1275" b="0">
                <a:solidFill>
                  <a:srgbClr val="BED5C3"/>
                </a:solidFill>
              </a:defRPr>
            </a:lvl4pPr>
            <a:lvl5pPr>
              <a:defRPr sz="1275" b="0">
                <a:solidFill>
                  <a:srgbClr val="BED5C3"/>
                </a:solidFill>
              </a:defRPr>
            </a:lvl5pPr>
            <a:lvl6pPr>
              <a:defRPr sz="1275" b="0">
                <a:solidFill>
                  <a:srgbClr val="BED5C3"/>
                </a:solidFill>
              </a:defRPr>
            </a:lvl6pPr>
            <a:lvl7pPr>
              <a:defRPr sz="1275" b="0">
                <a:solidFill>
                  <a:srgbClr val="BED5C3"/>
                </a:solidFill>
              </a:defRPr>
            </a:lvl7pPr>
            <a:lvl8pPr>
              <a:defRPr sz="1275" b="0">
                <a:solidFill>
                  <a:srgbClr val="BED5C3"/>
                </a:solidFill>
              </a:defRPr>
            </a:lvl8pPr>
            <a:lvl9pPr>
              <a:defRPr sz="12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ED5C3"/>
                </a:solidFill>
              </a:defRPr>
            </a:pPr>
            <a:r>
              <a:rPr sz="1275" b="0">
                <a:solidFill>
                  <a:srgbClr val="BED5C3"/>
                </a:solidFill>
              </a:rPr>
              <a:t>CouncilForge  |  Student Council Management System  |  Built for campus participation, coordination, and transparent governance</a:t>
            </a:r>
          </a:p>
        </p:txBody>
      </p:sp>
    </p:spTree>
    <p:extLst>
      <p:ext uri="{BB962C8B-B14F-4D97-AF65-F5344CB8AC3E}">
        <p14:creationId xmlns:p14="http://schemas.microsoft.com/office/powerpoint/2010/main" val="1356857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2026-10-19T05:42:55.4090000Z</dcterms:created>
  <dcterms:modified xsi:type="dcterms:W3CDTF">2026-10-19T05:42:55.4090000Z</dcterms:modified>
</coreProperties>
</file>