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640577ad3491f" /><Relationship Type="http://schemas.openxmlformats.org/officeDocument/2006/relationships/extended-properties" Target="/docProps/app.xml" Id="R727c132065274416" /><Relationship Type="http://schemas.openxmlformats.org/officeDocument/2006/relationships/officeDocument" Target="/ppt/presentation.xml" Id="R82434ead208e44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81a5b8c944d99"/>
  </p:sldMasterIdLst>
  <p:notesMasterIdLst>
    <p:notesMasterId xmlns:r="http://schemas.openxmlformats.org/officeDocument/2006/relationships" r:id="R7e9fe346dd8c4283"/>
  </p:notesMasterIdLst>
  <p:sldIdLst>
    <p:sldId xmlns:r="http://schemas.openxmlformats.org/officeDocument/2006/relationships" id="256" r:id="R6c06fb538c5c42f3"/>
  </p:sldIdLst>
  <p:sldSz cx="32918400" cy="87782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fbbdacdfb44ed" /><Relationship Type="http://schemas.openxmlformats.org/officeDocument/2006/relationships/slideMaster" Target="/ppt/slideMasters/slideMaster1.xml" Id="Rc8581a5b8c944d99" /><Relationship Type="http://schemas.openxmlformats.org/officeDocument/2006/relationships/notesMaster" Target="/ppt/notesMasters/notesMaster1.xml" Id="R7e9fe346dd8c4283" /><Relationship Type="http://schemas.openxmlformats.org/officeDocument/2006/relationships/presProps" Target="/ppt/presProps.xml" Id="Ra6b5377f44194d18" /><Relationship Type="http://schemas.openxmlformats.org/officeDocument/2006/relationships/tableStyles" Target="/ppt/tableStyles.xml" Id="R0d9522b166fc4a42" /><Relationship Type="http://schemas.openxmlformats.org/officeDocument/2006/relationships/slide" Target="/ppt/slides/slide1.xml" Id="R6c06fb538c5c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3da715387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bcec30ec24889" /><Relationship Type="http://schemas.openxmlformats.org/officeDocument/2006/relationships/notesMaster" Target="/ppt/notesMasters/notesMaster1.xml" Id="R664f01b758b7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37e17d49846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3b71e11434a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44fd652bc4b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8dbe4988f4a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3b2416b3242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c51f873c5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121067-740B-4DD3-9826-693E92647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91840" y="33162240"/>
            <a:ext cx="26334720" cy="1267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8B5592-900B-4191-ABF9-BB02C0E872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760" y="48280320"/>
            <a:ext cx="23042880" cy="975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E24216-E404-4DC0-A3B6-05FAD1694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91840" y="36576000"/>
            <a:ext cx="26334720" cy="14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3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67FA65-3568-4C8A-9930-1A8FB0B08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1660" y="6827520"/>
            <a:ext cx="29215080" cy="1072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7A7B83-9372-49AF-A609-05D2353BB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51660" y="24384000"/>
            <a:ext cx="29215080" cy="5462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172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401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631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861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90906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7320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5549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3779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2009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B55A12-BC53-42E8-A0DD-14C24C556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1660" y="6827520"/>
            <a:ext cx="29215080" cy="1072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192DEA-71B2-45F1-9CE6-9BCA896AA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51660" y="24384000"/>
            <a:ext cx="13578840" cy="5462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172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401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631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861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90906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7320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5549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3779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2009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20F98F-A079-4EEB-96B2-4429416F55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487900" y="24384000"/>
            <a:ext cx="13578840" cy="5462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172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401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631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861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90906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7320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5549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3779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2009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567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00B571-0A66-46E5-B23B-9CC3C3A93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51660" y="6827520"/>
            <a:ext cx="29215080" cy="1072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9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E5184D-5BE4-4530-95BB-C589C31E6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51660" y="24384000"/>
            <a:ext cx="13578840" cy="5462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172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4401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2631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0861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90906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73202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555498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637794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200900" indent="-617220" algn="l">
              <a:lnSpc>
                <a:spcPct val="110000"/>
              </a:lnSpc>
              <a:spcBef>
                <a:spcPts val="0"/>
              </a:spcBef>
              <a:spcAft>
                <a:spcPts val="3240"/>
              </a:spcAft>
              <a:buChar char="•"/>
              <a:defRPr sz="6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0fe078428f46a9" /><Relationship Type="http://schemas.openxmlformats.org/officeDocument/2006/relationships/slideLayout" Target="/ppt/slideLayouts/slideLayout1.xml" Id="R503552fdf3444f2d" /><Relationship Type="http://schemas.openxmlformats.org/officeDocument/2006/relationships/slideLayout" Target="/ppt/slideLayouts/slideLayout2.xml" Id="Rea10845c54da4f72" /><Relationship Type="http://schemas.openxmlformats.org/officeDocument/2006/relationships/slideLayout" Target="/ppt/slideLayouts/slideLayout3.xml" Id="Rb1516b6c1f1c4ac4" /><Relationship Type="http://schemas.openxmlformats.org/officeDocument/2006/relationships/slideLayout" Target="/ppt/slideLayouts/slideLayout4.xml" Id="R6130bf9661de4cd1" /><Relationship Type="http://schemas.openxmlformats.org/officeDocument/2006/relationships/slideLayout" Target="/ppt/slideLayouts/slideLayout5.xml" Id="R08f491ea58a54799" /><Relationship Type="http://schemas.openxmlformats.org/officeDocument/2006/relationships/slideLayout" Target="/ppt/slideLayouts/slideLayout6.xml" Id="Rf8cb6c13f0ae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552fdf3444f2d"/>
    <p:sldLayoutId xmlns:r="http://schemas.openxmlformats.org/officeDocument/2006/relationships" id="2147483650" r:id="Rea10845c54da4f72"/>
    <p:sldLayoutId xmlns:r="http://schemas.openxmlformats.org/officeDocument/2006/relationships" id="2147483651" r:id="Rb1516b6c1f1c4ac4"/>
    <p:sldLayoutId xmlns:r="http://schemas.openxmlformats.org/officeDocument/2006/relationships" id="2147483652" r:id="R6130bf9661de4cd1"/>
    <p:sldLayoutId xmlns:r="http://schemas.openxmlformats.org/officeDocument/2006/relationships" id="2147483653" r:id="R08f491ea58a54799"/>
    <p:sldLayoutId xmlns:r="http://schemas.openxmlformats.org/officeDocument/2006/relationships" id="2147483654" r:id="Rf8cb6c13f0ae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0b5145e9c4116" /><Relationship Type="http://schemas.openxmlformats.org/officeDocument/2006/relationships/notesSlide" Target="/ppt/notesSlides/notesSlide1.xml" Id="R3e7c58765e494c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F7BC36F-906F-497D-B846-EC8196EB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918400" cy="130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6A100-4E30-4017-B2AF-293A4AE6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58600"/>
            <a:ext cx="32918400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D52FB-83D0-4BDF-98F3-5D0493F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481560"/>
            <a:ext cx="32918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6930C-230B-4B3C-9DEA-BB70709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5920"/>
            <a:ext cx="2834640" cy="4251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248B0-90CC-42B0-8424-28B82E7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2834640" cy="1303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040" b="1">
                <a:solidFill>
                  <a:srgbClr val="0C351D"/>
                </a:solidFill>
              </a:defRPr>
            </a:defPPr>
            <a:lvl1pPr>
              <a:defRPr sz="5040" b="1">
                <a:solidFill>
                  <a:srgbClr val="0C351D"/>
                </a:solidFill>
              </a:defRPr>
            </a:lvl1pPr>
            <a:lvl2pPr>
              <a:defRPr sz="5040" b="1">
                <a:solidFill>
                  <a:srgbClr val="0C351D"/>
                </a:solidFill>
              </a:defRPr>
            </a:lvl2pPr>
            <a:lvl3pPr>
              <a:defRPr sz="5040" b="1">
                <a:solidFill>
                  <a:srgbClr val="0C351D"/>
                </a:solidFill>
              </a:defRPr>
            </a:lvl3pPr>
            <a:lvl4pPr>
              <a:defRPr sz="5040" b="1">
                <a:solidFill>
                  <a:srgbClr val="0C351D"/>
                </a:solidFill>
              </a:defRPr>
            </a:lvl4pPr>
            <a:lvl5pPr>
              <a:defRPr sz="5040" b="1">
                <a:solidFill>
                  <a:srgbClr val="0C351D"/>
                </a:solidFill>
              </a:defRPr>
            </a:lvl5pPr>
            <a:lvl6pPr>
              <a:defRPr sz="5040" b="1">
                <a:solidFill>
                  <a:srgbClr val="0C351D"/>
                </a:solidFill>
              </a:defRPr>
            </a:lvl6pPr>
            <a:lvl7pPr>
              <a:defRPr sz="5040" b="1">
                <a:solidFill>
                  <a:srgbClr val="0C351D"/>
                </a:solidFill>
              </a:defRPr>
            </a:lvl7pPr>
            <a:lvl8pPr>
              <a:defRPr sz="5040" b="1">
                <a:solidFill>
                  <a:srgbClr val="0C351D"/>
                </a:solidFill>
              </a:defRPr>
            </a:lvl8pPr>
            <a:lvl9pPr>
              <a:defRPr sz="5040" b="1">
                <a:solidFill>
                  <a:srgbClr val="0C351D"/>
                </a:solidFill>
              </a:defRPr>
            </a:lvl9pPr>
          </a:lstStyle>
          <a:p xmlns:a="http://schemas.openxmlformats.org/drawingml/2006/main">
            <a:pPr>
              <a:defRPr sz="5040" b="1">
                <a:solidFill>
                  <a:srgbClr val="0C351D"/>
                </a:solidFill>
              </a:defRPr>
            </a:pPr>
            <a:r>
              <a:rPr sz="5040" b="1">
                <a:solidFill>
                  <a:srgbClr val="0C351D"/>
                </a:solidFill>
              </a:rPr>
              <a:t>ACC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D6C53-2D8E-40FF-9481-0EDF54FF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20240"/>
            <a:ext cx="19202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80" b="1">
                <a:solidFill>
                  <a:srgbClr val="FFFFFF"/>
                </a:solidFill>
              </a:defRPr>
            </a:defPPr>
            <a:lvl1pPr>
              <a:defRPr sz="6480" b="1">
                <a:solidFill>
                  <a:srgbClr val="FFFFFF"/>
                </a:solidFill>
              </a:defRPr>
            </a:lvl1pPr>
            <a:lvl2pPr>
              <a:defRPr sz="6480" b="1">
                <a:solidFill>
                  <a:srgbClr val="FFFFFF"/>
                </a:solidFill>
              </a:defRPr>
            </a:lvl2pPr>
            <a:lvl3pPr>
              <a:defRPr sz="6480" b="1">
                <a:solidFill>
                  <a:srgbClr val="FFFFFF"/>
                </a:solidFill>
              </a:defRPr>
            </a:lvl3pPr>
            <a:lvl4pPr>
              <a:defRPr sz="6480" b="1">
                <a:solidFill>
                  <a:srgbClr val="FFFFFF"/>
                </a:solidFill>
              </a:defRPr>
            </a:lvl4pPr>
            <a:lvl5pPr>
              <a:defRPr sz="6480" b="1">
                <a:solidFill>
                  <a:srgbClr val="FFFFFF"/>
                </a:solidFill>
              </a:defRPr>
            </a:lvl5pPr>
            <a:lvl6pPr>
              <a:defRPr sz="6480" b="1">
                <a:solidFill>
                  <a:srgbClr val="FFFFFF"/>
                </a:solidFill>
              </a:defRPr>
            </a:lvl6pPr>
            <a:lvl7pPr>
              <a:defRPr sz="6480" b="1">
                <a:solidFill>
                  <a:srgbClr val="FFFFFF"/>
                </a:solidFill>
              </a:defRPr>
            </a:lvl7pPr>
            <a:lvl8pPr>
              <a:defRPr sz="6480" b="1">
                <a:solidFill>
                  <a:srgbClr val="FFFFFF"/>
                </a:solidFill>
              </a:defRPr>
            </a:lvl8pPr>
            <a:lvl9pPr>
              <a:defRPr sz="64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480" b="1">
                <a:solidFill>
                  <a:srgbClr val="FFFFFF"/>
                </a:solidFill>
              </a:defRPr>
            </a:pPr>
            <a:r>
              <a:rPr sz="6480" b="1">
                <a:solidFill>
                  <a:srgbClr val="FFFFFF"/>
                </a:solidFill>
              </a:rPr>
              <a:t>ABUYOG COMMUNITY 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BAC65-433D-4EC9-B45A-750D866A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03320"/>
            <a:ext cx="14630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D8E9D2"/>
                </a:solidFill>
              </a:defRPr>
            </a:defPPr>
            <a:lvl1pPr>
              <a:defRPr sz="3600" b="0">
                <a:solidFill>
                  <a:srgbClr val="D8E9D2"/>
                </a:solidFill>
              </a:defRPr>
            </a:lvl1pPr>
            <a:lvl2pPr>
              <a:defRPr sz="3600" b="0">
                <a:solidFill>
                  <a:srgbClr val="D8E9D2"/>
                </a:solidFill>
              </a:defRPr>
            </a:lvl2pPr>
            <a:lvl3pPr>
              <a:defRPr sz="3600" b="0">
                <a:solidFill>
                  <a:srgbClr val="D8E9D2"/>
                </a:solidFill>
              </a:defRPr>
            </a:lvl3pPr>
            <a:lvl4pPr>
              <a:defRPr sz="3600" b="0">
                <a:solidFill>
                  <a:srgbClr val="D8E9D2"/>
                </a:solidFill>
              </a:defRPr>
            </a:lvl4pPr>
            <a:lvl5pPr>
              <a:defRPr sz="3600" b="0">
                <a:solidFill>
                  <a:srgbClr val="D8E9D2"/>
                </a:solidFill>
              </a:defRPr>
            </a:lvl5pPr>
            <a:lvl6pPr>
              <a:defRPr sz="3600" b="0">
                <a:solidFill>
                  <a:srgbClr val="D8E9D2"/>
                </a:solidFill>
              </a:defRPr>
            </a:lvl6pPr>
            <a:lvl7pPr>
              <a:defRPr sz="3600" b="0">
                <a:solidFill>
                  <a:srgbClr val="D8E9D2"/>
                </a:solidFill>
              </a:defRPr>
            </a:lvl7pPr>
            <a:lvl8pPr>
              <a:defRPr sz="3600" b="0">
                <a:solidFill>
                  <a:srgbClr val="D8E9D2"/>
                </a:solidFill>
              </a:defRPr>
            </a:lvl8pPr>
            <a:lvl9pPr>
              <a:defRPr sz="3600" b="0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D8E9D2"/>
                </a:solidFill>
              </a:defRPr>
            </a:pPr>
            <a:r>
              <a:rPr sz="3600" b="0">
                <a:solidFill>
                  <a:srgbClr val="D8E9D2"/>
                </a:solidFill>
              </a:rPr>
              <a:t>Education for a Brighter Future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6E573-2C97-48B9-9596-0EC24D9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6446520"/>
            <a:ext cx="196596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80" b="1">
                <a:solidFill>
                  <a:srgbClr val="FFFFFF"/>
                </a:solidFill>
              </a:defRPr>
            </a:defPPr>
            <a:lvl1pPr>
              <a:defRPr sz="10080" b="1">
                <a:solidFill>
                  <a:srgbClr val="FFFFFF"/>
                </a:solidFill>
              </a:defRPr>
            </a:lvl1pPr>
            <a:lvl2pPr>
              <a:defRPr sz="10080" b="1">
                <a:solidFill>
                  <a:srgbClr val="FFFFFF"/>
                </a:solidFill>
              </a:defRPr>
            </a:lvl2pPr>
            <a:lvl3pPr>
              <a:defRPr sz="10080" b="1">
                <a:solidFill>
                  <a:srgbClr val="FFFFFF"/>
                </a:solidFill>
              </a:defRPr>
            </a:lvl3pPr>
            <a:lvl4pPr>
              <a:defRPr sz="10080" b="1">
                <a:solidFill>
                  <a:srgbClr val="FFFFFF"/>
                </a:solidFill>
              </a:defRPr>
            </a:lvl4pPr>
            <a:lvl5pPr>
              <a:defRPr sz="10080" b="1">
                <a:solidFill>
                  <a:srgbClr val="FFFFFF"/>
                </a:solidFill>
              </a:defRPr>
            </a:lvl5pPr>
            <a:lvl6pPr>
              <a:defRPr sz="10080" b="1">
                <a:solidFill>
                  <a:srgbClr val="FFFFFF"/>
                </a:solidFill>
              </a:defRPr>
            </a:lvl6pPr>
            <a:lvl7pPr>
              <a:defRPr sz="10080" b="1">
                <a:solidFill>
                  <a:srgbClr val="FFFFFF"/>
                </a:solidFill>
              </a:defRPr>
            </a:lvl7pPr>
            <a:lvl8pPr>
              <a:defRPr sz="10080" b="1">
                <a:solidFill>
                  <a:srgbClr val="FFFFFF"/>
                </a:solidFill>
              </a:defRPr>
            </a:lvl8pPr>
            <a:lvl9pPr>
              <a:defRPr sz="100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080" b="1">
                <a:solidFill>
                  <a:srgbClr val="FFFFFF"/>
                </a:solidFill>
              </a:defRPr>
            </a:pPr>
            <a:r>
              <a:rPr sz="10080" b="1">
                <a:solidFill>
                  <a:srgbClr val="FFFFFF"/>
                </a:solidFill>
              </a:rPr>
              <a:t>STUDENT COUNCIL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03B4B-6A20-4100-8DA1-B8DA1043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8709660"/>
            <a:ext cx="22174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80" b="1">
                <a:solidFill>
                  <a:srgbClr val="FFFFFF"/>
                </a:solidFill>
              </a:defRPr>
            </a:defPPr>
            <a:lvl1pPr>
              <a:defRPr sz="10080" b="1">
                <a:solidFill>
                  <a:srgbClr val="FFFFFF"/>
                </a:solidFill>
              </a:defRPr>
            </a:lvl1pPr>
            <a:lvl2pPr>
              <a:defRPr sz="10080" b="1">
                <a:solidFill>
                  <a:srgbClr val="FFFFFF"/>
                </a:solidFill>
              </a:defRPr>
            </a:lvl2pPr>
            <a:lvl3pPr>
              <a:defRPr sz="10080" b="1">
                <a:solidFill>
                  <a:srgbClr val="FFFFFF"/>
                </a:solidFill>
              </a:defRPr>
            </a:lvl3pPr>
            <a:lvl4pPr>
              <a:defRPr sz="10080" b="1">
                <a:solidFill>
                  <a:srgbClr val="FFFFFF"/>
                </a:solidFill>
              </a:defRPr>
            </a:lvl4pPr>
            <a:lvl5pPr>
              <a:defRPr sz="10080" b="1">
                <a:solidFill>
                  <a:srgbClr val="FFFFFF"/>
                </a:solidFill>
              </a:defRPr>
            </a:lvl5pPr>
            <a:lvl6pPr>
              <a:defRPr sz="10080" b="1">
                <a:solidFill>
                  <a:srgbClr val="FFFFFF"/>
                </a:solidFill>
              </a:defRPr>
            </a:lvl6pPr>
            <a:lvl7pPr>
              <a:defRPr sz="10080" b="1">
                <a:solidFill>
                  <a:srgbClr val="FFFFFF"/>
                </a:solidFill>
              </a:defRPr>
            </a:lvl7pPr>
            <a:lvl8pPr>
              <a:defRPr sz="10080" b="1">
                <a:solidFill>
                  <a:srgbClr val="FFFFFF"/>
                </a:solidFill>
              </a:defRPr>
            </a:lvl8pPr>
            <a:lvl9pPr>
              <a:defRPr sz="100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080" b="1">
                <a:solidFill>
                  <a:srgbClr val="FFFFFF"/>
                </a:solidFill>
              </a:defRPr>
            </a:pPr>
            <a:r>
              <a:rPr sz="10080" b="1">
                <a:solidFill>
                  <a:srgbClr val="FFFFFF"/>
                </a:solidFill>
              </a:rPr>
              <a:t>MANAGEMENT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9FBFC-B43B-4DC1-B8BA-54BEA98A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698480"/>
            <a:ext cx="205740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0">
                <a:solidFill>
                  <a:srgbClr val="D8E9D2"/>
                </a:solidFill>
              </a:defRPr>
            </a:defPPr>
            <a:lvl1pPr>
              <a:defRPr sz="3240" b="0">
                <a:solidFill>
                  <a:srgbClr val="D8E9D2"/>
                </a:solidFill>
              </a:defRPr>
            </a:lvl1pPr>
            <a:lvl2pPr>
              <a:defRPr sz="3240" b="0">
                <a:solidFill>
                  <a:srgbClr val="D8E9D2"/>
                </a:solidFill>
              </a:defRPr>
            </a:lvl2pPr>
            <a:lvl3pPr>
              <a:defRPr sz="3240" b="0">
                <a:solidFill>
                  <a:srgbClr val="D8E9D2"/>
                </a:solidFill>
              </a:defRPr>
            </a:lvl3pPr>
            <a:lvl4pPr>
              <a:defRPr sz="3240" b="0">
                <a:solidFill>
                  <a:srgbClr val="D8E9D2"/>
                </a:solidFill>
              </a:defRPr>
            </a:lvl4pPr>
            <a:lvl5pPr>
              <a:defRPr sz="3240" b="0">
                <a:solidFill>
                  <a:srgbClr val="D8E9D2"/>
                </a:solidFill>
              </a:defRPr>
            </a:lvl5pPr>
            <a:lvl6pPr>
              <a:defRPr sz="3240" b="0">
                <a:solidFill>
                  <a:srgbClr val="D8E9D2"/>
                </a:solidFill>
              </a:defRPr>
            </a:lvl6pPr>
            <a:lvl7pPr>
              <a:defRPr sz="3240" b="0">
                <a:solidFill>
                  <a:srgbClr val="D8E9D2"/>
                </a:solidFill>
              </a:defRPr>
            </a:lvl7pPr>
            <a:lvl8pPr>
              <a:defRPr sz="3240" b="0">
                <a:solidFill>
                  <a:srgbClr val="D8E9D2"/>
                </a:solidFill>
              </a:defRPr>
            </a:lvl8pPr>
            <a:lvl9pPr>
              <a:defRPr sz="3240" b="0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3240" b="0">
                <a:solidFill>
                  <a:srgbClr val="D8E9D2"/>
                </a:solidFill>
              </a:defRPr>
            </a:pPr>
            <a:r>
              <a:rPr sz="3240" b="0">
                <a:solidFill>
                  <a:srgbClr val="D8E9D2"/>
                </a:solidFill>
              </a:rPr>
              <a:t>Centralized tools for council work and student participation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197B5-BB05-4719-B1E7-D7521DA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0" y="3566160"/>
            <a:ext cx="758952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91C"/>
          </a:solidFill>
          <a:ln xmlns:a="http://schemas.openxmlformats.org/drawingml/2006/main" w="45720">
            <a:solidFill>
              <a:srgbClr val="72A7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60EF0-E812-4861-AA5F-0C95A2DE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0" y="4320540"/>
            <a:ext cx="658368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1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5CAB1-8EF6-4DA5-9D8A-7DBBEB36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0" y="5829300"/>
            <a:ext cx="2148840" cy="356616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17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A14D9-3551-46D3-89C4-7E5BFDD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0" y="5829300"/>
            <a:ext cx="329184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2A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CBD5B-9922-426D-B8FA-00C062FF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0" y="6995160"/>
            <a:ext cx="2651760" cy="54864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6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DBEF0-CB7F-4BF6-973A-10E29FEF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0" y="8092440"/>
            <a:ext cx="3108960" cy="54864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6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557E1-B9DB-48B2-8D2A-68F73D4F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0" y="6789420"/>
            <a:ext cx="1600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32960-31B8-4C6C-B7D8-E34386C1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96060"/>
            <a:ext cx="73152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95359-657B-4C27-BE9A-941EB569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15618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8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5F0C9-95C2-4057-9028-FDB055A6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63624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5880C-159C-40D9-9EBF-5D82A7E0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5361920"/>
            <a:ext cx="3794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Students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DCF5F-C12B-4675-89C2-CF39E3BE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379440"/>
            <a:ext cx="576072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Events, announcements, concerns, and voting.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DF0A5-C557-4213-B187-DDF33B14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4196060"/>
            <a:ext cx="73152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5F9EB8-FBCB-4769-A08F-0E62D9D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515618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16F8F-D47E-4322-B976-ACC43E50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563624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41A02-1048-49A9-B709-2900EAA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15361920"/>
            <a:ext cx="3794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Officers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A0B24-C31E-493B-B7E1-5282B9F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379440"/>
            <a:ext cx="576072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Tasks, budgets, events, and council activities.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A62C01-9D2B-4D5C-B318-7ECFD11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0" y="14196060"/>
            <a:ext cx="73152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B5F05-C18A-4C1C-88B2-A64F1C8B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9320" y="1515618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3A1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D845B-209F-4F45-B1F2-B771C5D8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9320" y="1563624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812BD-D0A9-4327-ADCF-4324A599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0" y="15361920"/>
            <a:ext cx="3794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Administrators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88B3B2-C0E6-46F8-8622-B516720C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0760" y="18379440"/>
            <a:ext cx="576072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Records, users, access, and activity review.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6CBDA-CEA0-4B8E-9537-1C12245A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0" y="14196060"/>
            <a:ext cx="73152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20FAC2-0430-49F4-A708-40B314E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3160" y="1515618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C13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56AB66-5A73-4E21-8484-16B837F1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3160" y="1563624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2036F2-7098-4591-9D34-D2A09D7B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0" y="15361920"/>
            <a:ext cx="3794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Role Based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A5334D-49AE-4143-8AB3-36B2F0F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600" y="18379440"/>
            <a:ext cx="576072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Access and actions match each user role.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2C645B-89E9-460A-BE15-32FB868F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31400"/>
            <a:ext cx="310896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966607-DD47-4402-B32C-F2E0FF3A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3180040"/>
            <a:ext cx="2926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SUSTAINABLE DEVELOPMENT GOALS AND SYSTEM AGENDA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CDFAC1-0BEA-4AEF-9335-6DB57B2E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0"/>
            <a:ext cx="20345400" cy="10287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B7A5AF-0A6C-40F3-9080-8EAC8E7B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814780"/>
            <a:ext cx="173736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173A21"/>
                </a:solidFill>
              </a:defRPr>
            </a:defPPr>
            <a:lvl1pPr>
              <a:defRPr sz="5400" b="1">
                <a:solidFill>
                  <a:srgbClr val="173A21"/>
                </a:solidFill>
              </a:defRPr>
            </a:lvl1pPr>
            <a:lvl2pPr>
              <a:defRPr sz="5400" b="1">
                <a:solidFill>
                  <a:srgbClr val="173A21"/>
                </a:solidFill>
              </a:defRPr>
            </a:lvl2pPr>
            <a:lvl3pPr>
              <a:defRPr sz="5400" b="1">
                <a:solidFill>
                  <a:srgbClr val="173A21"/>
                </a:solidFill>
              </a:defRPr>
            </a:lvl3pPr>
            <a:lvl4pPr>
              <a:defRPr sz="5400" b="1">
                <a:solidFill>
                  <a:srgbClr val="173A21"/>
                </a:solidFill>
              </a:defRPr>
            </a:lvl4pPr>
            <a:lvl5pPr>
              <a:defRPr sz="5400" b="1">
                <a:solidFill>
                  <a:srgbClr val="173A21"/>
                </a:solidFill>
              </a:defRPr>
            </a:lvl5pPr>
            <a:lvl6pPr>
              <a:defRPr sz="5400" b="1">
                <a:solidFill>
                  <a:srgbClr val="173A21"/>
                </a:solidFill>
              </a:defRPr>
            </a:lvl6pPr>
            <a:lvl7pPr>
              <a:defRPr sz="5400" b="1">
                <a:solidFill>
                  <a:srgbClr val="173A21"/>
                </a:solidFill>
              </a:defRPr>
            </a:lvl7pPr>
            <a:lvl8pPr>
              <a:defRPr sz="5400" b="1">
                <a:solidFill>
                  <a:srgbClr val="173A21"/>
                </a:solidFill>
              </a:defRPr>
            </a:lvl8pPr>
            <a:lvl9pPr>
              <a:defRPr sz="540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73A21"/>
                </a:solidFill>
              </a:defRPr>
            </a:pPr>
            <a:r>
              <a:rPr sz="5400" b="1">
                <a:solidFill>
                  <a:srgbClr val="173A21"/>
                </a:solidFill>
              </a:rPr>
              <a:t>Sustainable Development Goals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A5AFE2-1C62-4989-AC54-D44F146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8529280"/>
            <a:ext cx="17830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Relevant SDGs for the project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593255-F948-4CAE-B200-A018C8D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0723840"/>
            <a:ext cx="2743200" cy="39776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025193-B6EE-4989-9C2C-00BC8CB9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272480"/>
            <a:ext cx="27432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SDG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CB1A90-E435-4C33-BEBA-A92C267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2644080"/>
            <a:ext cx="23774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20" b="1">
                <a:solidFill>
                  <a:srgbClr val="FFFFFF"/>
                </a:solidFill>
              </a:defRPr>
            </a:defPPr>
            <a:lvl1pPr>
              <a:defRPr sz="2520" b="1">
                <a:solidFill>
                  <a:srgbClr val="FFFFFF"/>
                </a:solidFill>
              </a:defRPr>
            </a:lvl1pPr>
            <a:lvl2pPr>
              <a:defRPr sz="2520" b="1">
                <a:solidFill>
                  <a:srgbClr val="FFFFFF"/>
                </a:solidFill>
              </a:defRPr>
            </a:lvl2pPr>
            <a:lvl3pPr>
              <a:defRPr sz="2520" b="1">
                <a:solidFill>
                  <a:srgbClr val="FFFFFF"/>
                </a:solidFill>
              </a:defRPr>
            </a:lvl3pPr>
            <a:lvl4pPr>
              <a:defRPr sz="2520" b="1">
                <a:solidFill>
                  <a:srgbClr val="FFFFFF"/>
                </a:solidFill>
              </a:defRPr>
            </a:lvl4pPr>
            <a:lvl5pPr>
              <a:defRPr sz="2520" b="1">
                <a:solidFill>
                  <a:srgbClr val="FFFFFF"/>
                </a:solidFill>
              </a:defRPr>
            </a:lvl5pPr>
            <a:lvl6pPr>
              <a:defRPr sz="2520" b="1">
                <a:solidFill>
                  <a:srgbClr val="FFFFFF"/>
                </a:solidFill>
              </a:defRPr>
            </a:lvl6pPr>
            <a:lvl7pPr>
              <a:defRPr sz="2520" b="1">
                <a:solidFill>
                  <a:srgbClr val="FFFFFF"/>
                </a:solidFill>
              </a:defRPr>
            </a:lvl7pPr>
            <a:lvl8pPr>
              <a:defRPr sz="2520" b="1">
                <a:solidFill>
                  <a:srgbClr val="FFFFFF"/>
                </a:solidFill>
              </a:defRPr>
            </a:lvl8pPr>
            <a:lvl9pPr>
              <a:defRPr sz="252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20" b="1">
                <a:solidFill>
                  <a:srgbClr val="FFFFFF"/>
                </a:solidFill>
              </a:defRPr>
            </a:pPr>
            <a:r>
              <a:rPr sz="2520" b="1">
                <a:solidFill>
                  <a:srgbClr val="FFFFFF"/>
                </a:solidFill>
              </a:rPr>
              <a:t>Quality Education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53BEE0-9929-4CF2-AC0C-19728F4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0723840"/>
            <a:ext cx="2743200" cy="39776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A21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789E76-C3B3-41D7-A08F-A8C0DB96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272480"/>
            <a:ext cx="27432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SDG 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0B3A66-3FE2-47ED-8FE4-31678262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2644080"/>
            <a:ext cx="23774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20" b="1">
                <a:solidFill>
                  <a:srgbClr val="FFFFFF"/>
                </a:solidFill>
              </a:defRPr>
            </a:defPPr>
            <a:lvl1pPr>
              <a:defRPr sz="2520" b="1">
                <a:solidFill>
                  <a:srgbClr val="FFFFFF"/>
                </a:solidFill>
              </a:defRPr>
            </a:lvl1pPr>
            <a:lvl2pPr>
              <a:defRPr sz="2520" b="1">
                <a:solidFill>
                  <a:srgbClr val="FFFFFF"/>
                </a:solidFill>
              </a:defRPr>
            </a:lvl2pPr>
            <a:lvl3pPr>
              <a:defRPr sz="2520" b="1">
                <a:solidFill>
                  <a:srgbClr val="FFFFFF"/>
                </a:solidFill>
              </a:defRPr>
            </a:lvl3pPr>
            <a:lvl4pPr>
              <a:defRPr sz="2520" b="1">
                <a:solidFill>
                  <a:srgbClr val="FFFFFF"/>
                </a:solidFill>
              </a:defRPr>
            </a:lvl4pPr>
            <a:lvl5pPr>
              <a:defRPr sz="2520" b="1">
                <a:solidFill>
                  <a:srgbClr val="FFFFFF"/>
                </a:solidFill>
              </a:defRPr>
            </a:lvl5pPr>
            <a:lvl6pPr>
              <a:defRPr sz="2520" b="1">
                <a:solidFill>
                  <a:srgbClr val="FFFFFF"/>
                </a:solidFill>
              </a:defRPr>
            </a:lvl6pPr>
            <a:lvl7pPr>
              <a:defRPr sz="2520" b="1">
                <a:solidFill>
                  <a:srgbClr val="FFFFFF"/>
                </a:solidFill>
              </a:defRPr>
            </a:lvl7pPr>
            <a:lvl8pPr>
              <a:defRPr sz="2520" b="1">
                <a:solidFill>
                  <a:srgbClr val="FFFFFF"/>
                </a:solidFill>
              </a:defRPr>
            </a:lvl8pPr>
            <a:lvl9pPr>
              <a:defRPr sz="252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20" b="1">
                <a:solidFill>
                  <a:srgbClr val="FFFFFF"/>
                </a:solidFill>
              </a:defRPr>
            </a:pPr>
            <a:r>
              <a:rPr sz="2520" b="1">
                <a:solidFill>
                  <a:srgbClr val="FFFFFF"/>
                </a:solidFill>
              </a:rPr>
              <a:t>Decent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5CD8D3-9990-47B8-B360-4BCFEB09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0723840"/>
            <a:ext cx="2743200" cy="39776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D9DFC6-E455-41CA-875F-96D02F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1272480"/>
            <a:ext cx="27432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SDG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C7EA9A-2BC7-43EA-82E8-092C2377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644080"/>
            <a:ext cx="23774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20" b="1">
                <a:solidFill>
                  <a:srgbClr val="FFFFFF"/>
                </a:solidFill>
              </a:defRPr>
            </a:defPPr>
            <a:lvl1pPr>
              <a:defRPr sz="2520" b="1">
                <a:solidFill>
                  <a:srgbClr val="FFFFFF"/>
                </a:solidFill>
              </a:defRPr>
            </a:lvl1pPr>
            <a:lvl2pPr>
              <a:defRPr sz="2520" b="1">
                <a:solidFill>
                  <a:srgbClr val="FFFFFF"/>
                </a:solidFill>
              </a:defRPr>
            </a:lvl2pPr>
            <a:lvl3pPr>
              <a:defRPr sz="2520" b="1">
                <a:solidFill>
                  <a:srgbClr val="FFFFFF"/>
                </a:solidFill>
              </a:defRPr>
            </a:lvl3pPr>
            <a:lvl4pPr>
              <a:defRPr sz="2520" b="1">
                <a:solidFill>
                  <a:srgbClr val="FFFFFF"/>
                </a:solidFill>
              </a:defRPr>
            </a:lvl4pPr>
            <a:lvl5pPr>
              <a:defRPr sz="2520" b="1">
                <a:solidFill>
                  <a:srgbClr val="FFFFFF"/>
                </a:solidFill>
              </a:defRPr>
            </a:lvl5pPr>
            <a:lvl6pPr>
              <a:defRPr sz="2520" b="1">
                <a:solidFill>
                  <a:srgbClr val="FFFFFF"/>
                </a:solidFill>
              </a:defRPr>
            </a:lvl6pPr>
            <a:lvl7pPr>
              <a:defRPr sz="2520" b="1">
                <a:solidFill>
                  <a:srgbClr val="FFFFFF"/>
                </a:solidFill>
              </a:defRPr>
            </a:lvl7pPr>
            <a:lvl8pPr>
              <a:defRPr sz="2520" b="1">
                <a:solidFill>
                  <a:srgbClr val="FFFFFF"/>
                </a:solidFill>
              </a:defRPr>
            </a:lvl8pPr>
            <a:lvl9pPr>
              <a:defRPr sz="252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20" b="1">
                <a:solidFill>
                  <a:srgbClr val="FFFFFF"/>
                </a:solidFill>
              </a:defRPr>
            </a:pPr>
            <a:r>
              <a:rPr sz="2520" b="1">
                <a:solidFill>
                  <a:srgbClr val="FFFFFF"/>
                </a:solidFill>
              </a:rPr>
              <a:t>Innovation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2FCC74-BD0B-41E8-800A-5577E00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0723840"/>
            <a:ext cx="2743200" cy="39776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1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17075D-B8B8-4C54-9B43-1FF03B92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1272480"/>
            <a:ext cx="27432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SDG 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F61A6D-91BF-4BDF-8CD8-CC5DC48E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644080"/>
            <a:ext cx="23774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20" b="1">
                <a:solidFill>
                  <a:srgbClr val="FFFFFF"/>
                </a:solidFill>
              </a:defRPr>
            </a:defPPr>
            <a:lvl1pPr>
              <a:defRPr sz="2520" b="1">
                <a:solidFill>
                  <a:srgbClr val="FFFFFF"/>
                </a:solidFill>
              </a:defRPr>
            </a:lvl1pPr>
            <a:lvl2pPr>
              <a:defRPr sz="2520" b="1">
                <a:solidFill>
                  <a:srgbClr val="FFFFFF"/>
                </a:solidFill>
              </a:defRPr>
            </a:lvl2pPr>
            <a:lvl3pPr>
              <a:defRPr sz="2520" b="1">
                <a:solidFill>
                  <a:srgbClr val="FFFFFF"/>
                </a:solidFill>
              </a:defRPr>
            </a:lvl3pPr>
            <a:lvl4pPr>
              <a:defRPr sz="2520" b="1">
                <a:solidFill>
                  <a:srgbClr val="FFFFFF"/>
                </a:solidFill>
              </a:defRPr>
            </a:lvl4pPr>
            <a:lvl5pPr>
              <a:defRPr sz="2520" b="1">
                <a:solidFill>
                  <a:srgbClr val="FFFFFF"/>
                </a:solidFill>
              </a:defRPr>
            </a:lvl5pPr>
            <a:lvl6pPr>
              <a:defRPr sz="2520" b="1">
                <a:solidFill>
                  <a:srgbClr val="FFFFFF"/>
                </a:solidFill>
              </a:defRPr>
            </a:lvl6pPr>
            <a:lvl7pPr>
              <a:defRPr sz="2520" b="1">
                <a:solidFill>
                  <a:srgbClr val="FFFFFF"/>
                </a:solidFill>
              </a:defRPr>
            </a:lvl7pPr>
            <a:lvl8pPr>
              <a:defRPr sz="2520" b="1">
                <a:solidFill>
                  <a:srgbClr val="FFFFFF"/>
                </a:solidFill>
              </a:defRPr>
            </a:lvl8pPr>
            <a:lvl9pPr>
              <a:defRPr sz="252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20" b="1">
                <a:solidFill>
                  <a:srgbClr val="FFFFFF"/>
                </a:solidFill>
              </a:defRPr>
            </a:pPr>
            <a:r>
              <a:rPr sz="2520" b="1">
                <a:solidFill>
                  <a:srgbClr val="FFFFFF"/>
                </a:solidFill>
              </a:rPr>
              <a:t>Reduced Inequalities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674208-AD21-4E00-8924-AB0A4E0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0723840"/>
            <a:ext cx="2743200" cy="39776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F116B7-2061-425C-B09C-837A7FF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1272480"/>
            <a:ext cx="27432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SDG 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5E9E6E-F8EC-4A20-BBAC-6E06094F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0" y="32644080"/>
            <a:ext cx="23774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20" b="1">
                <a:solidFill>
                  <a:srgbClr val="FFFFFF"/>
                </a:solidFill>
              </a:defRPr>
            </a:defPPr>
            <a:lvl1pPr>
              <a:defRPr sz="2520" b="1">
                <a:solidFill>
                  <a:srgbClr val="FFFFFF"/>
                </a:solidFill>
              </a:defRPr>
            </a:lvl1pPr>
            <a:lvl2pPr>
              <a:defRPr sz="2520" b="1">
                <a:solidFill>
                  <a:srgbClr val="FFFFFF"/>
                </a:solidFill>
              </a:defRPr>
            </a:lvl2pPr>
            <a:lvl3pPr>
              <a:defRPr sz="2520" b="1">
                <a:solidFill>
                  <a:srgbClr val="FFFFFF"/>
                </a:solidFill>
              </a:defRPr>
            </a:lvl3pPr>
            <a:lvl4pPr>
              <a:defRPr sz="2520" b="1">
                <a:solidFill>
                  <a:srgbClr val="FFFFFF"/>
                </a:solidFill>
              </a:defRPr>
            </a:lvl4pPr>
            <a:lvl5pPr>
              <a:defRPr sz="2520" b="1">
                <a:solidFill>
                  <a:srgbClr val="FFFFFF"/>
                </a:solidFill>
              </a:defRPr>
            </a:lvl5pPr>
            <a:lvl6pPr>
              <a:defRPr sz="2520" b="1">
                <a:solidFill>
                  <a:srgbClr val="FFFFFF"/>
                </a:solidFill>
              </a:defRPr>
            </a:lvl6pPr>
            <a:lvl7pPr>
              <a:defRPr sz="2520" b="1">
                <a:solidFill>
                  <a:srgbClr val="FFFFFF"/>
                </a:solidFill>
              </a:defRPr>
            </a:lvl7pPr>
            <a:lvl8pPr>
              <a:defRPr sz="2520" b="1">
                <a:solidFill>
                  <a:srgbClr val="FFFFFF"/>
                </a:solidFill>
              </a:defRPr>
            </a:lvl8pPr>
            <a:lvl9pPr>
              <a:defRPr sz="252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20" b="1">
                <a:solidFill>
                  <a:srgbClr val="FFFFFF"/>
                </a:solidFill>
              </a:defRPr>
            </a:pPr>
            <a:r>
              <a:rPr sz="2520" b="1">
                <a:solidFill>
                  <a:srgbClr val="FFFFFF"/>
                </a:solidFill>
              </a:rPr>
              <a:t>Strong Institutions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BBC4A2-D888-4BEF-A27C-AB21FA9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7880" y="30723840"/>
            <a:ext cx="2743200" cy="397764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94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E711E2-BBF0-4D54-97A1-AF07D817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7880" y="31272480"/>
            <a:ext cx="27432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1">
                <a:solidFill>
                  <a:srgbClr val="FFFFFF"/>
                </a:solidFill>
              </a:defRPr>
            </a:defPPr>
            <a:lvl1pPr>
              <a:defRPr sz="3240" b="1">
                <a:solidFill>
                  <a:srgbClr val="FFFFFF"/>
                </a:solidFill>
              </a:defRPr>
            </a:lvl1pPr>
            <a:lvl2pPr>
              <a:defRPr sz="3240" b="1">
                <a:solidFill>
                  <a:srgbClr val="FFFFFF"/>
                </a:solidFill>
              </a:defRPr>
            </a:lvl2pPr>
            <a:lvl3pPr>
              <a:defRPr sz="3240" b="1">
                <a:solidFill>
                  <a:srgbClr val="FFFFFF"/>
                </a:solidFill>
              </a:defRPr>
            </a:lvl3pPr>
            <a:lvl4pPr>
              <a:defRPr sz="3240" b="1">
                <a:solidFill>
                  <a:srgbClr val="FFFFFF"/>
                </a:solidFill>
              </a:defRPr>
            </a:lvl4pPr>
            <a:lvl5pPr>
              <a:defRPr sz="3240" b="1">
                <a:solidFill>
                  <a:srgbClr val="FFFFFF"/>
                </a:solidFill>
              </a:defRPr>
            </a:lvl5pPr>
            <a:lvl6pPr>
              <a:defRPr sz="3240" b="1">
                <a:solidFill>
                  <a:srgbClr val="FFFFFF"/>
                </a:solidFill>
              </a:defRPr>
            </a:lvl6pPr>
            <a:lvl7pPr>
              <a:defRPr sz="3240" b="1">
                <a:solidFill>
                  <a:srgbClr val="FFFFFF"/>
                </a:solidFill>
              </a:defRPr>
            </a:lvl7pPr>
            <a:lvl8pPr>
              <a:defRPr sz="3240" b="1">
                <a:solidFill>
                  <a:srgbClr val="FFFFFF"/>
                </a:solidFill>
              </a:defRPr>
            </a:lvl8pPr>
            <a:lvl9pPr>
              <a:defRPr sz="324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1">
                <a:solidFill>
                  <a:srgbClr val="FFFFFF"/>
                </a:solidFill>
              </a:defRPr>
            </a:pPr>
            <a:r>
              <a:rPr sz="3240" b="1">
                <a:solidFill>
                  <a:srgbClr val="FFFFFF"/>
                </a:solidFill>
              </a:rPr>
              <a:t>SDG 17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08C8C0-AB9A-43AE-BE3B-F656888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0760" y="32644080"/>
            <a:ext cx="23774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20" b="1">
                <a:solidFill>
                  <a:srgbClr val="FFFFFF"/>
                </a:solidFill>
              </a:defRPr>
            </a:defPPr>
            <a:lvl1pPr>
              <a:defRPr sz="2520" b="1">
                <a:solidFill>
                  <a:srgbClr val="FFFFFF"/>
                </a:solidFill>
              </a:defRPr>
            </a:lvl1pPr>
            <a:lvl2pPr>
              <a:defRPr sz="2520" b="1">
                <a:solidFill>
                  <a:srgbClr val="FFFFFF"/>
                </a:solidFill>
              </a:defRPr>
            </a:lvl2pPr>
            <a:lvl3pPr>
              <a:defRPr sz="2520" b="1">
                <a:solidFill>
                  <a:srgbClr val="FFFFFF"/>
                </a:solidFill>
              </a:defRPr>
            </a:lvl3pPr>
            <a:lvl4pPr>
              <a:defRPr sz="2520" b="1">
                <a:solidFill>
                  <a:srgbClr val="FFFFFF"/>
                </a:solidFill>
              </a:defRPr>
            </a:lvl4pPr>
            <a:lvl5pPr>
              <a:defRPr sz="2520" b="1">
                <a:solidFill>
                  <a:srgbClr val="FFFFFF"/>
                </a:solidFill>
              </a:defRPr>
            </a:lvl5pPr>
            <a:lvl6pPr>
              <a:defRPr sz="2520" b="1">
                <a:solidFill>
                  <a:srgbClr val="FFFFFF"/>
                </a:solidFill>
              </a:defRPr>
            </a:lvl6pPr>
            <a:lvl7pPr>
              <a:defRPr sz="2520" b="1">
                <a:solidFill>
                  <a:srgbClr val="FFFFFF"/>
                </a:solidFill>
              </a:defRPr>
            </a:lvl7pPr>
            <a:lvl8pPr>
              <a:defRPr sz="2520" b="1">
                <a:solidFill>
                  <a:srgbClr val="FFFFFF"/>
                </a:solidFill>
              </a:defRPr>
            </a:lvl8pPr>
            <a:lvl9pPr>
              <a:defRPr sz="252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20" b="1">
                <a:solidFill>
                  <a:srgbClr val="FFFFFF"/>
                </a:solidFill>
              </a:defRPr>
            </a:pPr>
            <a:r>
              <a:rPr sz="2520" b="1">
                <a:solidFill>
                  <a:srgbClr val="FFFFFF"/>
                </a:solidFill>
              </a:rPr>
              <a:t>Partnerships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8B1FF1-E79B-4C8E-A204-F95758F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0" y="25717500"/>
            <a:ext cx="10058400" cy="10287000"/>
          </a:xfrm>
          <a:prstGeom xmlns:a="http://schemas.openxmlformats.org/drawingml/2006/main" prst="roundRect">
            <a:avLst>
              <a:gd name="adj" fmla="val 1136"/>
            </a:avLst>
          </a:prstGeom>
          <a:solidFill xmlns:a="http://schemas.openxmlformats.org/drawingml/2006/main">
            <a:srgbClr val="E6F1E4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859EEE-F0FA-4FBD-A1AC-B329EE0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26814780"/>
            <a:ext cx="7772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173A21"/>
                </a:solidFill>
              </a:defRPr>
            </a:defPPr>
            <a:lvl1pPr>
              <a:defRPr sz="5400" b="1">
                <a:solidFill>
                  <a:srgbClr val="173A21"/>
                </a:solidFill>
              </a:defRPr>
            </a:lvl1pPr>
            <a:lvl2pPr>
              <a:defRPr sz="5400" b="1">
                <a:solidFill>
                  <a:srgbClr val="173A21"/>
                </a:solidFill>
              </a:defRPr>
            </a:lvl2pPr>
            <a:lvl3pPr>
              <a:defRPr sz="5400" b="1">
                <a:solidFill>
                  <a:srgbClr val="173A21"/>
                </a:solidFill>
              </a:defRPr>
            </a:lvl3pPr>
            <a:lvl4pPr>
              <a:defRPr sz="5400" b="1">
                <a:solidFill>
                  <a:srgbClr val="173A21"/>
                </a:solidFill>
              </a:defRPr>
            </a:lvl4pPr>
            <a:lvl5pPr>
              <a:defRPr sz="5400" b="1">
                <a:solidFill>
                  <a:srgbClr val="173A21"/>
                </a:solidFill>
              </a:defRPr>
            </a:lvl5pPr>
            <a:lvl6pPr>
              <a:defRPr sz="5400" b="1">
                <a:solidFill>
                  <a:srgbClr val="173A21"/>
                </a:solidFill>
              </a:defRPr>
            </a:lvl6pPr>
            <a:lvl7pPr>
              <a:defRPr sz="5400" b="1">
                <a:solidFill>
                  <a:srgbClr val="173A21"/>
                </a:solidFill>
              </a:defRPr>
            </a:lvl7pPr>
            <a:lvl8pPr>
              <a:defRPr sz="5400" b="1">
                <a:solidFill>
                  <a:srgbClr val="173A21"/>
                </a:solidFill>
              </a:defRPr>
            </a:lvl8pPr>
            <a:lvl9pPr>
              <a:defRPr sz="540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73A21"/>
                </a:solidFill>
              </a:defRPr>
            </a:pPr>
            <a:r>
              <a:rPr sz="5400" b="1">
                <a:solidFill>
                  <a:srgbClr val="173A21"/>
                </a:solidFill>
              </a:rPr>
              <a:t>System Agenda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4FAA40-A072-4723-B60F-52F016B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2900934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0110CB-5696-4708-9A09-A385BBD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2948940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050B82-A4C7-4AEF-81BE-A61BCB1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0" y="29352240"/>
            <a:ext cx="66294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173A21"/>
                </a:solidFill>
              </a:defRPr>
            </a:defPPr>
            <a:lvl1pPr>
              <a:defRPr sz="2880" b="0">
                <a:solidFill>
                  <a:srgbClr val="173A21"/>
                </a:solidFill>
              </a:defRPr>
            </a:lvl1pPr>
            <a:lvl2pPr>
              <a:defRPr sz="2880" b="0">
                <a:solidFill>
                  <a:srgbClr val="173A21"/>
                </a:solidFill>
              </a:defRPr>
            </a:lvl2pPr>
            <a:lvl3pPr>
              <a:defRPr sz="2880" b="0">
                <a:solidFill>
                  <a:srgbClr val="173A21"/>
                </a:solidFill>
              </a:defRPr>
            </a:lvl3pPr>
            <a:lvl4pPr>
              <a:defRPr sz="2880" b="0">
                <a:solidFill>
                  <a:srgbClr val="173A21"/>
                </a:solidFill>
              </a:defRPr>
            </a:lvl4pPr>
            <a:lvl5pPr>
              <a:defRPr sz="2880" b="0">
                <a:solidFill>
                  <a:srgbClr val="173A21"/>
                </a:solidFill>
              </a:defRPr>
            </a:lvl5pPr>
            <a:lvl6pPr>
              <a:defRPr sz="2880" b="0">
                <a:solidFill>
                  <a:srgbClr val="173A21"/>
                </a:solidFill>
              </a:defRPr>
            </a:lvl6pPr>
            <a:lvl7pPr>
              <a:defRPr sz="2880" b="0">
                <a:solidFill>
                  <a:srgbClr val="173A21"/>
                </a:solidFill>
              </a:defRPr>
            </a:lvl7pPr>
            <a:lvl8pPr>
              <a:defRPr sz="2880" b="0">
                <a:solidFill>
                  <a:srgbClr val="173A21"/>
                </a:solidFill>
              </a:defRPr>
            </a:lvl8pPr>
            <a:lvl9pPr>
              <a:defRPr sz="288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173A21"/>
                </a:solidFill>
              </a:defRPr>
            </a:pPr>
            <a:r>
              <a:rPr sz="2880" b="0">
                <a:solidFill>
                  <a:srgbClr val="173A21"/>
                </a:solidFill>
              </a:rPr>
              <a:t>Digital transformation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5FC14F-BF80-4661-BBA8-FF926509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031236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14C2AF-9955-4B62-92FB-C64F94B3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079242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19DE4E-4AC3-4EC6-9B30-968A7289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0" y="30655260"/>
            <a:ext cx="66294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173A21"/>
                </a:solidFill>
              </a:defRPr>
            </a:defPPr>
            <a:lvl1pPr>
              <a:defRPr sz="2880" b="0">
                <a:solidFill>
                  <a:srgbClr val="173A21"/>
                </a:solidFill>
              </a:defRPr>
            </a:lvl1pPr>
            <a:lvl2pPr>
              <a:defRPr sz="2880" b="0">
                <a:solidFill>
                  <a:srgbClr val="173A21"/>
                </a:solidFill>
              </a:defRPr>
            </a:lvl2pPr>
            <a:lvl3pPr>
              <a:defRPr sz="2880" b="0">
                <a:solidFill>
                  <a:srgbClr val="173A21"/>
                </a:solidFill>
              </a:defRPr>
            </a:lvl3pPr>
            <a:lvl4pPr>
              <a:defRPr sz="2880" b="0">
                <a:solidFill>
                  <a:srgbClr val="173A21"/>
                </a:solidFill>
              </a:defRPr>
            </a:lvl4pPr>
            <a:lvl5pPr>
              <a:defRPr sz="2880" b="0">
                <a:solidFill>
                  <a:srgbClr val="173A21"/>
                </a:solidFill>
              </a:defRPr>
            </a:lvl5pPr>
            <a:lvl6pPr>
              <a:defRPr sz="2880" b="0">
                <a:solidFill>
                  <a:srgbClr val="173A21"/>
                </a:solidFill>
              </a:defRPr>
            </a:lvl6pPr>
            <a:lvl7pPr>
              <a:defRPr sz="2880" b="0">
                <a:solidFill>
                  <a:srgbClr val="173A21"/>
                </a:solidFill>
              </a:defRPr>
            </a:lvl7pPr>
            <a:lvl8pPr>
              <a:defRPr sz="2880" b="0">
                <a:solidFill>
                  <a:srgbClr val="173A21"/>
                </a:solidFill>
              </a:defRPr>
            </a:lvl8pPr>
            <a:lvl9pPr>
              <a:defRPr sz="288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173A21"/>
                </a:solidFill>
              </a:defRPr>
            </a:pPr>
            <a:r>
              <a:rPr sz="2880" b="0">
                <a:solidFill>
                  <a:srgbClr val="173A21"/>
                </a:solidFill>
              </a:rPr>
              <a:t>Inclusive access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B0D77F-CC1A-4227-ACEE-51677E5B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161538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F0BA0B-8C92-4C11-B252-7545F4E0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209544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06C600-9D9D-433C-8B54-56EBA99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0" y="31958280"/>
            <a:ext cx="66294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173A21"/>
                </a:solidFill>
              </a:defRPr>
            </a:defPPr>
            <a:lvl1pPr>
              <a:defRPr sz="2880" b="0">
                <a:solidFill>
                  <a:srgbClr val="173A21"/>
                </a:solidFill>
              </a:defRPr>
            </a:lvl1pPr>
            <a:lvl2pPr>
              <a:defRPr sz="2880" b="0">
                <a:solidFill>
                  <a:srgbClr val="173A21"/>
                </a:solidFill>
              </a:defRPr>
            </a:lvl2pPr>
            <a:lvl3pPr>
              <a:defRPr sz="2880" b="0">
                <a:solidFill>
                  <a:srgbClr val="173A21"/>
                </a:solidFill>
              </a:defRPr>
            </a:lvl3pPr>
            <a:lvl4pPr>
              <a:defRPr sz="2880" b="0">
                <a:solidFill>
                  <a:srgbClr val="173A21"/>
                </a:solidFill>
              </a:defRPr>
            </a:lvl4pPr>
            <a:lvl5pPr>
              <a:defRPr sz="2880" b="0">
                <a:solidFill>
                  <a:srgbClr val="173A21"/>
                </a:solidFill>
              </a:defRPr>
            </a:lvl5pPr>
            <a:lvl6pPr>
              <a:defRPr sz="2880" b="0">
                <a:solidFill>
                  <a:srgbClr val="173A21"/>
                </a:solidFill>
              </a:defRPr>
            </a:lvl6pPr>
            <a:lvl7pPr>
              <a:defRPr sz="2880" b="0">
                <a:solidFill>
                  <a:srgbClr val="173A21"/>
                </a:solidFill>
              </a:defRPr>
            </a:lvl7pPr>
            <a:lvl8pPr>
              <a:defRPr sz="2880" b="0">
                <a:solidFill>
                  <a:srgbClr val="173A21"/>
                </a:solidFill>
              </a:defRPr>
            </a:lvl8pPr>
            <a:lvl9pPr>
              <a:defRPr sz="288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173A21"/>
                </a:solidFill>
              </a:defRPr>
            </a:pPr>
            <a:r>
              <a:rPr sz="2880" b="0">
                <a:solidFill>
                  <a:srgbClr val="173A21"/>
                </a:solidFill>
              </a:rPr>
              <a:t>Efficient governance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E8B968-CB2D-46D1-B59E-71BB455B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291840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471D1E-0AED-4778-922A-BF130F28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339846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92DB85-7267-4DA9-B8D4-EDD2774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0" y="33261300"/>
            <a:ext cx="66294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173A21"/>
                </a:solidFill>
              </a:defRPr>
            </a:defPPr>
            <a:lvl1pPr>
              <a:defRPr sz="2880" b="0">
                <a:solidFill>
                  <a:srgbClr val="173A21"/>
                </a:solidFill>
              </a:defRPr>
            </a:lvl1pPr>
            <a:lvl2pPr>
              <a:defRPr sz="2880" b="0">
                <a:solidFill>
                  <a:srgbClr val="173A21"/>
                </a:solidFill>
              </a:defRPr>
            </a:lvl2pPr>
            <a:lvl3pPr>
              <a:defRPr sz="2880" b="0">
                <a:solidFill>
                  <a:srgbClr val="173A21"/>
                </a:solidFill>
              </a:defRPr>
            </a:lvl3pPr>
            <a:lvl4pPr>
              <a:defRPr sz="2880" b="0">
                <a:solidFill>
                  <a:srgbClr val="173A21"/>
                </a:solidFill>
              </a:defRPr>
            </a:lvl4pPr>
            <a:lvl5pPr>
              <a:defRPr sz="2880" b="0">
                <a:solidFill>
                  <a:srgbClr val="173A21"/>
                </a:solidFill>
              </a:defRPr>
            </a:lvl5pPr>
            <a:lvl6pPr>
              <a:defRPr sz="2880" b="0">
                <a:solidFill>
                  <a:srgbClr val="173A21"/>
                </a:solidFill>
              </a:defRPr>
            </a:lvl6pPr>
            <a:lvl7pPr>
              <a:defRPr sz="2880" b="0">
                <a:solidFill>
                  <a:srgbClr val="173A21"/>
                </a:solidFill>
              </a:defRPr>
            </a:lvl7pPr>
            <a:lvl8pPr>
              <a:defRPr sz="2880" b="0">
                <a:solidFill>
                  <a:srgbClr val="173A21"/>
                </a:solidFill>
              </a:defRPr>
            </a:lvl8pPr>
            <a:lvl9pPr>
              <a:defRPr sz="288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173A21"/>
                </a:solidFill>
              </a:defRPr>
            </a:pPr>
            <a:r>
              <a:rPr sz="2880" b="0">
                <a:solidFill>
                  <a:srgbClr val="173A21"/>
                </a:solidFill>
              </a:rPr>
              <a:t>Data security and privacy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07F951-4F58-4F53-9CD7-DC694221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422142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B3B32F-BA07-4542-A688-D4DC69F9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840" y="3470148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58C847-165C-41D3-B847-B0480DC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0" y="34564320"/>
            <a:ext cx="662940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173A21"/>
                </a:solidFill>
              </a:defRPr>
            </a:defPPr>
            <a:lvl1pPr>
              <a:defRPr sz="2880" b="0">
                <a:solidFill>
                  <a:srgbClr val="173A21"/>
                </a:solidFill>
              </a:defRPr>
            </a:lvl1pPr>
            <a:lvl2pPr>
              <a:defRPr sz="2880" b="0">
                <a:solidFill>
                  <a:srgbClr val="173A21"/>
                </a:solidFill>
              </a:defRPr>
            </a:lvl2pPr>
            <a:lvl3pPr>
              <a:defRPr sz="2880" b="0">
                <a:solidFill>
                  <a:srgbClr val="173A21"/>
                </a:solidFill>
              </a:defRPr>
            </a:lvl3pPr>
            <a:lvl4pPr>
              <a:defRPr sz="2880" b="0">
                <a:solidFill>
                  <a:srgbClr val="173A21"/>
                </a:solidFill>
              </a:defRPr>
            </a:lvl4pPr>
            <a:lvl5pPr>
              <a:defRPr sz="2880" b="0">
                <a:solidFill>
                  <a:srgbClr val="173A21"/>
                </a:solidFill>
              </a:defRPr>
            </a:lvl5pPr>
            <a:lvl6pPr>
              <a:defRPr sz="2880" b="0">
                <a:solidFill>
                  <a:srgbClr val="173A21"/>
                </a:solidFill>
              </a:defRPr>
            </a:lvl6pPr>
            <a:lvl7pPr>
              <a:defRPr sz="2880" b="0">
                <a:solidFill>
                  <a:srgbClr val="173A21"/>
                </a:solidFill>
              </a:defRPr>
            </a:lvl7pPr>
            <a:lvl8pPr>
              <a:defRPr sz="2880" b="0">
                <a:solidFill>
                  <a:srgbClr val="173A21"/>
                </a:solidFill>
              </a:defRPr>
            </a:lvl8pPr>
            <a:lvl9pPr>
              <a:defRPr sz="288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173A21"/>
                </a:solidFill>
              </a:defRPr>
            </a:pPr>
            <a:r>
              <a:rPr sz="2880" b="0">
                <a:solidFill>
                  <a:srgbClr val="173A21"/>
                </a:solidFill>
              </a:rPr>
              <a:t>Sustainable partnerships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20D739-CE7D-4074-9C05-7F6CAD0F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81840"/>
            <a:ext cx="310896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4CDC78-A2F8-42A7-A9A3-EA1D62A8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8130480"/>
            <a:ext cx="2926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CORE SYSTEM FUNCTIONS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B2DFF9-E566-456E-ADA5-8CAE59F8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805100"/>
            <a:ext cx="9692640" cy="630936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7F8541D-C6DF-46B3-B1CF-DFF413A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176522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93F51C-07CD-49C3-99FA-39C245CD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24528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☷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25FEF0-C1EC-48AC-9BBA-659D444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970960"/>
            <a:ext cx="6172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Task Boards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B48205-CFB1-4102-A203-38CC133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4988480"/>
            <a:ext cx="8138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Organize committee work and follow task progress.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87A67EE-BFAB-48D2-BF8E-EED948C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0805100"/>
            <a:ext cx="9692640" cy="630936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C59F3A-E350-43F1-9C2F-0AF219E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680" y="4176522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5670C92-EABA-4102-A150-4BD197E1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680" y="4224528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▣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55B9AF-FCAA-443F-AA7E-63EFE7C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0" y="41970960"/>
            <a:ext cx="6172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Event Planning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1F0822-90CC-479A-8B49-B16213F8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120" y="44988480"/>
            <a:ext cx="8138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Keep budgets, checklists, and attendance together.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B5CE07B-9FF2-4805-BBA0-36FBF878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0" y="40805100"/>
            <a:ext cx="9692640" cy="630936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6626FE5-5B9E-4791-8B3E-5691C0DD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5720" y="4176522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3A1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068A0C-A3FB-49B8-AB45-74C07239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5720" y="4224528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7AD3D5D-B4A3-4B50-B39D-75A2EE44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0" y="41970960"/>
            <a:ext cx="6172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Voting and Polling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E22968-1785-491C-ABCC-5CA265E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7160" y="44988480"/>
            <a:ext cx="8138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Manage elections and publish results.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C648243-CC9A-4B49-A7EC-2442DF6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0"/>
            <a:ext cx="9692640" cy="630936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914781-7E97-4A39-93E5-FD86355D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924044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C13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D0837F-93D3-421B-A724-F646ECBC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972050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☏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C796FA-2004-4F5B-8467-4D023687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446180"/>
            <a:ext cx="6172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Concerns Routing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8140B54-0B4A-4E4A-9F47-51DB4EBE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2463700"/>
            <a:ext cx="8138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Receive, review, and route student concerns.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0116C9-E5A3-4988-B5F6-A0403DB7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8280320"/>
            <a:ext cx="9692640" cy="630936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72ED84-D00B-48B7-8CD0-199576A7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680" y="4924044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C40B90-3368-439F-B382-7F28AFB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680" y="4972050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6AD2B2-9DE0-45C7-A3C8-4B474CBC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0" y="49446180"/>
            <a:ext cx="6172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Documents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0A483E2-2E54-40EC-BCC1-BE279324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120" y="52463700"/>
            <a:ext cx="8138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Store files in shared folders with access control.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8887534-A9FE-4F60-971A-0167108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0" y="48280320"/>
            <a:ext cx="9692640" cy="630936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C2F35D-6AA8-4013-B1AB-77CEAE9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5720" y="49240440"/>
            <a:ext cx="155448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3294D3-8058-4365-B6C6-4C19B14F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5720" y="49720500"/>
            <a:ext cx="1554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FFFFFF"/>
                </a:solidFill>
              </a:defRPr>
            </a:defPPr>
            <a:lvl1pPr>
              <a:defRPr sz="5760" b="1">
                <a:solidFill>
                  <a:srgbClr val="FFFFFF"/>
                </a:solidFill>
              </a:defRPr>
            </a:lvl1pPr>
            <a:lvl2pPr>
              <a:defRPr sz="5760" b="1">
                <a:solidFill>
                  <a:srgbClr val="FFFFFF"/>
                </a:solidFill>
              </a:defRPr>
            </a:lvl2pPr>
            <a:lvl3pPr>
              <a:defRPr sz="5760" b="1">
                <a:solidFill>
                  <a:srgbClr val="FFFFFF"/>
                </a:solidFill>
              </a:defRPr>
            </a:lvl3pPr>
            <a:lvl4pPr>
              <a:defRPr sz="5760" b="1">
                <a:solidFill>
                  <a:srgbClr val="FFFFFF"/>
                </a:solidFill>
              </a:defRPr>
            </a:lvl4pPr>
            <a:lvl5pPr>
              <a:defRPr sz="5760" b="1">
                <a:solidFill>
                  <a:srgbClr val="FFFFFF"/>
                </a:solidFill>
              </a:defRPr>
            </a:lvl5pPr>
            <a:lvl6pPr>
              <a:defRPr sz="5760" b="1">
                <a:solidFill>
                  <a:srgbClr val="FFFFFF"/>
                </a:solidFill>
              </a:defRPr>
            </a:lvl6pPr>
            <a:lvl7pPr>
              <a:defRPr sz="5760" b="1">
                <a:solidFill>
                  <a:srgbClr val="FFFFFF"/>
                </a:solidFill>
              </a:defRPr>
            </a:lvl7pPr>
            <a:lvl8pPr>
              <a:defRPr sz="5760" b="1">
                <a:solidFill>
                  <a:srgbClr val="FFFFFF"/>
                </a:solidFill>
              </a:defRPr>
            </a:lvl8pPr>
            <a:lvl9pPr>
              <a:defRPr sz="576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FFFFFF"/>
                </a:solidFill>
              </a:defRPr>
            </a:pPr>
            <a:r>
              <a:rPr sz="576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43805B-0BA4-4BA7-B755-5EB890CB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0" y="49446180"/>
            <a:ext cx="6172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Announcements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7A3A82-0F1A-429A-B2E3-1F0694C4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7160" y="52463700"/>
            <a:ext cx="8138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D7662"/>
                </a:solidFill>
              </a:defRPr>
            </a:defPPr>
            <a:lvl1pPr>
              <a:defRPr sz="3600" b="0">
                <a:solidFill>
                  <a:srgbClr val="5D7662"/>
                </a:solidFill>
              </a:defRPr>
            </a:lvl1pPr>
            <a:lvl2pPr>
              <a:defRPr sz="3600" b="0">
                <a:solidFill>
                  <a:srgbClr val="5D7662"/>
                </a:solidFill>
              </a:defRPr>
            </a:lvl2pPr>
            <a:lvl3pPr>
              <a:defRPr sz="3600" b="0">
                <a:solidFill>
                  <a:srgbClr val="5D7662"/>
                </a:solidFill>
              </a:defRPr>
            </a:lvl3pPr>
            <a:lvl4pPr>
              <a:defRPr sz="3600" b="0">
                <a:solidFill>
                  <a:srgbClr val="5D7662"/>
                </a:solidFill>
              </a:defRPr>
            </a:lvl4pPr>
            <a:lvl5pPr>
              <a:defRPr sz="3600" b="0">
                <a:solidFill>
                  <a:srgbClr val="5D7662"/>
                </a:solidFill>
              </a:defRPr>
            </a:lvl5pPr>
            <a:lvl6pPr>
              <a:defRPr sz="3600" b="0">
                <a:solidFill>
                  <a:srgbClr val="5D7662"/>
                </a:solidFill>
              </a:defRPr>
            </a:lvl6pPr>
            <a:lvl7pPr>
              <a:defRPr sz="3600" b="0">
                <a:solidFill>
                  <a:srgbClr val="5D7662"/>
                </a:solidFill>
              </a:defRPr>
            </a:lvl7pPr>
            <a:lvl8pPr>
              <a:defRPr sz="3600" b="0">
                <a:solidFill>
                  <a:srgbClr val="5D7662"/>
                </a:solidFill>
              </a:defRPr>
            </a:lvl8pPr>
            <a:lvl9pPr>
              <a:defRPr sz="3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5D7662"/>
                </a:solidFill>
              </a:defRPr>
            </a:pPr>
            <a:r>
              <a:rPr sz="3600" b="0">
                <a:solidFill>
                  <a:srgbClr val="5D7662"/>
                </a:solidFill>
              </a:rPr>
              <a:t>Share information with the intended audience.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BE42E86-36E7-4DF0-94E1-61B8CF7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98440"/>
            <a:ext cx="310896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09E4255-B024-4330-B0F9-CC9E883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6647080"/>
            <a:ext cx="2926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HOW COUNCIL WORK FLOWS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CE49B70-9C89-422B-8D78-14C854E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9664600"/>
            <a:ext cx="1737360" cy="2606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44631F-883B-4476-9190-F274E32E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60281820"/>
            <a:ext cx="1737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FFFFFF"/>
                </a:solidFill>
              </a:defRPr>
            </a:defPPr>
            <a:lvl1pPr>
              <a:defRPr sz="4680" b="1">
                <a:solidFill>
                  <a:srgbClr val="FFFFFF"/>
                </a:solidFill>
              </a:defRPr>
            </a:lvl1pPr>
            <a:lvl2pPr>
              <a:defRPr sz="4680" b="1">
                <a:solidFill>
                  <a:srgbClr val="FFFFFF"/>
                </a:solidFill>
              </a:defRPr>
            </a:lvl2pPr>
            <a:lvl3pPr>
              <a:defRPr sz="4680" b="1">
                <a:solidFill>
                  <a:srgbClr val="FFFFFF"/>
                </a:solidFill>
              </a:defRPr>
            </a:lvl3pPr>
            <a:lvl4pPr>
              <a:defRPr sz="4680" b="1">
                <a:solidFill>
                  <a:srgbClr val="FFFFFF"/>
                </a:solidFill>
              </a:defRPr>
            </a:lvl4pPr>
            <a:lvl5pPr>
              <a:defRPr sz="4680" b="1">
                <a:solidFill>
                  <a:srgbClr val="FFFFFF"/>
                </a:solidFill>
              </a:defRPr>
            </a:lvl5pPr>
            <a:lvl6pPr>
              <a:defRPr sz="4680" b="1">
                <a:solidFill>
                  <a:srgbClr val="FFFFFF"/>
                </a:solidFill>
              </a:defRPr>
            </a:lvl6pPr>
            <a:lvl7pPr>
              <a:defRPr sz="4680" b="1">
                <a:solidFill>
                  <a:srgbClr val="FFFFFF"/>
                </a:solidFill>
              </a:defRPr>
            </a:lvl7pPr>
            <a:lvl8pPr>
              <a:defRPr sz="4680" b="1">
                <a:solidFill>
                  <a:srgbClr val="FFFFFF"/>
                </a:solidFill>
              </a:defRPr>
            </a:lvl8pPr>
            <a:lvl9pPr>
              <a:defRPr sz="46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FFFFFF"/>
                </a:solidFill>
              </a:defRPr>
            </a:pPr>
            <a:r>
              <a:rPr sz="468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85B1B25-E833-43BB-97C7-89C3005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98017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60" b="1">
                <a:solidFill>
                  <a:srgbClr val="173A21"/>
                </a:solidFill>
              </a:defRPr>
            </a:defPPr>
            <a:lvl1pPr>
              <a:defRPr sz="3960" b="1">
                <a:solidFill>
                  <a:srgbClr val="173A21"/>
                </a:solidFill>
              </a:defRPr>
            </a:lvl1pPr>
            <a:lvl2pPr>
              <a:defRPr sz="3960" b="1">
                <a:solidFill>
                  <a:srgbClr val="173A21"/>
                </a:solidFill>
              </a:defRPr>
            </a:lvl2pPr>
            <a:lvl3pPr>
              <a:defRPr sz="3960" b="1">
                <a:solidFill>
                  <a:srgbClr val="173A21"/>
                </a:solidFill>
              </a:defRPr>
            </a:lvl3pPr>
            <a:lvl4pPr>
              <a:defRPr sz="3960" b="1">
                <a:solidFill>
                  <a:srgbClr val="173A21"/>
                </a:solidFill>
              </a:defRPr>
            </a:lvl4pPr>
            <a:lvl5pPr>
              <a:defRPr sz="3960" b="1">
                <a:solidFill>
                  <a:srgbClr val="173A21"/>
                </a:solidFill>
              </a:defRPr>
            </a:lvl5pPr>
            <a:lvl6pPr>
              <a:defRPr sz="3960" b="1">
                <a:solidFill>
                  <a:srgbClr val="173A21"/>
                </a:solidFill>
              </a:defRPr>
            </a:lvl6pPr>
            <a:lvl7pPr>
              <a:defRPr sz="3960" b="1">
                <a:solidFill>
                  <a:srgbClr val="173A21"/>
                </a:solidFill>
              </a:defRPr>
            </a:lvl7pPr>
            <a:lvl8pPr>
              <a:defRPr sz="3960" b="1">
                <a:solidFill>
                  <a:srgbClr val="173A21"/>
                </a:solidFill>
              </a:defRPr>
            </a:lvl8pPr>
            <a:lvl9pPr>
              <a:defRPr sz="396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3960" b="1">
                <a:solidFill>
                  <a:srgbClr val="173A21"/>
                </a:solidFill>
              </a:defRPr>
            </a:pPr>
            <a:r>
              <a:rPr sz="3960" b="1">
                <a:solidFill>
                  <a:srgbClr val="173A21"/>
                </a:solidFill>
              </a:rPr>
              <a:t>Plan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85B573-1BEE-4E56-B213-574206A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036200"/>
            <a:ext cx="512064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5D7662"/>
                </a:solidFill>
              </a:defRPr>
            </a:defPPr>
            <a:lvl1pPr>
              <a:defRPr sz="2880" b="0">
                <a:solidFill>
                  <a:srgbClr val="5D7662"/>
                </a:solidFill>
              </a:defRPr>
            </a:lvl1pPr>
            <a:lvl2pPr>
              <a:defRPr sz="2880" b="0">
                <a:solidFill>
                  <a:srgbClr val="5D7662"/>
                </a:solidFill>
              </a:defRPr>
            </a:lvl2pPr>
            <a:lvl3pPr>
              <a:defRPr sz="2880" b="0">
                <a:solidFill>
                  <a:srgbClr val="5D7662"/>
                </a:solidFill>
              </a:defRPr>
            </a:lvl3pPr>
            <a:lvl4pPr>
              <a:defRPr sz="2880" b="0">
                <a:solidFill>
                  <a:srgbClr val="5D7662"/>
                </a:solidFill>
              </a:defRPr>
            </a:lvl4pPr>
            <a:lvl5pPr>
              <a:defRPr sz="2880" b="0">
                <a:solidFill>
                  <a:srgbClr val="5D7662"/>
                </a:solidFill>
              </a:defRPr>
            </a:lvl5pPr>
            <a:lvl6pPr>
              <a:defRPr sz="2880" b="0">
                <a:solidFill>
                  <a:srgbClr val="5D7662"/>
                </a:solidFill>
              </a:defRPr>
            </a:lvl6pPr>
            <a:lvl7pPr>
              <a:defRPr sz="2880" b="0">
                <a:solidFill>
                  <a:srgbClr val="5D7662"/>
                </a:solidFill>
              </a:defRPr>
            </a:lvl7pPr>
            <a:lvl8pPr>
              <a:defRPr sz="2880" b="0">
                <a:solidFill>
                  <a:srgbClr val="5D7662"/>
                </a:solidFill>
              </a:defRPr>
            </a:lvl8pPr>
            <a:lvl9pPr>
              <a:defRPr sz="288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5D7662"/>
                </a:solidFill>
              </a:defRPr>
            </a:pPr>
            <a:r>
              <a:rPr sz="2880" b="0">
                <a:solidFill>
                  <a:srgbClr val="5D7662"/>
                </a:solidFill>
              </a:rPr>
              <a:t>Tasks and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ED9C17C-33A4-454E-9D2D-0BDDB15B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556140"/>
            <a:ext cx="9144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176B35"/>
                </a:solidFill>
              </a:defRPr>
            </a:defPPr>
            <a:lvl1pPr>
              <a:defRPr sz="5760" b="1">
                <a:solidFill>
                  <a:srgbClr val="176B35"/>
                </a:solidFill>
              </a:defRPr>
            </a:lvl1pPr>
            <a:lvl2pPr>
              <a:defRPr sz="5760" b="1">
                <a:solidFill>
                  <a:srgbClr val="176B35"/>
                </a:solidFill>
              </a:defRPr>
            </a:lvl2pPr>
            <a:lvl3pPr>
              <a:defRPr sz="5760" b="1">
                <a:solidFill>
                  <a:srgbClr val="176B35"/>
                </a:solidFill>
              </a:defRPr>
            </a:lvl3pPr>
            <a:lvl4pPr>
              <a:defRPr sz="5760" b="1">
                <a:solidFill>
                  <a:srgbClr val="176B35"/>
                </a:solidFill>
              </a:defRPr>
            </a:lvl4pPr>
            <a:lvl5pPr>
              <a:defRPr sz="5760" b="1">
                <a:solidFill>
                  <a:srgbClr val="176B35"/>
                </a:solidFill>
              </a:defRPr>
            </a:lvl5pPr>
            <a:lvl6pPr>
              <a:defRPr sz="5760" b="1">
                <a:solidFill>
                  <a:srgbClr val="176B35"/>
                </a:solidFill>
              </a:defRPr>
            </a:lvl6pPr>
            <a:lvl7pPr>
              <a:defRPr sz="5760" b="1">
                <a:solidFill>
                  <a:srgbClr val="176B35"/>
                </a:solidFill>
              </a:defRPr>
            </a:lvl7pPr>
            <a:lvl8pPr>
              <a:defRPr sz="5760" b="1">
                <a:solidFill>
                  <a:srgbClr val="176B35"/>
                </a:solidFill>
              </a:defRPr>
            </a:lvl8pPr>
            <a:lvl9pPr>
              <a:defRPr sz="5760" b="1">
                <a:solidFill>
                  <a:srgbClr val="176B35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176B35"/>
                </a:solidFill>
              </a:defRPr>
            </a:pPr>
            <a:r>
              <a:rPr sz="5760" b="1">
                <a:solidFill>
                  <a:srgbClr val="176B35"/>
                </a:solidFill>
              </a:rPr>
              <a:t>→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D7E3AA-053D-44E9-BB61-B567F3F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9664600"/>
            <a:ext cx="1737360" cy="2606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8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FA20C15-C21B-47CA-8864-B35A9B8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60281820"/>
            <a:ext cx="1737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FFFFFF"/>
                </a:solidFill>
              </a:defRPr>
            </a:defPPr>
            <a:lvl1pPr>
              <a:defRPr sz="4680" b="1">
                <a:solidFill>
                  <a:srgbClr val="FFFFFF"/>
                </a:solidFill>
              </a:defRPr>
            </a:lvl1pPr>
            <a:lvl2pPr>
              <a:defRPr sz="4680" b="1">
                <a:solidFill>
                  <a:srgbClr val="FFFFFF"/>
                </a:solidFill>
              </a:defRPr>
            </a:lvl2pPr>
            <a:lvl3pPr>
              <a:defRPr sz="4680" b="1">
                <a:solidFill>
                  <a:srgbClr val="FFFFFF"/>
                </a:solidFill>
              </a:defRPr>
            </a:lvl3pPr>
            <a:lvl4pPr>
              <a:defRPr sz="4680" b="1">
                <a:solidFill>
                  <a:srgbClr val="FFFFFF"/>
                </a:solidFill>
              </a:defRPr>
            </a:lvl4pPr>
            <a:lvl5pPr>
              <a:defRPr sz="4680" b="1">
                <a:solidFill>
                  <a:srgbClr val="FFFFFF"/>
                </a:solidFill>
              </a:defRPr>
            </a:lvl5pPr>
            <a:lvl6pPr>
              <a:defRPr sz="4680" b="1">
                <a:solidFill>
                  <a:srgbClr val="FFFFFF"/>
                </a:solidFill>
              </a:defRPr>
            </a:lvl6pPr>
            <a:lvl7pPr>
              <a:defRPr sz="4680" b="1">
                <a:solidFill>
                  <a:srgbClr val="FFFFFF"/>
                </a:solidFill>
              </a:defRPr>
            </a:lvl7pPr>
            <a:lvl8pPr>
              <a:defRPr sz="4680" b="1">
                <a:solidFill>
                  <a:srgbClr val="FFFFFF"/>
                </a:solidFill>
              </a:defRPr>
            </a:lvl8pPr>
            <a:lvl9pPr>
              <a:defRPr sz="46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FFFFFF"/>
                </a:solidFill>
              </a:defRPr>
            </a:pPr>
            <a:r>
              <a:rPr sz="468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92DEEA7-90D7-418D-B291-476FF23B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598017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60" b="1">
                <a:solidFill>
                  <a:srgbClr val="173A21"/>
                </a:solidFill>
              </a:defRPr>
            </a:defPPr>
            <a:lvl1pPr>
              <a:defRPr sz="3960" b="1">
                <a:solidFill>
                  <a:srgbClr val="173A21"/>
                </a:solidFill>
              </a:defRPr>
            </a:lvl1pPr>
            <a:lvl2pPr>
              <a:defRPr sz="3960" b="1">
                <a:solidFill>
                  <a:srgbClr val="173A21"/>
                </a:solidFill>
              </a:defRPr>
            </a:lvl2pPr>
            <a:lvl3pPr>
              <a:defRPr sz="3960" b="1">
                <a:solidFill>
                  <a:srgbClr val="173A21"/>
                </a:solidFill>
              </a:defRPr>
            </a:lvl3pPr>
            <a:lvl4pPr>
              <a:defRPr sz="3960" b="1">
                <a:solidFill>
                  <a:srgbClr val="173A21"/>
                </a:solidFill>
              </a:defRPr>
            </a:lvl4pPr>
            <a:lvl5pPr>
              <a:defRPr sz="3960" b="1">
                <a:solidFill>
                  <a:srgbClr val="173A21"/>
                </a:solidFill>
              </a:defRPr>
            </a:lvl5pPr>
            <a:lvl6pPr>
              <a:defRPr sz="3960" b="1">
                <a:solidFill>
                  <a:srgbClr val="173A21"/>
                </a:solidFill>
              </a:defRPr>
            </a:lvl6pPr>
            <a:lvl7pPr>
              <a:defRPr sz="3960" b="1">
                <a:solidFill>
                  <a:srgbClr val="173A21"/>
                </a:solidFill>
              </a:defRPr>
            </a:lvl7pPr>
            <a:lvl8pPr>
              <a:defRPr sz="3960" b="1">
                <a:solidFill>
                  <a:srgbClr val="173A21"/>
                </a:solidFill>
              </a:defRPr>
            </a:lvl8pPr>
            <a:lvl9pPr>
              <a:defRPr sz="396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3960" b="1">
                <a:solidFill>
                  <a:srgbClr val="173A21"/>
                </a:solidFill>
              </a:defRPr>
            </a:pPr>
            <a:r>
              <a:rPr sz="3960" b="1">
                <a:solidFill>
                  <a:srgbClr val="173A21"/>
                </a:solidFill>
              </a:rPr>
              <a:t>Engage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CA7A9E1-D3C9-4D11-AA55-0473AD95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1036200"/>
            <a:ext cx="512064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5D7662"/>
                </a:solidFill>
              </a:defRPr>
            </a:defPPr>
            <a:lvl1pPr>
              <a:defRPr sz="2880" b="0">
                <a:solidFill>
                  <a:srgbClr val="5D7662"/>
                </a:solidFill>
              </a:defRPr>
            </a:lvl1pPr>
            <a:lvl2pPr>
              <a:defRPr sz="2880" b="0">
                <a:solidFill>
                  <a:srgbClr val="5D7662"/>
                </a:solidFill>
              </a:defRPr>
            </a:lvl2pPr>
            <a:lvl3pPr>
              <a:defRPr sz="2880" b="0">
                <a:solidFill>
                  <a:srgbClr val="5D7662"/>
                </a:solidFill>
              </a:defRPr>
            </a:lvl3pPr>
            <a:lvl4pPr>
              <a:defRPr sz="2880" b="0">
                <a:solidFill>
                  <a:srgbClr val="5D7662"/>
                </a:solidFill>
              </a:defRPr>
            </a:lvl4pPr>
            <a:lvl5pPr>
              <a:defRPr sz="2880" b="0">
                <a:solidFill>
                  <a:srgbClr val="5D7662"/>
                </a:solidFill>
              </a:defRPr>
            </a:lvl5pPr>
            <a:lvl6pPr>
              <a:defRPr sz="2880" b="0">
                <a:solidFill>
                  <a:srgbClr val="5D7662"/>
                </a:solidFill>
              </a:defRPr>
            </a:lvl6pPr>
            <a:lvl7pPr>
              <a:defRPr sz="2880" b="0">
                <a:solidFill>
                  <a:srgbClr val="5D7662"/>
                </a:solidFill>
              </a:defRPr>
            </a:lvl7pPr>
            <a:lvl8pPr>
              <a:defRPr sz="2880" b="0">
                <a:solidFill>
                  <a:srgbClr val="5D7662"/>
                </a:solidFill>
              </a:defRPr>
            </a:lvl8pPr>
            <a:lvl9pPr>
              <a:defRPr sz="288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5D7662"/>
                </a:solidFill>
              </a:defRPr>
            </a:pPr>
            <a:r>
              <a:rPr sz="2880" b="0">
                <a:solidFill>
                  <a:srgbClr val="5D7662"/>
                </a:solidFill>
              </a:rPr>
              <a:t>Announcements and participation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14C5F3-D1C4-4AA7-B39C-17C8D1F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0556140"/>
            <a:ext cx="9144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176B35"/>
                </a:solidFill>
              </a:defRPr>
            </a:defPPr>
            <a:lvl1pPr>
              <a:defRPr sz="5760" b="1">
                <a:solidFill>
                  <a:srgbClr val="176B35"/>
                </a:solidFill>
              </a:defRPr>
            </a:lvl1pPr>
            <a:lvl2pPr>
              <a:defRPr sz="5760" b="1">
                <a:solidFill>
                  <a:srgbClr val="176B35"/>
                </a:solidFill>
              </a:defRPr>
            </a:lvl2pPr>
            <a:lvl3pPr>
              <a:defRPr sz="5760" b="1">
                <a:solidFill>
                  <a:srgbClr val="176B35"/>
                </a:solidFill>
              </a:defRPr>
            </a:lvl3pPr>
            <a:lvl4pPr>
              <a:defRPr sz="5760" b="1">
                <a:solidFill>
                  <a:srgbClr val="176B35"/>
                </a:solidFill>
              </a:defRPr>
            </a:lvl4pPr>
            <a:lvl5pPr>
              <a:defRPr sz="5760" b="1">
                <a:solidFill>
                  <a:srgbClr val="176B35"/>
                </a:solidFill>
              </a:defRPr>
            </a:lvl5pPr>
            <a:lvl6pPr>
              <a:defRPr sz="5760" b="1">
                <a:solidFill>
                  <a:srgbClr val="176B35"/>
                </a:solidFill>
              </a:defRPr>
            </a:lvl6pPr>
            <a:lvl7pPr>
              <a:defRPr sz="5760" b="1">
                <a:solidFill>
                  <a:srgbClr val="176B35"/>
                </a:solidFill>
              </a:defRPr>
            </a:lvl7pPr>
            <a:lvl8pPr>
              <a:defRPr sz="5760" b="1">
                <a:solidFill>
                  <a:srgbClr val="176B35"/>
                </a:solidFill>
              </a:defRPr>
            </a:lvl8pPr>
            <a:lvl9pPr>
              <a:defRPr sz="5760" b="1">
                <a:solidFill>
                  <a:srgbClr val="176B35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176B35"/>
                </a:solidFill>
              </a:defRPr>
            </a:pPr>
            <a:r>
              <a:rPr sz="5760" b="1">
                <a:solidFill>
                  <a:srgbClr val="176B35"/>
                </a:solidFill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7B82057-3EF3-4C91-9073-F199D682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0" y="59664600"/>
            <a:ext cx="1737360" cy="2606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3A1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78CA885-2817-4F0C-AF83-103A25D8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0" y="60281820"/>
            <a:ext cx="1737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FFFFFF"/>
                </a:solidFill>
              </a:defRPr>
            </a:defPPr>
            <a:lvl1pPr>
              <a:defRPr sz="4680" b="1">
                <a:solidFill>
                  <a:srgbClr val="FFFFFF"/>
                </a:solidFill>
              </a:defRPr>
            </a:lvl1pPr>
            <a:lvl2pPr>
              <a:defRPr sz="4680" b="1">
                <a:solidFill>
                  <a:srgbClr val="FFFFFF"/>
                </a:solidFill>
              </a:defRPr>
            </a:lvl2pPr>
            <a:lvl3pPr>
              <a:defRPr sz="4680" b="1">
                <a:solidFill>
                  <a:srgbClr val="FFFFFF"/>
                </a:solidFill>
              </a:defRPr>
            </a:lvl3pPr>
            <a:lvl4pPr>
              <a:defRPr sz="4680" b="1">
                <a:solidFill>
                  <a:srgbClr val="FFFFFF"/>
                </a:solidFill>
              </a:defRPr>
            </a:lvl4pPr>
            <a:lvl5pPr>
              <a:defRPr sz="4680" b="1">
                <a:solidFill>
                  <a:srgbClr val="FFFFFF"/>
                </a:solidFill>
              </a:defRPr>
            </a:lvl5pPr>
            <a:lvl6pPr>
              <a:defRPr sz="4680" b="1">
                <a:solidFill>
                  <a:srgbClr val="FFFFFF"/>
                </a:solidFill>
              </a:defRPr>
            </a:lvl6pPr>
            <a:lvl7pPr>
              <a:defRPr sz="4680" b="1">
                <a:solidFill>
                  <a:srgbClr val="FFFFFF"/>
                </a:solidFill>
              </a:defRPr>
            </a:lvl7pPr>
            <a:lvl8pPr>
              <a:defRPr sz="4680" b="1">
                <a:solidFill>
                  <a:srgbClr val="FFFFFF"/>
                </a:solidFill>
              </a:defRPr>
            </a:lvl8pPr>
            <a:lvl9pPr>
              <a:defRPr sz="46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FFFFFF"/>
                </a:solidFill>
              </a:defRPr>
            </a:pPr>
            <a:r>
              <a:rPr sz="468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946EE79-92ED-4501-A31D-8DFED2F7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680" y="598017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60" b="1">
                <a:solidFill>
                  <a:srgbClr val="173A21"/>
                </a:solidFill>
              </a:defRPr>
            </a:defPPr>
            <a:lvl1pPr>
              <a:defRPr sz="3960" b="1">
                <a:solidFill>
                  <a:srgbClr val="173A21"/>
                </a:solidFill>
              </a:defRPr>
            </a:lvl1pPr>
            <a:lvl2pPr>
              <a:defRPr sz="3960" b="1">
                <a:solidFill>
                  <a:srgbClr val="173A21"/>
                </a:solidFill>
              </a:defRPr>
            </a:lvl2pPr>
            <a:lvl3pPr>
              <a:defRPr sz="3960" b="1">
                <a:solidFill>
                  <a:srgbClr val="173A21"/>
                </a:solidFill>
              </a:defRPr>
            </a:lvl3pPr>
            <a:lvl4pPr>
              <a:defRPr sz="3960" b="1">
                <a:solidFill>
                  <a:srgbClr val="173A21"/>
                </a:solidFill>
              </a:defRPr>
            </a:lvl4pPr>
            <a:lvl5pPr>
              <a:defRPr sz="3960" b="1">
                <a:solidFill>
                  <a:srgbClr val="173A21"/>
                </a:solidFill>
              </a:defRPr>
            </a:lvl5pPr>
            <a:lvl6pPr>
              <a:defRPr sz="3960" b="1">
                <a:solidFill>
                  <a:srgbClr val="173A21"/>
                </a:solidFill>
              </a:defRPr>
            </a:lvl6pPr>
            <a:lvl7pPr>
              <a:defRPr sz="3960" b="1">
                <a:solidFill>
                  <a:srgbClr val="173A21"/>
                </a:solidFill>
              </a:defRPr>
            </a:lvl7pPr>
            <a:lvl8pPr>
              <a:defRPr sz="3960" b="1">
                <a:solidFill>
                  <a:srgbClr val="173A21"/>
                </a:solidFill>
              </a:defRPr>
            </a:lvl8pPr>
            <a:lvl9pPr>
              <a:defRPr sz="396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3960" b="1">
                <a:solidFill>
                  <a:srgbClr val="173A21"/>
                </a:solidFill>
              </a:defRPr>
            </a:pPr>
            <a:r>
              <a:rPr sz="3960" b="1">
                <a:solidFill>
                  <a:srgbClr val="173A21"/>
                </a:solidFill>
              </a:rPr>
              <a:t>Decide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D8E1905-A6CD-4201-BFAF-AC5E016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680" y="61036200"/>
            <a:ext cx="512064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5D7662"/>
                </a:solidFill>
              </a:defRPr>
            </a:defPPr>
            <a:lvl1pPr>
              <a:defRPr sz="2880" b="0">
                <a:solidFill>
                  <a:srgbClr val="5D7662"/>
                </a:solidFill>
              </a:defRPr>
            </a:lvl1pPr>
            <a:lvl2pPr>
              <a:defRPr sz="2880" b="0">
                <a:solidFill>
                  <a:srgbClr val="5D7662"/>
                </a:solidFill>
              </a:defRPr>
            </a:lvl2pPr>
            <a:lvl3pPr>
              <a:defRPr sz="2880" b="0">
                <a:solidFill>
                  <a:srgbClr val="5D7662"/>
                </a:solidFill>
              </a:defRPr>
            </a:lvl3pPr>
            <a:lvl4pPr>
              <a:defRPr sz="2880" b="0">
                <a:solidFill>
                  <a:srgbClr val="5D7662"/>
                </a:solidFill>
              </a:defRPr>
            </a:lvl4pPr>
            <a:lvl5pPr>
              <a:defRPr sz="2880" b="0">
                <a:solidFill>
                  <a:srgbClr val="5D7662"/>
                </a:solidFill>
              </a:defRPr>
            </a:lvl5pPr>
            <a:lvl6pPr>
              <a:defRPr sz="2880" b="0">
                <a:solidFill>
                  <a:srgbClr val="5D7662"/>
                </a:solidFill>
              </a:defRPr>
            </a:lvl6pPr>
            <a:lvl7pPr>
              <a:defRPr sz="2880" b="0">
                <a:solidFill>
                  <a:srgbClr val="5D7662"/>
                </a:solidFill>
              </a:defRPr>
            </a:lvl7pPr>
            <a:lvl8pPr>
              <a:defRPr sz="2880" b="0">
                <a:solidFill>
                  <a:srgbClr val="5D7662"/>
                </a:solidFill>
              </a:defRPr>
            </a:lvl8pPr>
            <a:lvl9pPr>
              <a:defRPr sz="288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5D7662"/>
                </a:solidFill>
              </a:defRPr>
            </a:pPr>
            <a:r>
              <a:rPr sz="2880" b="0">
                <a:solidFill>
                  <a:srgbClr val="5D7662"/>
                </a:solidFill>
              </a:rPr>
              <a:t>Voting and election results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4341E75-BE6F-48BB-A74E-4E33125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0" y="60556140"/>
            <a:ext cx="9144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60" b="1">
                <a:solidFill>
                  <a:srgbClr val="176B35"/>
                </a:solidFill>
              </a:defRPr>
            </a:defPPr>
            <a:lvl1pPr>
              <a:defRPr sz="5760" b="1">
                <a:solidFill>
                  <a:srgbClr val="176B35"/>
                </a:solidFill>
              </a:defRPr>
            </a:lvl1pPr>
            <a:lvl2pPr>
              <a:defRPr sz="5760" b="1">
                <a:solidFill>
                  <a:srgbClr val="176B35"/>
                </a:solidFill>
              </a:defRPr>
            </a:lvl2pPr>
            <a:lvl3pPr>
              <a:defRPr sz="5760" b="1">
                <a:solidFill>
                  <a:srgbClr val="176B35"/>
                </a:solidFill>
              </a:defRPr>
            </a:lvl3pPr>
            <a:lvl4pPr>
              <a:defRPr sz="5760" b="1">
                <a:solidFill>
                  <a:srgbClr val="176B35"/>
                </a:solidFill>
              </a:defRPr>
            </a:lvl4pPr>
            <a:lvl5pPr>
              <a:defRPr sz="5760" b="1">
                <a:solidFill>
                  <a:srgbClr val="176B35"/>
                </a:solidFill>
              </a:defRPr>
            </a:lvl5pPr>
            <a:lvl6pPr>
              <a:defRPr sz="5760" b="1">
                <a:solidFill>
                  <a:srgbClr val="176B35"/>
                </a:solidFill>
              </a:defRPr>
            </a:lvl6pPr>
            <a:lvl7pPr>
              <a:defRPr sz="5760" b="1">
                <a:solidFill>
                  <a:srgbClr val="176B35"/>
                </a:solidFill>
              </a:defRPr>
            </a:lvl7pPr>
            <a:lvl8pPr>
              <a:defRPr sz="5760" b="1">
                <a:solidFill>
                  <a:srgbClr val="176B35"/>
                </a:solidFill>
              </a:defRPr>
            </a:lvl8pPr>
            <a:lvl9pPr>
              <a:defRPr sz="5760" b="1">
                <a:solidFill>
                  <a:srgbClr val="176B35"/>
                </a:solidFill>
              </a:defRPr>
            </a:lvl9pPr>
          </a:lstStyle>
          <a:p xmlns:a="http://schemas.openxmlformats.org/drawingml/2006/main">
            <a:pPr>
              <a:defRPr sz="5760" b="1">
                <a:solidFill>
                  <a:srgbClr val="176B35"/>
                </a:solidFill>
              </a:defRPr>
            </a:pPr>
            <a:r>
              <a:rPr sz="5760" b="1">
                <a:solidFill>
                  <a:srgbClr val="176B35"/>
                </a:solidFill>
              </a:rPr>
              <a:t>→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F1E053-D34E-4FBC-AA25-5636BD25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240" y="59664600"/>
            <a:ext cx="1737360" cy="2606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C13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C6F67DA-5552-4D69-839B-BD19789E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240" y="60281820"/>
            <a:ext cx="1737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FFFFFF"/>
                </a:solidFill>
              </a:defRPr>
            </a:defPPr>
            <a:lvl1pPr>
              <a:defRPr sz="4680" b="1">
                <a:solidFill>
                  <a:srgbClr val="FFFFFF"/>
                </a:solidFill>
              </a:defRPr>
            </a:lvl1pPr>
            <a:lvl2pPr>
              <a:defRPr sz="4680" b="1">
                <a:solidFill>
                  <a:srgbClr val="FFFFFF"/>
                </a:solidFill>
              </a:defRPr>
            </a:lvl2pPr>
            <a:lvl3pPr>
              <a:defRPr sz="4680" b="1">
                <a:solidFill>
                  <a:srgbClr val="FFFFFF"/>
                </a:solidFill>
              </a:defRPr>
            </a:lvl3pPr>
            <a:lvl4pPr>
              <a:defRPr sz="4680" b="1">
                <a:solidFill>
                  <a:srgbClr val="FFFFFF"/>
                </a:solidFill>
              </a:defRPr>
            </a:lvl4pPr>
            <a:lvl5pPr>
              <a:defRPr sz="4680" b="1">
                <a:solidFill>
                  <a:srgbClr val="FFFFFF"/>
                </a:solidFill>
              </a:defRPr>
            </a:lvl5pPr>
            <a:lvl6pPr>
              <a:defRPr sz="4680" b="1">
                <a:solidFill>
                  <a:srgbClr val="FFFFFF"/>
                </a:solidFill>
              </a:defRPr>
            </a:lvl6pPr>
            <a:lvl7pPr>
              <a:defRPr sz="4680" b="1">
                <a:solidFill>
                  <a:srgbClr val="FFFFFF"/>
                </a:solidFill>
              </a:defRPr>
            </a:lvl7pPr>
            <a:lvl8pPr>
              <a:defRPr sz="4680" b="1">
                <a:solidFill>
                  <a:srgbClr val="FFFFFF"/>
                </a:solidFill>
              </a:defRPr>
            </a:lvl8pPr>
            <a:lvl9pPr>
              <a:defRPr sz="468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FFFFFF"/>
                </a:solidFill>
              </a:defRPr>
            </a:pPr>
            <a:r>
              <a:rPr sz="468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9EAF3C-01C1-4641-8BB5-B6EC0DA9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080" y="598017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60" b="1">
                <a:solidFill>
                  <a:srgbClr val="173A21"/>
                </a:solidFill>
              </a:defRPr>
            </a:defPPr>
            <a:lvl1pPr>
              <a:defRPr sz="3960" b="1">
                <a:solidFill>
                  <a:srgbClr val="173A21"/>
                </a:solidFill>
              </a:defRPr>
            </a:lvl1pPr>
            <a:lvl2pPr>
              <a:defRPr sz="3960" b="1">
                <a:solidFill>
                  <a:srgbClr val="173A21"/>
                </a:solidFill>
              </a:defRPr>
            </a:lvl2pPr>
            <a:lvl3pPr>
              <a:defRPr sz="3960" b="1">
                <a:solidFill>
                  <a:srgbClr val="173A21"/>
                </a:solidFill>
              </a:defRPr>
            </a:lvl3pPr>
            <a:lvl4pPr>
              <a:defRPr sz="3960" b="1">
                <a:solidFill>
                  <a:srgbClr val="173A21"/>
                </a:solidFill>
              </a:defRPr>
            </a:lvl4pPr>
            <a:lvl5pPr>
              <a:defRPr sz="3960" b="1">
                <a:solidFill>
                  <a:srgbClr val="173A21"/>
                </a:solidFill>
              </a:defRPr>
            </a:lvl5pPr>
            <a:lvl6pPr>
              <a:defRPr sz="3960" b="1">
                <a:solidFill>
                  <a:srgbClr val="173A21"/>
                </a:solidFill>
              </a:defRPr>
            </a:lvl6pPr>
            <a:lvl7pPr>
              <a:defRPr sz="3960" b="1">
                <a:solidFill>
                  <a:srgbClr val="173A21"/>
                </a:solidFill>
              </a:defRPr>
            </a:lvl7pPr>
            <a:lvl8pPr>
              <a:defRPr sz="3960" b="1">
                <a:solidFill>
                  <a:srgbClr val="173A21"/>
                </a:solidFill>
              </a:defRPr>
            </a:lvl8pPr>
            <a:lvl9pPr>
              <a:defRPr sz="396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3960" b="1">
                <a:solidFill>
                  <a:srgbClr val="173A21"/>
                </a:solidFill>
              </a:defRPr>
            </a:pPr>
            <a:r>
              <a:rPr sz="3960" b="1">
                <a:solidFill>
                  <a:srgbClr val="173A21"/>
                </a:solidFill>
              </a:rPr>
              <a:t>Review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DFA1882-EE62-4D63-B781-A61A711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080" y="61036200"/>
            <a:ext cx="512064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80" b="0">
                <a:solidFill>
                  <a:srgbClr val="5D7662"/>
                </a:solidFill>
              </a:defRPr>
            </a:defPPr>
            <a:lvl1pPr>
              <a:defRPr sz="2880" b="0">
                <a:solidFill>
                  <a:srgbClr val="5D7662"/>
                </a:solidFill>
              </a:defRPr>
            </a:lvl1pPr>
            <a:lvl2pPr>
              <a:defRPr sz="2880" b="0">
                <a:solidFill>
                  <a:srgbClr val="5D7662"/>
                </a:solidFill>
              </a:defRPr>
            </a:lvl2pPr>
            <a:lvl3pPr>
              <a:defRPr sz="2880" b="0">
                <a:solidFill>
                  <a:srgbClr val="5D7662"/>
                </a:solidFill>
              </a:defRPr>
            </a:lvl3pPr>
            <a:lvl4pPr>
              <a:defRPr sz="2880" b="0">
                <a:solidFill>
                  <a:srgbClr val="5D7662"/>
                </a:solidFill>
              </a:defRPr>
            </a:lvl4pPr>
            <a:lvl5pPr>
              <a:defRPr sz="2880" b="0">
                <a:solidFill>
                  <a:srgbClr val="5D7662"/>
                </a:solidFill>
              </a:defRPr>
            </a:lvl5pPr>
            <a:lvl6pPr>
              <a:defRPr sz="2880" b="0">
                <a:solidFill>
                  <a:srgbClr val="5D7662"/>
                </a:solidFill>
              </a:defRPr>
            </a:lvl6pPr>
            <a:lvl7pPr>
              <a:defRPr sz="2880" b="0">
                <a:solidFill>
                  <a:srgbClr val="5D7662"/>
                </a:solidFill>
              </a:defRPr>
            </a:lvl7pPr>
            <a:lvl8pPr>
              <a:defRPr sz="2880" b="0">
                <a:solidFill>
                  <a:srgbClr val="5D7662"/>
                </a:solidFill>
              </a:defRPr>
            </a:lvl8pPr>
            <a:lvl9pPr>
              <a:defRPr sz="288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2880" b="0">
                <a:solidFill>
                  <a:srgbClr val="5D7662"/>
                </a:solidFill>
              </a:defRPr>
            </a:pPr>
            <a:r>
              <a:rPr sz="2880" b="0">
                <a:solidFill>
                  <a:srgbClr val="5D7662"/>
                </a:solidFill>
              </a:rPr>
              <a:t>Records and activity oversight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49E48C-6553-4525-919D-4CCA022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65200"/>
            <a:ext cx="310896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D16CD82-19D5-448B-852D-6C434E5E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5013840"/>
            <a:ext cx="2926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PROJECT FOCUS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EBAEAE7-653F-405F-9EF8-73A652F7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67894200"/>
            <a:ext cx="9692640" cy="5486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7959037-C930-4338-A0BC-76BA295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68854320"/>
            <a:ext cx="8595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Organized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6F690FB-D57F-4910-9F92-5116AB0F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637400"/>
            <a:ext cx="8046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0">
                <a:solidFill>
                  <a:srgbClr val="5D7662"/>
                </a:solidFill>
              </a:defRPr>
            </a:defPPr>
            <a:lvl1pPr>
              <a:defRPr sz="3240" b="0">
                <a:solidFill>
                  <a:srgbClr val="5D7662"/>
                </a:solidFill>
              </a:defRPr>
            </a:lvl1pPr>
            <a:lvl2pPr>
              <a:defRPr sz="3240" b="0">
                <a:solidFill>
                  <a:srgbClr val="5D7662"/>
                </a:solidFill>
              </a:defRPr>
            </a:lvl2pPr>
            <a:lvl3pPr>
              <a:defRPr sz="3240" b="0">
                <a:solidFill>
                  <a:srgbClr val="5D7662"/>
                </a:solidFill>
              </a:defRPr>
            </a:lvl3pPr>
            <a:lvl4pPr>
              <a:defRPr sz="3240" b="0">
                <a:solidFill>
                  <a:srgbClr val="5D7662"/>
                </a:solidFill>
              </a:defRPr>
            </a:lvl4pPr>
            <a:lvl5pPr>
              <a:defRPr sz="3240" b="0">
                <a:solidFill>
                  <a:srgbClr val="5D7662"/>
                </a:solidFill>
              </a:defRPr>
            </a:lvl5pPr>
            <a:lvl6pPr>
              <a:defRPr sz="3240" b="0">
                <a:solidFill>
                  <a:srgbClr val="5D7662"/>
                </a:solidFill>
              </a:defRPr>
            </a:lvl6pPr>
            <a:lvl7pPr>
              <a:defRPr sz="3240" b="0">
                <a:solidFill>
                  <a:srgbClr val="5D7662"/>
                </a:solidFill>
              </a:defRPr>
            </a:lvl7pPr>
            <a:lvl8pPr>
              <a:defRPr sz="3240" b="0">
                <a:solidFill>
                  <a:srgbClr val="5D7662"/>
                </a:solidFill>
              </a:defRPr>
            </a:lvl8pPr>
            <a:lvl9pPr>
              <a:defRPr sz="324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240" b="0">
                <a:solidFill>
                  <a:srgbClr val="5D7662"/>
                </a:solidFill>
              </a:defRPr>
            </a:pPr>
            <a:r>
              <a:rPr sz="3240" b="0">
                <a:solidFill>
                  <a:srgbClr val="5D7662"/>
                </a:solidFill>
              </a:rPr>
              <a:t>Manage council records and activities in one system.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00902C5-1CDE-4430-B22A-F9C9F173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67894200"/>
            <a:ext cx="9692640" cy="5486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278EBF0-B0B2-415A-8394-A2F4A6F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0" y="68854320"/>
            <a:ext cx="8595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Participatory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0A62AB1-2A89-4BA8-88C0-9A868E01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0" y="70637400"/>
            <a:ext cx="8046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0">
                <a:solidFill>
                  <a:srgbClr val="5D7662"/>
                </a:solidFill>
              </a:defRPr>
            </a:defPPr>
            <a:lvl1pPr>
              <a:defRPr sz="3240" b="0">
                <a:solidFill>
                  <a:srgbClr val="5D7662"/>
                </a:solidFill>
              </a:defRPr>
            </a:lvl1pPr>
            <a:lvl2pPr>
              <a:defRPr sz="3240" b="0">
                <a:solidFill>
                  <a:srgbClr val="5D7662"/>
                </a:solidFill>
              </a:defRPr>
            </a:lvl2pPr>
            <a:lvl3pPr>
              <a:defRPr sz="3240" b="0">
                <a:solidFill>
                  <a:srgbClr val="5D7662"/>
                </a:solidFill>
              </a:defRPr>
            </a:lvl3pPr>
            <a:lvl4pPr>
              <a:defRPr sz="3240" b="0">
                <a:solidFill>
                  <a:srgbClr val="5D7662"/>
                </a:solidFill>
              </a:defRPr>
            </a:lvl4pPr>
            <a:lvl5pPr>
              <a:defRPr sz="3240" b="0">
                <a:solidFill>
                  <a:srgbClr val="5D7662"/>
                </a:solidFill>
              </a:defRPr>
            </a:lvl5pPr>
            <a:lvl6pPr>
              <a:defRPr sz="3240" b="0">
                <a:solidFill>
                  <a:srgbClr val="5D7662"/>
                </a:solidFill>
              </a:defRPr>
            </a:lvl6pPr>
            <a:lvl7pPr>
              <a:defRPr sz="3240" b="0">
                <a:solidFill>
                  <a:srgbClr val="5D7662"/>
                </a:solidFill>
              </a:defRPr>
            </a:lvl7pPr>
            <a:lvl8pPr>
              <a:defRPr sz="3240" b="0">
                <a:solidFill>
                  <a:srgbClr val="5D7662"/>
                </a:solidFill>
              </a:defRPr>
            </a:lvl8pPr>
            <a:lvl9pPr>
              <a:defRPr sz="324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240" b="0">
                <a:solidFill>
                  <a:srgbClr val="5D7662"/>
                </a:solidFill>
              </a:defRPr>
            </a:pPr>
            <a:r>
              <a:rPr sz="3240" b="0">
                <a:solidFill>
                  <a:srgbClr val="5D7662"/>
                </a:solidFill>
              </a:rPr>
              <a:t>Support student engagement through events, concerns, and voting.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2F57428-F20A-4086-9123-44B384A3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0" y="67894200"/>
            <a:ext cx="9692640" cy="5486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5720">
            <a:solidFill>
              <a:srgbClr val="D6E6D1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29F1E06-048F-4CCE-A949-FE0CCC0F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0" y="68854320"/>
            <a:ext cx="8595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80" b="1">
                <a:solidFill>
                  <a:srgbClr val="173A21"/>
                </a:solidFill>
              </a:defRPr>
            </a:defPPr>
            <a:lvl1pPr>
              <a:defRPr sz="4680" b="1">
                <a:solidFill>
                  <a:srgbClr val="173A21"/>
                </a:solidFill>
              </a:defRPr>
            </a:lvl1pPr>
            <a:lvl2pPr>
              <a:defRPr sz="4680" b="1">
                <a:solidFill>
                  <a:srgbClr val="173A21"/>
                </a:solidFill>
              </a:defRPr>
            </a:lvl2pPr>
            <a:lvl3pPr>
              <a:defRPr sz="4680" b="1">
                <a:solidFill>
                  <a:srgbClr val="173A21"/>
                </a:solidFill>
              </a:defRPr>
            </a:lvl3pPr>
            <a:lvl4pPr>
              <a:defRPr sz="4680" b="1">
                <a:solidFill>
                  <a:srgbClr val="173A21"/>
                </a:solidFill>
              </a:defRPr>
            </a:lvl4pPr>
            <a:lvl5pPr>
              <a:defRPr sz="4680" b="1">
                <a:solidFill>
                  <a:srgbClr val="173A21"/>
                </a:solidFill>
              </a:defRPr>
            </a:lvl5pPr>
            <a:lvl6pPr>
              <a:defRPr sz="4680" b="1">
                <a:solidFill>
                  <a:srgbClr val="173A21"/>
                </a:solidFill>
              </a:defRPr>
            </a:lvl6pPr>
            <a:lvl7pPr>
              <a:defRPr sz="4680" b="1">
                <a:solidFill>
                  <a:srgbClr val="173A21"/>
                </a:solidFill>
              </a:defRPr>
            </a:lvl7pPr>
            <a:lvl8pPr>
              <a:defRPr sz="4680" b="1">
                <a:solidFill>
                  <a:srgbClr val="173A21"/>
                </a:solidFill>
              </a:defRPr>
            </a:lvl8pPr>
            <a:lvl9pPr>
              <a:defRPr sz="4680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4680" b="1">
                <a:solidFill>
                  <a:srgbClr val="173A21"/>
                </a:solidFill>
              </a:defRPr>
            </a:pPr>
            <a:r>
              <a:rPr sz="4680" b="1">
                <a:solidFill>
                  <a:srgbClr val="173A21"/>
                </a:solidFill>
              </a:rPr>
              <a:t>Accountable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CBFF18A-DF09-415F-85D2-7A205B3A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0" y="70637400"/>
            <a:ext cx="804672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0">
                <a:solidFill>
                  <a:srgbClr val="5D7662"/>
                </a:solidFill>
              </a:defRPr>
            </a:defPPr>
            <a:lvl1pPr>
              <a:defRPr sz="3240" b="0">
                <a:solidFill>
                  <a:srgbClr val="5D7662"/>
                </a:solidFill>
              </a:defRPr>
            </a:lvl1pPr>
            <a:lvl2pPr>
              <a:defRPr sz="3240" b="0">
                <a:solidFill>
                  <a:srgbClr val="5D7662"/>
                </a:solidFill>
              </a:defRPr>
            </a:lvl2pPr>
            <a:lvl3pPr>
              <a:defRPr sz="3240" b="0">
                <a:solidFill>
                  <a:srgbClr val="5D7662"/>
                </a:solidFill>
              </a:defRPr>
            </a:lvl3pPr>
            <a:lvl4pPr>
              <a:defRPr sz="3240" b="0">
                <a:solidFill>
                  <a:srgbClr val="5D7662"/>
                </a:solidFill>
              </a:defRPr>
            </a:lvl4pPr>
            <a:lvl5pPr>
              <a:defRPr sz="3240" b="0">
                <a:solidFill>
                  <a:srgbClr val="5D7662"/>
                </a:solidFill>
              </a:defRPr>
            </a:lvl5pPr>
            <a:lvl6pPr>
              <a:defRPr sz="3240" b="0">
                <a:solidFill>
                  <a:srgbClr val="5D7662"/>
                </a:solidFill>
              </a:defRPr>
            </a:lvl6pPr>
            <a:lvl7pPr>
              <a:defRPr sz="3240" b="0">
                <a:solidFill>
                  <a:srgbClr val="5D7662"/>
                </a:solidFill>
              </a:defRPr>
            </a:lvl7pPr>
            <a:lvl8pPr>
              <a:defRPr sz="3240" b="0">
                <a:solidFill>
                  <a:srgbClr val="5D7662"/>
                </a:solidFill>
              </a:defRPr>
            </a:lvl8pPr>
            <a:lvl9pPr>
              <a:defRPr sz="324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3240" b="0">
                <a:solidFill>
                  <a:srgbClr val="5D7662"/>
                </a:solidFill>
              </a:defRPr>
            </a:pPr>
            <a:r>
              <a:rPr sz="3240" b="0">
                <a:solidFill>
                  <a:srgbClr val="5D7662"/>
                </a:solidFill>
              </a:rPr>
              <a:t>Use role-based access and activity records for oversight.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DC23EAB-1016-407D-80C4-FFAD7B4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329540"/>
            <a:ext cx="32918400" cy="1145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40C3590-4A54-4DA7-A383-91D552A9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8060"/>
            <a:ext cx="329184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B15D43F-AF9F-4B60-AD39-6515232D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8181200"/>
            <a:ext cx="2514600" cy="3771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45720">
            <a:solidFill>
              <a:srgbClr val="FFFFF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2908AB7-242C-4495-BD41-5812453A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9484220"/>
            <a:ext cx="2514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20" b="1">
                <a:solidFill>
                  <a:srgbClr val="0C351D"/>
                </a:solidFill>
              </a:defRPr>
            </a:defPPr>
            <a:lvl1pPr>
              <a:defRPr sz="4320" b="1">
                <a:solidFill>
                  <a:srgbClr val="0C351D"/>
                </a:solidFill>
              </a:defRPr>
            </a:lvl1pPr>
            <a:lvl2pPr>
              <a:defRPr sz="4320" b="1">
                <a:solidFill>
                  <a:srgbClr val="0C351D"/>
                </a:solidFill>
              </a:defRPr>
            </a:lvl2pPr>
            <a:lvl3pPr>
              <a:defRPr sz="4320" b="1">
                <a:solidFill>
                  <a:srgbClr val="0C351D"/>
                </a:solidFill>
              </a:defRPr>
            </a:lvl3pPr>
            <a:lvl4pPr>
              <a:defRPr sz="4320" b="1">
                <a:solidFill>
                  <a:srgbClr val="0C351D"/>
                </a:solidFill>
              </a:defRPr>
            </a:lvl4pPr>
            <a:lvl5pPr>
              <a:defRPr sz="4320" b="1">
                <a:solidFill>
                  <a:srgbClr val="0C351D"/>
                </a:solidFill>
              </a:defRPr>
            </a:lvl5pPr>
            <a:lvl6pPr>
              <a:defRPr sz="4320" b="1">
                <a:solidFill>
                  <a:srgbClr val="0C351D"/>
                </a:solidFill>
              </a:defRPr>
            </a:lvl6pPr>
            <a:lvl7pPr>
              <a:defRPr sz="4320" b="1">
                <a:solidFill>
                  <a:srgbClr val="0C351D"/>
                </a:solidFill>
              </a:defRPr>
            </a:lvl7pPr>
            <a:lvl8pPr>
              <a:defRPr sz="4320" b="1">
                <a:solidFill>
                  <a:srgbClr val="0C351D"/>
                </a:solidFill>
              </a:defRPr>
            </a:lvl8pPr>
            <a:lvl9pPr>
              <a:defRPr sz="4320" b="1">
                <a:solidFill>
                  <a:srgbClr val="0C351D"/>
                </a:solidFill>
              </a:defRPr>
            </a:lvl9pPr>
          </a:lstStyle>
          <a:p xmlns:a="http://schemas.openxmlformats.org/drawingml/2006/main">
            <a:pPr>
              <a:defRPr sz="4320" b="1">
                <a:solidFill>
                  <a:srgbClr val="0C351D"/>
                </a:solidFill>
              </a:defRPr>
            </a:pPr>
            <a:r>
              <a:rPr sz="4320" b="1">
                <a:solidFill>
                  <a:srgbClr val="0C351D"/>
                </a:solidFill>
              </a:rPr>
              <a:t>ACC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BF975E-3533-402D-A624-24698DF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8318360"/>
            <a:ext cx="137160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ABUYOG COMMUNITY COLLEGE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D323680-BE1C-4417-B6C4-86AF9E44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9827120"/>
            <a:ext cx="13716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D8E9D2"/>
                </a:solidFill>
              </a:defRPr>
            </a:defPPr>
            <a:lvl1pPr>
              <a:defRPr sz="3600" b="0">
                <a:solidFill>
                  <a:srgbClr val="D8E9D2"/>
                </a:solidFill>
              </a:defRPr>
            </a:lvl1pPr>
            <a:lvl2pPr>
              <a:defRPr sz="3600" b="0">
                <a:solidFill>
                  <a:srgbClr val="D8E9D2"/>
                </a:solidFill>
              </a:defRPr>
            </a:lvl2pPr>
            <a:lvl3pPr>
              <a:defRPr sz="3600" b="0">
                <a:solidFill>
                  <a:srgbClr val="D8E9D2"/>
                </a:solidFill>
              </a:defRPr>
            </a:lvl3pPr>
            <a:lvl4pPr>
              <a:defRPr sz="3600" b="0">
                <a:solidFill>
                  <a:srgbClr val="D8E9D2"/>
                </a:solidFill>
              </a:defRPr>
            </a:lvl4pPr>
            <a:lvl5pPr>
              <a:defRPr sz="3600" b="0">
                <a:solidFill>
                  <a:srgbClr val="D8E9D2"/>
                </a:solidFill>
              </a:defRPr>
            </a:lvl5pPr>
            <a:lvl6pPr>
              <a:defRPr sz="3600" b="0">
                <a:solidFill>
                  <a:srgbClr val="D8E9D2"/>
                </a:solidFill>
              </a:defRPr>
            </a:lvl6pPr>
            <a:lvl7pPr>
              <a:defRPr sz="3600" b="0">
                <a:solidFill>
                  <a:srgbClr val="D8E9D2"/>
                </a:solidFill>
              </a:defRPr>
            </a:lvl7pPr>
            <a:lvl8pPr>
              <a:defRPr sz="3600" b="0">
                <a:solidFill>
                  <a:srgbClr val="D8E9D2"/>
                </a:solidFill>
              </a:defRPr>
            </a:lvl8pPr>
            <a:lvl9pPr>
              <a:defRPr sz="3600" b="0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D8E9D2"/>
                </a:solidFill>
              </a:defRPr>
            </a:pPr>
            <a:r>
              <a:rPr sz="3600" b="0">
                <a:solidFill>
                  <a:srgbClr val="D8E9D2"/>
                </a:solidFill>
              </a:rPr>
              <a:t>Student Council Management System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F89321A-1E85-4F47-96DA-3BB7F38F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78249780"/>
            <a:ext cx="118872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D8E9D2"/>
                </a:solidFill>
              </a:defRPr>
            </a:defPPr>
            <a:lvl1pPr>
              <a:defRPr sz="3600" b="1">
                <a:solidFill>
                  <a:srgbClr val="D8E9D2"/>
                </a:solidFill>
              </a:defRPr>
            </a:lvl1pPr>
            <a:lvl2pPr>
              <a:defRPr sz="3600" b="1">
                <a:solidFill>
                  <a:srgbClr val="D8E9D2"/>
                </a:solidFill>
              </a:defRPr>
            </a:lvl2pPr>
            <a:lvl3pPr>
              <a:defRPr sz="3600" b="1">
                <a:solidFill>
                  <a:srgbClr val="D8E9D2"/>
                </a:solidFill>
              </a:defRPr>
            </a:lvl3pPr>
            <a:lvl4pPr>
              <a:defRPr sz="3600" b="1">
                <a:solidFill>
                  <a:srgbClr val="D8E9D2"/>
                </a:solidFill>
              </a:defRPr>
            </a:lvl4pPr>
            <a:lvl5pPr>
              <a:defRPr sz="3600" b="1">
                <a:solidFill>
                  <a:srgbClr val="D8E9D2"/>
                </a:solidFill>
              </a:defRPr>
            </a:lvl5pPr>
            <a:lvl6pPr>
              <a:defRPr sz="3600" b="1">
                <a:solidFill>
                  <a:srgbClr val="D8E9D2"/>
                </a:solidFill>
              </a:defRPr>
            </a:lvl6pPr>
            <a:lvl7pPr>
              <a:defRPr sz="3600" b="1">
                <a:solidFill>
                  <a:srgbClr val="D8E9D2"/>
                </a:solidFill>
              </a:defRPr>
            </a:lvl7pPr>
            <a:lvl8pPr>
              <a:defRPr sz="3600" b="1">
                <a:solidFill>
                  <a:srgbClr val="D8E9D2"/>
                </a:solidFill>
              </a:defRPr>
            </a:lvl8pPr>
            <a:lvl9pPr>
              <a:defRPr sz="3600" b="1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D8E9D2"/>
                </a:solidFill>
              </a:defRPr>
            </a:pPr>
            <a:r>
              <a:rPr sz="3600" b="1">
                <a:solidFill>
                  <a:srgbClr val="D8E9D2"/>
                </a:solidFill>
              </a:rPr>
              <a:t>Developed by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BCA0E95-F09D-47E7-AE79-3A6256DA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79484220"/>
            <a:ext cx="150876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0">
                <a:solidFill>
                  <a:srgbClr val="FFFFFF"/>
                </a:solidFill>
              </a:defRPr>
            </a:defPPr>
            <a:lvl1pPr>
              <a:defRPr sz="3240" b="0">
                <a:solidFill>
                  <a:srgbClr val="FFFFFF"/>
                </a:solidFill>
              </a:defRPr>
            </a:lvl1pPr>
            <a:lvl2pPr>
              <a:defRPr sz="3240" b="0">
                <a:solidFill>
                  <a:srgbClr val="FFFFFF"/>
                </a:solidFill>
              </a:defRPr>
            </a:lvl2pPr>
            <a:lvl3pPr>
              <a:defRPr sz="3240" b="0">
                <a:solidFill>
                  <a:srgbClr val="FFFFFF"/>
                </a:solidFill>
              </a:defRPr>
            </a:lvl3pPr>
            <a:lvl4pPr>
              <a:defRPr sz="3240" b="0">
                <a:solidFill>
                  <a:srgbClr val="FFFFFF"/>
                </a:solidFill>
              </a:defRPr>
            </a:lvl4pPr>
            <a:lvl5pPr>
              <a:defRPr sz="3240" b="0">
                <a:solidFill>
                  <a:srgbClr val="FFFFFF"/>
                </a:solidFill>
              </a:defRPr>
            </a:lvl5pPr>
            <a:lvl6pPr>
              <a:defRPr sz="3240" b="0">
                <a:solidFill>
                  <a:srgbClr val="FFFFFF"/>
                </a:solidFill>
              </a:defRPr>
            </a:lvl6pPr>
            <a:lvl7pPr>
              <a:defRPr sz="3240" b="0">
                <a:solidFill>
                  <a:srgbClr val="FFFFFF"/>
                </a:solidFill>
              </a:defRPr>
            </a:lvl7pPr>
            <a:lvl8pPr>
              <a:defRPr sz="3240" b="0">
                <a:solidFill>
                  <a:srgbClr val="FFFFFF"/>
                </a:solidFill>
              </a:defRPr>
            </a:lvl8pPr>
            <a:lvl9pPr>
              <a:defRPr sz="324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0">
                <a:solidFill>
                  <a:srgbClr val="FFFFFF"/>
                </a:solidFill>
              </a:defRPr>
            </a:pPr>
            <a:r>
              <a:rPr sz="3240" b="0">
                <a:solidFill>
                  <a:srgbClr val="FFFFFF"/>
                </a:solidFill>
              </a:rPr>
              <a:t>Sophia Corsiga</a:t>
            </a:r>
          </a:p>
          <a:p xmlns:a="http://schemas.openxmlformats.org/drawingml/2006/main">
            <a:pPr>
              <a:defRPr sz="3240" b="0">
                <a:solidFill>
                  <a:srgbClr val="FFFFFF"/>
                </a:solidFill>
              </a:defRPr>
            </a:pPr>
            <a:r>
              <a:rPr sz="3240" b="0">
                <a:solidFill>
                  <a:srgbClr val="FFFFFF"/>
                </a:solidFill>
              </a:rPr>
              <a:t>Princess Lhea Cominador</a:t>
            </a:r>
          </a:p>
          <a:p xmlns:a="http://schemas.openxmlformats.org/drawingml/2006/main">
            <a:pPr>
              <a:defRPr sz="3240" b="0">
                <a:solidFill>
                  <a:srgbClr val="FFFFFF"/>
                </a:solidFill>
              </a:defRPr>
            </a:pPr>
            <a:r>
              <a:rPr sz="3240" b="0">
                <a:solidFill>
                  <a:srgbClr val="FFFFFF"/>
                </a:solidFill>
              </a:rPr>
              <a:t>Evanlloyd Bandolin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BFE1FB5-E842-4599-AF0C-F0AC6CE4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82638900"/>
            <a:ext cx="137160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40" b="0">
                <a:solidFill>
                  <a:srgbClr val="FFFFFF"/>
                </a:solidFill>
              </a:defRPr>
            </a:defPPr>
            <a:lvl1pPr>
              <a:defRPr sz="3240" b="0">
                <a:solidFill>
                  <a:srgbClr val="FFFFFF"/>
                </a:solidFill>
              </a:defRPr>
            </a:lvl1pPr>
            <a:lvl2pPr>
              <a:defRPr sz="3240" b="0">
                <a:solidFill>
                  <a:srgbClr val="FFFFFF"/>
                </a:solidFill>
              </a:defRPr>
            </a:lvl2pPr>
            <a:lvl3pPr>
              <a:defRPr sz="3240" b="0">
                <a:solidFill>
                  <a:srgbClr val="FFFFFF"/>
                </a:solidFill>
              </a:defRPr>
            </a:lvl3pPr>
            <a:lvl4pPr>
              <a:defRPr sz="3240" b="0">
                <a:solidFill>
                  <a:srgbClr val="FFFFFF"/>
                </a:solidFill>
              </a:defRPr>
            </a:lvl4pPr>
            <a:lvl5pPr>
              <a:defRPr sz="3240" b="0">
                <a:solidFill>
                  <a:srgbClr val="FFFFFF"/>
                </a:solidFill>
              </a:defRPr>
            </a:lvl5pPr>
            <a:lvl6pPr>
              <a:defRPr sz="3240" b="0">
                <a:solidFill>
                  <a:srgbClr val="FFFFFF"/>
                </a:solidFill>
              </a:defRPr>
            </a:lvl6pPr>
            <a:lvl7pPr>
              <a:defRPr sz="3240" b="0">
                <a:solidFill>
                  <a:srgbClr val="FFFFFF"/>
                </a:solidFill>
              </a:defRPr>
            </a:lvl7pPr>
            <a:lvl8pPr>
              <a:defRPr sz="3240" b="0">
                <a:solidFill>
                  <a:srgbClr val="FFFFFF"/>
                </a:solidFill>
              </a:defRPr>
            </a:lvl8pPr>
            <a:lvl9pPr>
              <a:defRPr sz="324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40" b="0">
                <a:solidFill>
                  <a:srgbClr val="FFFFFF"/>
                </a:solidFill>
              </a:defRPr>
            </a:pPr>
            <a:r>
              <a:rPr sz="3240" b="0">
                <a:solidFill>
                  <a:srgbClr val="FFFFFF"/>
                </a:solidFill>
              </a:rPr>
              <a:t>Adviser: Richie A. Cabangon, MSc IT</a:t>
            </a:r>
          </a:p>
        </p:txBody>
      </p:sp>
    </p:spTree>
    <p:extLst>
      <p:ext uri="{BB962C8B-B14F-4D97-AF65-F5344CB8AC3E}">
        <p14:creationId xmlns:p14="http://schemas.microsoft.com/office/powerpoint/2010/main" val="1422886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2026-10-19T04:55:08.9670000Z</dcterms:created>
  <dcterms:modified xsi:type="dcterms:W3CDTF">2026-10-19T04:55:08.9670000Z</dcterms:modified>
</coreProperties>
</file>