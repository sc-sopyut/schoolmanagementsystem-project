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ba64aba75346f1" /><Relationship Type="http://schemas.openxmlformats.org/officeDocument/2006/relationships/extended-properties" Target="/docProps/app.xml" Id="R9346423529a84594" /><Relationship Type="http://schemas.openxmlformats.org/officeDocument/2006/relationships/officeDocument" Target="/ppt/presentation.xml" Id="R87dd362927ef4e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5e8650c34c4b65"/>
  </p:sldMasterIdLst>
  <p:notesMasterIdLst>
    <p:notesMasterId xmlns:r="http://schemas.openxmlformats.org/officeDocument/2006/relationships" r:id="R4a252501e1a04e4c"/>
  </p:notesMasterIdLst>
  <p:sldIdLst>
    <p:sldId xmlns:r="http://schemas.openxmlformats.org/officeDocument/2006/relationships" id="256" r:id="R214fc552c6364292"/>
  </p:sldIdLst>
  <p:sldSz cx="6858000" cy="121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fa5b2dfc7a4c46" /><Relationship Type="http://schemas.openxmlformats.org/officeDocument/2006/relationships/slideMaster" Target="/ppt/slideMasters/slideMaster1.xml" Id="Raa5e8650c34c4b65" /><Relationship Type="http://schemas.openxmlformats.org/officeDocument/2006/relationships/notesMaster" Target="/ppt/notesMasters/notesMaster1.xml" Id="R4a252501e1a04e4c" /><Relationship Type="http://schemas.openxmlformats.org/officeDocument/2006/relationships/presProps" Target="/ppt/presProps.xml" Id="R12e8d7c493034e72" /><Relationship Type="http://schemas.openxmlformats.org/officeDocument/2006/relationships/tableStyles" Target="/ppt/tableStyles.xml" Id="Ra7ed0982caa44ba3" /><Relationship Type="http://schemas.openxmlformats.org/officeDocument/2006/relationships/slide" Target="/ppt/slides/slide1.xml" Id="R214fc552c63642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74b2d5062849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3cbc00026f42c0" /><Relationship Type="http://schemas.openxmlformats.org/officeDocument/2006/relationships/notesMaster" Target="/ppt/notesMasters/notesMaster1.xml" Id="R66d527bae7354d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d71779fa7c44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1a6eabd2ad43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701f1a0c841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132ca6ab64a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d03f5d1e0d40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8429cc52e047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C995D7-E25B-49A3-9A11-D8E138F8C1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605867"/>
            <a:ext cx="5486400" cy="1761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A52392B-5B16-4A5E-9200-5E76093E3B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28700" y="6705600"/>
            <a:ext cx="4800600" cy="1354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C544EC-7939-4C0D-B289-6B361D0518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080000"/>
            <a:ext cx="54864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3C594D-CAC2-4A04-9C74-1F01CBDC5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5763" y="948267"/>
            <a:ext cx="6086475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D68474-26A5-4ADB-88BF-20F824B412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5763" y="3386667"/>
            <a:ext cx="608647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00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714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429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143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858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572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287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001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7C31769-81CE-4C27-BA76-584E948A78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5763" y="948267"/>
            <a:ext cx="6086475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0E3CCD-A417-41A8-83A9-500927C9A7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5763" y="3386667"/>
            <a:ext cx="282892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00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714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429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143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858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572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287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001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51E5A2-5BD9-4279-B663-1E11609731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643313" y="3386667"/>
            <a:ext cx="282892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00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714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429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143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858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572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287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001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1B4FB7-9338-4ECB-A137-389EA7B5FA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5763" y="948267"/>
            <a:ext cx="6086475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034ECA-7A45-40C7-A72A-BE7995128E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5763" y="3386667"/>
            <a:ext cx="282892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00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714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429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143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858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572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287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001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a343ad65884c2b" /><Relationship Type="http://schemas.openxmlformats.org/officeDocument/2006/relationships/slideLayout" Target="/ppt/slideLayouts/slideLayout1.xml" Id="R36fc39d53ab8459f" /><Relationship Type="http://schemas.openxmlformats.org/officeDocument/2006/relationships/slideLayout" Target="/ppt/slideLayouts/slideLayout2.xml" Id="Ra9eb36932ead4fcc" /><Relationship Type="http://schemas.openxmlformats.org/officeDocument/2006/relationships/slideLayout" Target="/ppt/slideLayouts/slideLayout3.xml" Id="R50b5a774e8a149c0" /><Relationship Type="http://schemas.openxmlformats.org/officeDocument/2006/relationships/slideLayout" Target="/ppt/slideLayouts/slideLayout4.xml" Id="Re2173a7edc8e47e9" /><Relationship Type="http://schemas.openxmlformats.org/officeDocument/2006/relationships/slideLayout" Target="/ppt/slideLayouts/slideLayout5.xml" Id="R469c3c5182c84cbf" /><Relationship Type="http://schemas.openxmlformats.org/officeDocument/2006/relationships/slideLayout" Target="/ppt/slideLayouts/slideLayout6.xml" Id="R03e3a47270ea45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fc39d53ab8459f"/>
    <p:sldLayoutId xmlns:r="http://schemas.openxmlformats.org/officeDocument/2006/relationships" id="2147483650" r:id="Ra9eb36932ead4fcc"/>
    <p:sldLayoutId xmlns:r="http://schemas.openxmlformats.org/officeDocument/2006/relationships" id="2147483651" r:id="R50b5a774e8a149c0"/>
    <p:sldLayoutId xmlns:r="http://schemas.openxmlformats.org/officeDocument/2006/relationships" id="2147483652" r:id="Re2173a7edc8e47e9"/>
    <p:sldLayoutId xmlns:r="http://schemas.openxmlformats.org/officeDocument/2006/relationships" id="2147483653" r:id="R469c3c5182c84cbf"/>
    <p:sldLayoutId xmlns:r="http://schemas.openxmlformats.org/officeDocument/2006/relationships" id="2147483654" r:id="R03e3a47270ea45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ff828ce72148f9" /><Relationship Type="http://schemas.openxmlformats.org/officeDocument/2006/relationships/notesSlide" Target="/ppt/notesSlides/notesSlide1.xml" Id="Re6dc35ec0b7144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1A9AEC3-FD33-4E85-A0B7-ED7767E2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3F5D3-061D-4300-BC34-2EE8D38C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19250"/>
            <a:ext cx="6858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FFB3A-A455-4B34-BD8E-821A13F6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685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FA46A-C599-4025-8459-ACA59225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8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B83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8EBDB-A59F-4608-8DFC-EBB974BE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590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C351D"/>
                </a:solidFill>
              </a:defRPr>
            </a:defPPr>
            <a:lvl1pPr>
              <a:defRPr sz="1050" b="1">
                <a:solidFill>
                  <a:srgbClr val="0C351D"/>
                </a:solidFill>
              </a:defRPr>
            </a:lvl1pPr>
            <a:lvl2pPr>
              <a:defRPr sz="1050" b="1">
                <a:solidFill>
                  <a:srgbClr val="0C351D"/>
                </a:solidFill>
              </a:defRPr>
            </a:lvl2pPr>
            <a:lvl3pPr>
              <a:defRPr sz="1050" b="1">
                <a:solidFill>
                  <a:srgbClr val="0C351D"/>
                </a:solidFill>
              </a:defRPr>
            </a:lvl3pPr>
            <a:lvl4pPr>
              <a:defRPr sz="1050" b="1">
                <a:solidFill>
                  <a:srgbClr val="0C351D"/>
                </a:solidFill>
              </a:defRPr>
            </a:lvl4pPr>
            <a:lvl5pPr>
              <a:defRPr sz="1050" b="1">
                <a:solidFill>
                  <a:srgbClr val="0C351D"/>
                </a:solidFill>
              </a:defRPr>
            </a:lvl5pPr>
            <a:lvl6pPr>
              <a:defRPr sz="1050" b="1">
                <a:solidFill>
                  <a:srgbClr val="0C351D"/>
                </a:solidFill>
              </a:defRPr>
            </a:lvl6pPr>
            <a:lvl7pPr>
              <a:defRPr sz="1050" b="1">
                <a:solidFill>
                  <a:srgbClr val="0C351D"/>
                </a:solidFill>
              </a:defRPr>
            </a:lvl7pPr>
            <a:lvl8pPr>
              <a:defRPr sz="1050" b="1">
                <a:solidFill>
                  <a:srgbClr val="0C351D"/>
                </a:solidFill>
              </a:defRPr>
            </a:lvl8pPr>
            <a:lvl9pPr>
              <a:defRPr sz="1050" b="1">
                <a:solidFill>
                  <a:srgbClr val="0C351D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C351D"/>
                </a:solidFill>
              </a:defRPr>
            </a:pPr>
            <a:r>
              <a:rPr sz="1050" b="1">
                <a:solidFill>
                  <a:srgbClr val="0C351D"/>
                </a:solidFill>
              </a:rPr>
              <a:t>ACC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70715-8512-40C1-AFC1-130B6B4A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ABUYOG COMMUNITY COLLEGE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B89E0-65A3-4339-9B82-06F0B666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D8E9D2"/>
                </a:solidFill>
              </a:defRPr>
            </a:defPPr>
            <a:lvl1pPr>
              <a:defRPr sz="750" b="0">
                <a:solidFill>
                  <a:srgbClr val="D8E9D2"/>
                </a:solidFill>
              </a:defRPr>
            </a:lvl1pPr>
            <a:lvl2pPr>
              <a:defRPr sz="750" b="0">
                <a:solidFill>
                  <a:srgbClr val="D8E9D2"/>
                </a:solidFill>
              </a:defRPr>
            </a:lvl2pPr>
            <a:lvl3pPr>
              <a:defRPr sz="750" b="0">
                <a:solidFill>
                  <a:srgbClr val="D8E9D2"/>
                </a:solidFill>
              </a:defRPr>
            </a:lvl3pPr>
            <a:lvl4pPr>
              <a:defRPr sz="750" b="0">
                <a:solidFill>
                  <a:srgbClr val="D8E9D2"/>
                </a:solidFill>
              </a:defRPr>
            </a:lvl4pPr>
            <a:lvl5pPr>
              <a:defRPr sz="750" b="0">
                <a:solidFill>
                  <a:srgbClr val="D8E9D2"/>
                </a:solidFill>
              </a:defRPr>
            </a:lvl5pPr>
            <a:lvl6pPr>
              <a:defRPr sz="750" b="0">
                <a:solidFill>
                  <a:srgbClr val="D8E9D2"/>
                </a:solidFill>
              </a:defRPr>
            </a:lvl6pPr>
            <a:lvl7pPr>
              <a:defRPr sz="750" b="0">
                <a:solidFill>
                  <a:srgbClr val="D8E9D2"/>
                </a:solidFill>
              </a:defRPr>
            </a:lvl7pPr>
            <a:lvl8pPr>
              <a:defRPr sz="750" b="0">
                <a:solidFill>
                  <a:srgbClr val="D8E9D2"/>
                </a:solidFill>
              </a:defRPr>
            </a:lvl8pPr>
            <a:lvl9pPr>
              <a:defRPr sz="750" b="0">
                <a:solidFill>
                  <a:srgbClr val="D8E9D2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D8E9D2"/>
                </a:solidFill>
              </a:defRPr>
            </a:pPr>
            <a:r>
              <a:rPr sz="750" b="0">
                <a:solidFill>
                  <a:srgbClr val="D8E9D2"/>
                </a:solidFill>
              </a:rPr>
              <a:t>Education for a Brighter Future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FE81F-E474-4285-A4F3-326FE7AC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953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STUDENT COUNCIL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C177E-F8DF-407E-B3D0-5E94FB4F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9675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MANAGEMENT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E877B-1B05-421E-A535-97B75CA5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85900"/>
            <a:ext cx="428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D8E9D2"/>
                </a:solidFill>
              </a:defRPr>
            </a:defPPr>
            <a:lvl1pPr>
              <a:defRPr sz="675" b="0">
                <a:solidFill>
                  <a:srgbClr val="D8E9D2"/>
                </a:solidFill>
              </a:defRPr>
            </a:lvl1pPr>
            <a:lvl2pPr>
              <a:defRPr sz="675" b="0">
                <a:solidFill>
                  <a:srgbClr val="D8E9D2"/>
                </a:solidFill>
              </a:defRPr>
            </a:lvl2pPr>
            <a:lvl3pPr>
              <a:defRPr sz="675" b="0">
                <a:solidFill>
                  <a:srgbClr val="D8E9D2"/>
                </a:solidFill>
              </a:defRPr>
            </a:lvl3pPr>
            <a:lvl4pPr>
              <a:defRPr sz="675" b="0">
                <a:solidFill>
                  <a:srgbClr val="D8E9D2"/>
                </a:solidFill>
              </a:defRPr>
            </a:lvl4pPr>
            <a:lvl5pPr>
              <a:defRPr sz="675" b="0">
                <a:solidFill>
                  <a:srgbClr val="D8E9D2"/>
                </a:solidFill>
              </a:defRPr>
            </a:lvl5pPr>
            <a:lvl6pPr>
              <a:defRPr sz="675" b="0">
                <a:solidFill>
                  <a:srgbClr val="D8E9D2"/>
                </a:solidFill>
              </a:defRPr>
            </a:lvl6pPr>
            <a:lvl7pPr>
              <a:defRPr sz="675" b="0">
                <a:solidFill>
                  <a:srgbClr val="D8E9D2"/>
                </a:solidFill>
              </a:defRPr>
            </a:lvl7pPr>
            <a:lvl8pPr>
              <a:defRPr sz="675" b="0">
                <a:solidFill>
                  <a:srgbClr val="D8E9D2"/>
                </a:solidFill>
              </a:defRPr>
            </a:lvl8pPr>
            <a:lvl9pPr>
              <a:defRPr sz="675" b="0">
                <a:solidFill>
                  <a:srgbClr val="D8E9D2"/>
                </a:solidFill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D8E9D2"/>
                </a:solidFill>
              </a:defRPr>
            </a:pPr>
            <a:r>
              <a:rPr sz="675" b="0">
                <a:solidFill>
                  <a:srgbClr val="D8E9D2"/>
                </a:solidFill>
              </a:rPr>
              <a:t>Centralized tools for council work and student participation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16001-727C-4AC3-9556-1C2D227C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5300"/>
            <a:ext cx="15811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8291C"/>
          </a:solidFill>
          <a:ln xmlns:a="http://schemas.openxmlformats.org/drawingml/2006/main" w="9525">
            <a:solidFill>
              <a:srgbClr val="72A7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92A2A-CF52-42A3-BAB3-473338C1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0075"/>
            <a:ext cx="13716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1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E2D285-E707-4F61-B912-4F6CB753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09625"/>
            <a:ext cx="447675" cy="49530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17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DCA03-E61E-497B-986E-3942684C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809625"/>
            <a:ext cx="6858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2A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B7A5C-6920-4AE9-9C85-3724261E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971550"/>
            <a:ext cx="552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5BEBF-8544-4A96-8136-8D829845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123950"/>
            <a:ext cx="6477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E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C9D3C-1603-4E24-96A0-832DBCDA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94297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FFFFFF"/>
                </a:solidFill>
              </a:defRPr>
            </a:defPPr>
            <a:lvl1pPr>
              <a:defRPr sz="675" b="1">
                <a:solidFill>
                  <a:srgbClr val="FFFFFF"/>
                </a:solidFill>
              </a:defRPr>
            </a:lvl1pPr>
            <a:lvl2pPr>
              <a:defRPr sz="675" b="1">
                <a:solidFill>
                  <a:srgbClr val="FFFFFF"/>
                </a:solidFill>
              </a:defRPr>
            </a:lvl2pPr>
            <a:lvl3pPr>
              <a:defRPr sz="675" b="1">
                <a:solidFill>
                  <a:srgbClr val="FFFFFF"/>
                </a:solidFill>
              </a:defRPr>
            </a:lvl3pPr>
            <a:lvl4pPr>
              <a:defRPr sz="675" b="1">
                <a:solidFill>
                  <a:srgbClr val="FFFFFF"/>
                </a:solidFill>
              </a:defRPr>
            </a:lvl4pPr>
            <a:lvl5pPr>
              <a:defRPr sz="675" b="1">
                <a:solidFill>
                  <a:srgbClr val="FFFFFF"/>
                </a:solidFill>
              </a:defRPr>
            </a:lvl5pPr>
            <a:lvl6pPr>
              <a:defRPr sz="675" b="1">
                <a:solidFill>
                  <a:srgbClr val="FFFFFF"/>
                </a:solidFill>
              </a:defRPr>
            </a:lvl6pPr>
            <a:lvl7pPr>
              <a:defRPr sz="675" b="1">
                <a:solidFill>
                  <a:srgbClr val="FFFFFF"/>
                </a:solidFill>
              </a:defRPr>
            </a:lvl7pPr>
            <a:lvl8pPr>
              <a:defRPr sz="675" b="1">
                <a:solidFill>
                  <a:srgbClr val="FFFFFF"/>
                </a:solidFill>
              </a:defRPr>
            </a:lvl8pPr>
            <a:lvl9pPr>
              <a:defRPr sz="6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SCM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ECFEB9-DDEC-48D6-A3EC-BEDC0CF8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971675"/>
            <a:ext cx="1524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911FE0-D990-494E-BAA6-012D48C2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105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4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FA8B56-13A6-41AA-B367-6A3DEF3B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171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594A9F-8A7C-4935-8D73-8F66BEB8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790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73A21"/>
                </a:solidFill>
              </a:defRPr>
            </a:defPPr>
            <a:lvl1pPr>
              <a:defRPr sz="975" b="1">
                <a:solidFill>
                  <a:srgbClr val="173A21"/>
                </a:solidFill>
              </a:defRPr>
            </a:lvl1pPr>
            <a:lvl2pPr>
              <a:defRPr sz="975" b="1">
                <a:solidFill>
                  <a:srgbClr val="173A21"/>
                </a:solidFill>
              </a:defRPr>
            </a:lvl2pPr>
            <a:lvl3pPr>
              <a:defRPr sz="975" b="1">
                <a:solidFill>
                  <a:srgbClr val="173A21"/>
                </a:solidFill>
              </a:defRPr>
            </a:lvl3pPr>
            <a:lvl4pPr>
              <a:defRPr sz="975" b="1">
                <a:solidFill>
                  <a:srgbClr val="173A21"/>
                </a:solidFill>
              </a:defRPr>
            </a:lvl4pPr>
            <a:lvl5pPr>
              <a:defRPr sz="975" b="1">
                <a:solidFill>
                  <a:srgbClr val="173A21"/>
                </a:solidFill>
              </a:defRPr>
            </a:lvl5pPr>
            <a:lvl6pPr>
              <a:defRPr sz="975" b="1">
                <a:solidFill>
                  <a:srgbClr val="173A21"/>
                </a:solidFill>
              </a:defRPr>
            </a:lvl6pPr>
            <a:lvl7pPr>
              <a:defRPr sz="975" b="1">
                <a:solidFill>
                  <a:srgbClr val="173A21"/>
                </a:solidFill>
              </a:defRPr>
            </a:lvl7pPr>
            <a:lvl8pPr>
              <a:defRPr sz="975" b="1">
                <a:solidFill>
                  <a:srgbClr val="173A21"/>
                </a:solidFill>
              </a:defRPr>
            </a:lvl8pPr>
            <a:lvl9pPr>
              <a:defRPr sz="975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3A21"/>
                </a:solidFill>
              </a:defRPr>
            </a:pPr>
            <a:r>
              <a:rPr sz="975" b="1">
                <a:solidFill>
                  <a:srgbClr val="173A21"/>
                </a:solidFill>
              </a:rPr>
              <a:t>Students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A45341-15C5-4CDE-A737-00A0FC70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5527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D7662"/>
                </a:solidFill>
              </a:defRPr>
            </a:defPPr>
            <a:lvl1pPr>
              <a:defRPr sz="750" b="0">
                <a:solidFill>
                  <a:srgbClr val="5D7662"/>
                </a:solidFill>
              </a:defRPr>
            </a:lvl1pPr>
            <a:lvl2pPr>
              <a:defRPr sz="750" b="0">
                <a:solidFill>
                  <a:srgbClr val="5D7662"/>
                </a:solidFill>
              </a:defRPr>
            </a:lvl2pPr>
            <a:lvl3pPr>
              <a:defRPr sz="750" b="0">
                <a:solidFill>
                  <a:srgbClr val="5D7662"/>
                </a:solidFill>
              </a:defRPr>
            </a:lvl3pPr>
            <a:lvl4pPr>
              <a:defRPr sz="750" b="0">
                <a:solidFill>
                  <a:srgbClr val="5D7662"/>
                </a:solidFill>
              </a:defRPr>
            </a:lvl4pPr>
            <a:lvl5pPr>
              <a:defRPr sz="750" b="0">
                <a:solidFill>
                  <a:srgbClr val="5D7662"/>
                </a:solidFill>
              </a:defRPr>
            </a:lvl5pPr>
            <a:lvl6pPr>
              <a:defRPr sz="750" b="0">
                <a:solidFill>
                  <a:srgbClr val="5D7662"/>
                </a:solidFill>
              </a:defRPr>
            </a:lvl6pPr>
            <a:lvl7pPr>
              <a:defRPr sz="750" b="0">
                <a:solidFill>
                  <a:srgbClr val="5D7662"/>
                </a:solidFill>
              </a:defRPr>
            </a:lvl7pPr>
            <a:lvl8pPr>
              <a:defRPr sz="750" b="0">
                <a:solidFill>
                  <a:srgbClr val="5D7662"/>
                </a:solidFill>
              </a:defRPr>
            </a:lvl8pPr>
            <a:lvl9pPr>
              <a:defRPr sz="75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D7662"/>
                </a:solidFill>
              </a:defRPr>
            </a:pPr>
            <a:r>
              <a:rPr sz="750" b="0">
                <a:solidFill>
                  <a:srgbClr val="5D7662"/>
                </a:solidFill>
              </a:rPr>
              <a:t>Events, announcements, concerns, and voting.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ACDA56-25BF-4742-9487-E5DA8D7A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971675"/>
            <a:ext cx="1524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14211-C956-4C65-9354-72D75744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05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B1A140-30F5-435E-A12B-B47A29CE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71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D8A202-E10A-42F1-8315-D6D2AE1C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33600"/>
            <a:ext cx="790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73A21"/>
                </a:solidFill>
              </a:defRPr>
            </a:defPPr>
            <a:lvl1pPr>
              <a:defRPr sz="975" b="1">
                <a:solidFill>
                  <a:srgbClr val="173A21"/>
                </a:solidFill>
              </a:defRPr>
            </a:lvl1pPr>
            <a:lvl2pPr>
              <a:defRPr sz="975" b="1">
                <a:solidFill>
                  <a:srgbClr val="173A21"/>
                </a:solidFill>
              </a:defRPr>
            </a:lvl2pPr>
            <a:lvl3pPr>
              <a:defRPr sz="975" b="1">
                <a:solidFill>
                  <a:srgbClr val="173A21"/>
                </a:solidFill>
              </a:defRPr>
            </a:lvl3pPr>
            <a:lvl4pPr>
              <a:defRPr sz="975" b="1">
                <a:solidFill>
                  <a:srgbClr val="173A21"/>
                </a:solidFill>
              </a:defRPr>
            </a:lvl4pPr>
            <a:lvl5pPr>
              <a:defRPr sz="975" b="1">
                <a:solidFill>
                  <a:srgbClr val="173A21"/>
                </a:solidFill>
              </a:defRPr>
            </a:lvl5pPr>
            <a:lvl6pPr>
              <a:defRPr sz="975" b="1">
                <a:solidFill>
                  <a:srgbClr val="173A21"/>
                </a:solidFill>
              </a:defRPr>
            </a:lvl6pPr>
            <a:lvl7pPr>
              <a:defRPr sz="975" b="1">
                <a:solidFill>
                  <a:srgbClr val="173A21"/>
                </a:solidFill>
              </a:defRPr>
            </a:lvl7pPr>
            <a:lvl8pPr>
              <a:defRPr sz="975" b="1">
                <a:solidFill>
                  <a:srgbClr val="173A21"/>
                </a:solidFill>
              </a:defRPr>
            </a:lvl8pPr>
            <a:lvl9pPr>
              <a:defRPr sz="975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3A21"/>
                </a:solidFill>
              </a:defRPr>
            </a:pPr>
            <a:r>
              <a:rPr sz="975" b="1">
                <a:solidFill>
                  <a:srgbClr val="173A21"/>
                </a:solidFill>
              </a:rPr>
              <a:t>Officers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7193BF-C590-4DCB-85DB-2F56F159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5527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D7662"/>
                </a:solidFill>
              </a:defRPr>
            </a:defPPr>
            <a:lvl1pPr>
              <a:defRPr sz="750" b="0">
                <a:solidFill>
                  <a:srgbClr val="5D7662"/>
                </a:solidFill>
              </a:defRPr>
            </a:lvl1pPr>
            <a:lvl2pPr>
              <a:defRPr sz="750" b="0">
                <a:solidFill>
                  <a:srgbClr val="5D7662"/>
                </a:solidFill>
              </a:defRPr>
            </a:lvl2pPr>
            <a:lvl3pPr>
              <a:defRPr sz="750" b="0">
                <a:solidFill>
                  <a:srgbClr val="5D7662"/>
                </a:solidFill>
              </a:defRPr>
            </a:lvl3pPr>
            <a:lvl4pPr>
              <a:defRPr sz="750" b="0">
                <a:solidFill>
                  <a:srgbClr val="5D7662"/>
                </a:solidFill>
              </a:defRPr>
            </a:lvl4pPr>
            <a:lvl5pPr>
              <a:defRPr sz="750" b="0">
                <a:solidFill>
                  <a:srgbClr val="5D7662"/>
                </a:solidFill>
              </a:defRPr>
            </a:lvl5pPr>
            <a:lvl6pPr>
              <a:defRPr sz="750" b="0">
                <a:solidFill>
                  <a:srgbClr val="5D7662"/>
                </a:solidFill>
              </a:defRPr>
            </a:lvl6pPr>
            <a:lvl7pPr>
              <a:defRPr sz="750" b="0">
                <a:solidFill>
                  <a:srgbClr val="5D7662"/>
                </a:solidFill>
              </a:defRPr>
            </a:lvl7pPr>
            <a:lvl8pPr>
              <a:defRPr sz="750" b="0">
                <a:solidFill>
                  <a:srgbClr val="5D7662"/>
                </a:solidFill>
              </a:defRPr>
            </a:lvl8pPr>
            <a:lvl9pPr>
              <a:defRPr sz="75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D7662"/>
                </a:solidFill>
              </a:defRPr>
            </a:pPr>
            <a:r>
              <a:rPr sz="750" b="0">
                <a:solidFill>
                  <a:srgbClr val="5D7662"/>
                </a:solidFill>
              </a:rPr>
              <a:t>Tasks, budgets, events, and council activities.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BFF9C2-3390-47FB-91EE-FA3723AE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71675"/>
            <a:ext cx="1524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ADD062-6379-43DA-9FFA-A956C26C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05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3A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2E867F-AA97-4906-BC2E-27847E37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71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5B4F34-0940-4BE6-9048-EC33A827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33600"/>
            <a:ext cx="790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73A21"/>
                </a:solidFill>
              </a:defRPr>
            </a:defPPr>
            <a:lvl1pPr>
              <a:defRPr sz="975" b="1">
                <a:solidFill>
                  <a:srgbClr val="173A21"/>
                </a:solidFill>
              </a:defRPr>
            </a:lvl1pPr>
            <a:lvl2pPr>
              <a:defRPr sz="975" b="1">
                <a:solidFill>
                  <a:srgbClr val="173A21"/>
                </a:solidFill>
              </a:defRPr>
            </a:lvl2pPr>
            <a:lvl3pPr>
              <a:defRPr sz="975" b="1">
                <a:solidFill>
                  <a:srgbClr val="173A21"/>
                </a:solidFill>
              </a:defRPr>
            </a:lvl3pPr>
            <a:lvl4pPr>
              <a:defRPr sz="975" b="1">
                <a:solidFill>
                  <a:srgbClr val="173A21"/>
                </a:solidFill>
              </a:defRPr>
            </a:lvl4pPr>
            <a:lvl5pPr>
              <a:defRPr sz="975" b="1">
                <a:solidFill>
                  <a:srgbClr val="173A21"/>
                </a:solidFill>
              </a:defRPr>
            </a:lvl5pPr>
            <a:lvl6pPr>
              <a:defRPr sz="975" b="1">
                <a:solidFill>
                  <a:srgbClr val="173A21"/>
                </a:solidFill>
              </a:defRPr>
            </a:lvl6pPr>
            <a:lvl7pPr>
              <a:defRPr sz="975" b="1">
                <a:solidFill>
                  <a:srgbClr val="173A21"/>
                </a:solidFill>
              </a:defRPr>
            </a:lvl7pPr>
            <a:lvl8pPr>
              <a:defRPr sz="975" b="1">
                <a:solidFill>
                  <a:srgbClr val="173A21"/>
                </a:solidFill>
              </a:defRPr>
            </a:lvl8pPr>
            <a:lvl9pPr>
              <a:defRPr sz="975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3A21"/>
                </a:solidFill>
              </a:defRPr>
            </a:pPr>
            <a:r>
              <a:rPr sz="975" b="1">
                <a:solidFill>
                  <a:srgbClr val="173A21"/>
                </a:solidFill>
              </a:rPr>
              <a:t>Administrators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7FB8D8-818E-42CC-852C-A2149323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527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D7662"/>
                </a:solidFill>
              </a:defRPr>
            </a:defPPr>
            <a:lvl1pPr>
              <a:defRPr sz="750" b="0">
                <a:solidFill>
                  <a:srgbClr val="5D7662"/>
                </a:solidFill>
              </a:defRPr>
            </a:lvl1pPr>
            <a:lvl2pPr>
              <a:defRPr sz="750" b="0">
                <a:solidFill>
                  <a:srgbClr val="5D7662"/>
                </a:solidFill>
              </a:defRPr>
            </a:lvl2pPr>
            <a:lvl3pPr>
              <a:defRPr sz="750" b="0">
                <a:solidFill>
                  <a:srgbClr val="5D7662"/>
                </a:solidFill>
              </a:defRPr>
            </a:lvl3pPr>
            <a:lvl4pPr>
              <a:defRPr sz="750" b="0">
                <a:solidFill>
                  <a:srgbClr val="5D7662"/>
                </a:solidFill>
              </a:defRPr>
            </a:lvl4pPr>
            <a:lvl5pPr>
              <a:defRPr sz="750" b="0">
                <a:solidFill>
                  <a:srgbClr val="5D7662"/>
                </a:solidFill>
              </a:defRPr>
            </a:lvl5pPr>
            <a:lvl6pPr>
              <a:defRPr sz="750" b="0">
                <a:solidFill>
                  <a:srgbClr val="5D7662"/>
                </a:solidFill>
              </a:defRPr>
            </a:lvl6pPr>
            <a:lvl7pPr>
              <a:defRPr sz="750" b="0">
                <a:solidFill>
                  <a:srgbClr val="5D7662"/>
                </a:solidFill>
              </a:defRPr>
            </a:lvl7pPr>
            <a:lvl8pPr>
              <a:defRPr sz="750" b="0">
                <a:solidFill>
                  <a:srgbClr val="5D7662"/>
                </a:solidFill>
              </a:defRPr>
            </a:lvl8pPr>
            <a:lvl9pPr>
              <a:defRPr sz="75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D7662"/>
                </a:solidFill>
              </a:defRPr>
            </a:pPr>
            <a:r>
              <a:rPr sz="750" b="0">
                <a:solidFill>
                  <a:srgbClr val="5D7662"/>
                </a:solidFill>
              </a:rPr>
              <a:t>Records, users, access, and activity review.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9608DE-C855-4E61-B8EC-E1F34369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71675"/>
            <a:ext cx="1524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A212B7-FB01-4B7B-8BBD-3C487602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105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C1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6C797D-7CAE-41C2-AD98-A8E2FC4E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171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1D2CAC-FDFF-4687-8D62-C05A7ED6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33600"/>
            <a:ext cx="790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73A21"/>
                </a:solidFill>
              </a:defRPr>
            </a:defPPr>
            <a:lvl1pPr>
              <a:defRPr sz="975" b="1">
                <a:solidFill>
                  <a:srgbClr val="173A21"/>
                </a:solidFill>
              </a:defRPr>
            </a:lvl1pPr>
            <a:lvl2pPr>
              <a:defRPr sz="975" b="1">
                <a:solidFill>
                  <a:srgbClr val="173A21"/>
                </a:solidFill>
              </a:defRPr>
            </a:lvl2pPr>
            <a:lvl3pPr>
              <a:defRPr sz="975" b="1">
                <a:solidFill>
                  <a:srgbClr val="173A21"/>
                </a:solidFill>
              </a:defRPr>
            </a:lvl3pPr>
            <a:lvl4pPr>
              <a:defRPr sz="975" b="1">
                <a:solidFill>
                  <a:srgbClr val="173A21"/>
                </a:solidFill>
              </a:defRPr>
            </a:lvl4pPr>
            <a:lvl5pPr>
              <a:defRPr sz="975" b="1">
                <a:solidFill>
                  <a:srgbClr val="173A21"/>
                </a:solidFill>
              </a:defRPr>
            </a:lvl5pPr>
            <a:lvl6pPr>
              <a:defRPr sz="975" b="1">
                <a:solidFill>
                  <a:srgbClr val="173A21"/>
                </a:solidFill>
              </a:defRPr>
            </a:lvl6pPr>
            <a:lvl7pPr>
              <a:defRPr sz="975" b="1">
                <a:solidFill>
                  <a:srgbClr val="173A21"/>
                </a:solidFill>
              </a:defRPr>
            </a:lvl7pPr>
            <a:lvl8pPr>
              <a:defRPr sz="975" b="1">
                <a:solidFill>
                  <a:srgbClr val="173A21"/>
                </a:solidFill>
              </a:defRPr>
            </a:lvl8pPr>
            <a:lvl9pPr>
              <a:defRPr sz="975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3A21"/>
                </a:solidFill>
              </a:defRPr>
            </a:pPr>
            <a:r>
              <a:rPr sz="975" b="1">
                <a:solidFill>
                  <a:srgbClr val="173A21"/>
                </a:solidFill>
              </a:rPr>
              <a:t>Role Based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EABADB-1221-4E50-9021-48C869A3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527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D7662"/>
                </a:solidFill>
              </a:defRPr>
            </a:defPPr>
            <a:lvl1pPr>
              <a:defRPr sz="750" b="0">
                <a:solidFill>
                  <a:srgbClr val="5D7662"/>
                </a:solidFill>
              </a:defRPr>
            </a:lvl1pPr>
            <a:lvl2pPr>
              <a:defRPr sz="750" b="0">
                <a:solidFill>
                  <a:srgbClr val="5D7662"/>
                </a:solidFill>
              </a:defRPr>
            </a:lvl2pPr>
            <a:lvl3pPr>
              <a:defRPr sz="750" b="0">
                <a:solidFill>
                  <a:srgbClr val="5D7662"/>
                </a:solidFill>
              </a:defRPr>
            </a:lvl3pPr>
            <a:lvl4pPr>
              <a:defRPr sz="750" b="0">
                <a:solidFill>
                  <a:srgbClr val="5D7662"/>
                </a:solidFill>
              </a:defRPr>
            </a:lvl4pPr>
            <a:lvl5pPr>
              <a:defRPr sz="750" b="0">
                <a:solidFill>
                  <a:srgbClr val="5D7662"/>
                </a:solidFill>
              </a:defRPr>
            </a:lvl5pPr>
            <a:lvl6pPr>
              <a:defRPr sz="750" b="0">
                <a:solidFill>
                  <a:srgbClr val="5D7662"/>
                </a:solidFill>
              </a:defRPr>
            </a:lvl6pPr>
            <a:lvl7pPr>
              <a:defRPr sz="750" b="0">
                <a:solidFill>
                  <a:srgbClr val="5D7662"/>
                </a:solidFill>
              </a:defRPr>
            </a:lvl7pPr>
            <a:lvl8pPr>
              <a:defRPr sz="750" b="0">
                <a:solidFill>
                  <a:srgbClr val="5D7662"/>
                </a:solidFill>
              </a:defRPr>
            </a:lvl8pPr>
            <a:lvl9pPr>
              <a:defRPr sz="75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D7662"/>
                </a:solidFill>
              </a:defRPr>
            </a:pPr>
            <a:r>
              <a:rPr sz="750" b="0">
                <a:solidFill>
                  <a:srgbClr val="5D7662"/>
                </a:solidFill>
              </a:rPr>
              <a:t>Access and actions match each user role.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CE1695-B198-4C9A-9B0D-AD77C25D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43250"/>
            <a:ext cx="6477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0C3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CB06B8-39D3-4FCD-9B42-46BA9E86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1945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SUSTAINABLE DEVELOPMENT GOALS AND SYSTEM AGENDA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4ED672-F729-4031-99C1-DA213B0A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4238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8490E5-D792-4053-9DBD-D9FDB5DE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242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73A21"/>
                </a:solidFill>
              </a:defRPr>
            </a:defPPr>
            <a:lvl1pPr>
              <a:defRPr sz="1125" b="1">
                <a:solidFill>
                  <a:srgbClr val="173A21"/>
                </a:solidFill>
              </a:defRPr>
            </a:lvl1pPr>
            <a:lvl2pPr>
              <a:defRPr sz="1125" b="1">
                <a:solidFill>
                  <a:srgbClr val="173A21"/>
                </a:solidFill>
              </a:defRPr>
            </a:lvl2pPr>
            <a:lvl3pPr>
              <a:defRPr sz="1125" b="1">
                <a:solidFill>
                  <a:srgbClr val="173A21"/>
                </a:solidFill>
              </a:defRPr>
            </a:lvl3pPr>
            <a:lvl4pPr>
              <a:defRPr sz="1125" b="1">
                <a:solidFill>
                  <a:srgbClr val="173A21"/>
                </a:solidFill>
              </a:defRPr>
            </a:lvl4pPr>
            <a:lvl5pPr>
              <a:defRPr sz="1125" b="1">
                <a:solidFill>
                  <a:srgbClr val="173A21"/>
                </a:solidFill>
              </a:defRPr>
            </a:lvl5pPr>
            <a:lvl6pPr>
              <a:defRPr sz="1125" b="1">
                <a:solidFill>
                  <a:srgbClr val="173A21"/>
                </a:solidFill>
              </a:defRPr>
            </a:lvl6pPr>
            <a:lvl7pPr>
              <a:defRPr sz="1125" b="1">
                <a:solidFill>
                  <a:srgbClr val="173A21"/>
                </a:solidFill>
              </a:defRPr>
            </a:lvl7pPr>
            <a:lvl8pPr>
              <a:defRPr sz="1125" b="1">
                <a:solidFill>
                  <a:srgbClr val="173A21"/>
                </a:solidFill>
              </a:defRPr>
            </a:lvl8pPr>
            <a:lvl9pPr>
              <a:defRPr sz="1125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3A21"/>
                </a:solidFill>
              </a:defRPr>
            </a:pPr>
            <a:r>
              <a:rPr sz="1125" b="1">
                <a:solidFill>
                  <a:srgbClr val="173A21"/>
                </a:solidFill>
              </a:rPr>
              <a:t>Sustainable Development Goals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94AA55-D0B9-4B39-9914-F1F6CFF6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62400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D7662"/>
                </a:solidFill>
              </a:defRPr>
            </a:defPPr>
            <a:lvl1pPr>
              <a:defRPr sz="750" b="0">
                <a:solidFill>
                  <a:srgbClr val="5D7662"/>
                </a:solidFill>
              </a:defRPr>
            </a:lvl1pPr>
            <a:lvl2pPr>
              <a:defRPr sz="750" b="0">
                <a:solidFill>
                  <a:srgbClr val="5D7662"/>
                </a:solidFill>
              </a:defRPr>
            </a:lvl2pPr>
            <a:lvl3pPr>
              <a:defRPr sz="750" b="0">
                <a:solidFill>
                  <a:srgbClr val="5D7662"/>
                </a:solidFill>
              </a:defRPr>
            </a:lvl3pPr>
            <a:lvl4pPr>
              <a:defRPr sz="750" b="0">
                <a:solidFill>
                  <a:srgbClr val="5D7662"/>
                </a:solidFill>
              </a:defRPr>
            </a:lvl4pPr>
            <a:lvl5pPr>
              <a:defRPr sz="750" b="0">
                <a:solidFill>
                  <a:srgbClr val="5D7662"/>
                </a:solidFill>
              </a:defRPr>
            </a:lvl5pPr>
            <a:lvl6pPr>
              <a:defRPr sz="750" b="0">
                <a:solidFill>
                  <a:srgbClr val="5D7662"/>
                </a:solidFill>
              </a:defRPr>
            </a:lvl6pPr>
            <a:lvl7pPr>
              <a:defRPr sz="750" b="0">
                <a:solidFill>
                  <a:srgbClr val="5D7662"/>
                </a:solidFill>
              </a:defRPr>
            </a:lvl7pPr>
            <a:lvl8pPr>
              <a:defRPr sz="750" b="0">
                <a:solidFill>
                  <a:srgbClr val="5D7662"/>
                </a:solidFill>
              </a:defRPr>
            </a:lvl8pPr>
            <a:lvl9pPr>
              <a:defRPr sz="75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D7662"/>
                </a:solidFill>
              </a:defRPr>
            </a:pPr>
            <a:r>
              <a:rPr sz="750" b="0">
                <a:solidFill>
                  <a:srgbClr val="5D7662"/>
                </a:solidFill>
              </a:rPr>
              <a:t>Relevant SDGs for the project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F60B50-2252-4F77-910D-83303EFE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67200"/>
            <a:ext cx="571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51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5CA9F0-BE00-4368-B7B2-14E066BC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343400"/>
            <a:ext cx="571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FFFFFF"/>
                </a:solidFill>
              </a:defRPr>
            </a:defPPr>
            <a:lvl1pPr>
              <a:defRPr sz="675" b="1">
                <a:solidFill>
                  <a:srgbClr val="FFFFFF"/>
                </a:solidFill>
              </a:defRPr>
            </a:lvl1pPr>
            <a:lvl2pPr>
              <a:defRPr sz="675" b="1">
                <a:solidFill>
                  <a:srgbClr val="FFFFFF"/>
                </a:solidFill>
              </a:defRPr>
            </a:lvl2pPr>
            <a:lvl3pPr>
              <a:defRPr sz="675" b="1">
                <a:solidFill>
                  <a:srgbClr val="FFFFFF"/>
                </a:solidFill>
              </a:defRPr>
            </a:lvl3pPr>
            <a:lvl4pPr>
              <a:defRPr sz="675" b="1">
                <a:solidFill>
                  <a:srgbClr val="FFFFFF"/>
                </a:solidFill>
              </a:defRPr>
            </a:lvl4pPr>
            <a:lvl5pPr>
              <a:defRPr sz="675" b="1">
                <a:solidFill>
                  <a:srgbClr val="FFFFFF"/>
                </a:solidFill>
              </a:defRPr>
            </a:lvl5pPr>
            <a:lvl6pPr>
              <a:defRPr sz="675" b="1">
                <a:solidFill>
                  <a:srgbClr val="FFFFFF"/>
                </a:solidFill>
              </a:defRPr>
            </a:lvl6pPr>
            <a:lvl7pPr>
              <a:defRPr sz="675" b="1">
                <a:solidFill>
                  <a:srgbClr val="FFFFFF"/>
                </a:solidFill>
              </a:defRPr>
            </a:lvl7pPr>
            <a:lvl8pPr>
              <a:defRPr sz="675" b="1">
                <a:solidFill>
                  <a:srgbClr val="FFFFFF"/>
                </a:solidFill>
              </a:defRPr>
            </a:lvl8pPr>
            <a:lvl9pPr>
              <a:defRPr sz="6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SDG 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5DF329-D97F-4CB1-93EC-6ACFB76F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33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" b="1">
                <a:solidFill>
                  <a:srgbClr val="FFFFFF"/>
                </a:solidFill>
              </a:defRPr>
            </a:defPPr>
            <a:lvl1pPr>
              <a:defRPr sz="525" b="1">
                <a:solidFill>
                  <a:srgbClr val="FFFFFF"/>
                </a:solidFill>
              </a:defRPr>
            </a:lvl1pPr>
            <a:lvl2pPr>
              <a:defRPr sz="525" b="1">
                <a:solidFill>
                  <a:srgbClr val="FFFFFF"/>
                </a:solidFill>
              </a:defRPr>
            </a:lvl2pPr>
            <a:lvl3pPr>
              <a:defRPr sz="525" b="1">
                <a:solidFill>
                  <a:srgbClr val="FFFFFF"/>
                </a:solidFill>
              </a:defRPr>
            </a:lvl3pPr>
            <a:lvl4pPr>
              <a:defRPr sz="525" b="1">
                <a:solidFill>
                  <a:srgbClr val="FFFFFF"/>
                </a:solidFill>
              </a:defRPr>
            </a:lvl4pPr>
            <a:lvl5pPr>
              <a:defRPr sz="525" b="1">
                <a:solidFill>
                  <a:srgbClr val="FFFFFF"/>
                </a:solidFill>
              </a:defRPr>
            </a:lvl5pPr>
            <a:lvl6pPr>
              <a:defRPr sz="525" b="1">
                <a:solidFill>
                  <a:srgbClr val="FFFFFF"/>
                </a:solidFill>
              </a:defRPr>
            </a:lvl6pPr>
            <a:lvl7pPr>
              <a:defRPr sz="525" b="1">
                <a:solidFill>
                  <a:srgbClr val="FFFFFF"/>
                </a:solidFill>
              </a:defRPr>
            </a:lvl7pPr>
            <a:lvl8pPr>
              <a:defRPr sz="525" b="1">
                <a:solidFill>
                  <a:srgbClr val="FFFFFF"/>
                </a:solidFill>
              </a:defRPr>
            </a:lvl8pPr>
            <a:lvl9pPr>
              <a:defRPr sz="5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25" b="1">
                <a:solidFill>
                  <a:srgbClr val="FFFFFF"/>
                </a:solidFill>
              </a:defRPr>
            </a:pPr>
            <a:r>
              <a:rPr sz="525" b="1">
                <a:solidFill>
                  <a:srgbClr val="FFFFFF"/>
                </a:solidFill>
              </a:rPr>
              <a:t>Quality Education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AB21EB-67DA-4155-84BF-5D796B59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267200"/>
            <a:ext cx="571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A21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2CE8ED-5D9C-4CC9-8C3E-16E1843F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571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FFFFFF"/>
                </a:solidFill>
              </a:defRPr>
            </a:defPPr>
            <a:lvl1pPr>
              <a:defRPr sz="675" b="1">
                <a:solidFill>
                  <a:srgbClr val="FFFFFF"/>
                </a:solidFill>
              </a:defRPr>
            </a:lvl1pPr>
            <a:lvl2pPr>
              <a:defRPr sz="675" b="1">
                <a:solidFill>
                  <a:srgbClr val="FFFFFF"/>
                </a:solidFill>
              </a:defRPr>
            </a:lvl2pPr>
            <a:lvl3pPr>
              <a:defRPr sz="675" b="1">
                <a:solidFill>
                  <a:srgbClr val="FFFFFF"/>
                </a:solidFill>
              </a:defRPr>
            </a:lvl3pPr>
            <a:lvl4pPr>
              <a:defRPr sz="675" b="1">
                <a:solidFill>
                  <a:srgbClr val="FFFFFF"/>
                </a:solidFill>
              </a:defRPr>
            </a:lvl4pPr>
            <a:lvl5pPr>
              <a:defRPr sz="675" b="1">
                <a:solidFill>
                  <a:srgbClr val="FFFFFF"/>
                </a:solidFill>
              </a:defRPr>
            </a:lvl5pPr>
            <a:lvl6pPr>
              <a:defRPr sz="675" b="1">
                <a:solidFill>
                  <a:srgbClr val="FFFFFF"/>
                </a:solidFill>
              </a:defRPr>
            </a:lvl6pPr>
            <a:lvl7pPr>
              <a:defRPr sz="675" b="1">
                <a:solidFill>
                  <a:srgbClr val="FFFFFF"/>
                </a:solidFill>
              </a:defRPr>
            </a:lvl7pPr>
            <a:lvl8pPr>
              <a:defRPr sz="675" b="1">
                <a:solidFill>
                  <a:srgbClr val="FFFFFF"/>
                </a:solidFill>
              </a:defRPr>
            </a:lvl8pPr>
            <a:lvl9pPr>
              <a:defRPr sz="6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SDG 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285898-F37C-4584-B9FC-F9D0C475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33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" b="1">
                <a:solidFill>
                  <a:srgbClr val="FFFFFF"/>
                </a:solidFill>
              </a:defRPr>
            </a:defPPr>
            <a:lvl1pPr>
              <a:defRPr sz="525" b="1">
                <a:solidFill>
                  <a:srgbClr val="FFFFFF"/>
                </a:solidFill>
              </a:defRPr>
            </a:lvl1pPr>
            <a:lvl2pPr>
              <a:defRPr sz="525" b="1">
                <a:solidFill>
                  <a:srgbClr val="FFFFFF"/>
                </a:solidFill>
              </a:defRPr>
            </a:lvl2pPr>
            <a:lvl3pPr>
              <a:defRPr sz="525" b="1">
                <a:solidFill>
                  <a:srgbClr val="FFFFFF"/>
                </a:solidFill>
              </a:defRPr>
            </a:lvl3pPr>
            <a:lvl4pPr>
              <a:defRPr sz="525" b="1">
                <a:solidFill>
                  <a:srgbClr val="FFFFFF"/>
                </a:solidFill>
              </a:defRPr>
            </a:lvl4pPr>
            <a:lvl5pPr>
              <a:defRPr sz="525" b="1">
                <a:solidFill>
                  <a:srgbClr val="FFFFFF"/>
                </a:solidFill>
              </a:defRPr>
            </a:lvl5pPr>
            <a:lvl6pPr>
              <a:defRPr sz="525" b="1">
                <a:solidFill>
                  <a:srgbClr val="FFFFFF"/>
                </a:solidFill>
              </a:defRPr>
            </a:lvl6pPr>
            <a:lvl7pPr>
              <a:defRPr sz="525" b="1">
                <a:solidFill>
                  <a:srgbClr val="FFFFFF"/>
                </a:solidFill>
              </a:defRPr>
            </a:lvl7pPr>
            <a:lvl8pPr>
              <a:defRPr sz="525" b="1">
                <a:solidFill>
                  <a:srgbClr val="FFFFFF"/>
                </a:solidFill>
              </a:defRPr>
            </a:lvl8pPr>
            <a:lvl9pPr>
              <a:defRPr sz="5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25" b="1">
                <a:solidFill>
                  <a:srgbClr val="FFFFFF"/>
                </a:solidFill>
              </a:defRPr>
            </a:pPr>
            <a:r>
              <a:rPr sz="525" b="1">
                <a:solidFill>
                  <a:srgbClr val="FFFFFF"/>
                </a:solidFill>
              </a:rPr>
              <a:t>Decent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5AEDFB-A260-4E76-88E0-DB96A056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571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D69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5AD33F-4553-4AA2-9FC6-2F969302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43400"/>
            <a:ext cx="571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FFFFFF"/>
                </a:solidFill>
              </a:defRPr>
            </a:defPPr>
            <a:lvl1pPr>
              <a:defRPr sz="675" b="1">
                <a:solidFill>
                  <a:srgbClr val="FFFFFF"/>
                </a:solidFill>
              </a:defRPr>
            </a:lvl1pPr>
            <a:lvl2pPr>
              <a:defRPr sz="675" b="1">
                <a:solidFill>
                  <a:srgbClr val="FFFFFF"/>
                </a:solidFill>
              </a:defRPr>
            </a:lvl2pPr>
            <a:lvl3pPr>
              <a:defRPr sz="675" b="1">
                <a:solidFill>
                  <a:srgbClr val="FFFFFF"/>
                </a:solidFill>
              </a:defRPr>
            </a:lvl3pPr>
            <a:lvl4pPr>
              <a:defRPr sz="675" b="1">
                <a:solidFill>
                  <a:srgbClr val="FFFFFF"/>
                </a:solidFill>
              </a:defRPr>
            </a:lvl4pPr>
            <a:lvl5pPr>
              <a:defRPr sz="675" b="1">
                <a:solidFill>
                  <a:srgbClr val="FFFFFF"/>
                </a:solidFill>
              </a:defRPr>
            </a:lvl5pPr>
            <a:lvl6pPr>
              <a:defRPr sz="675" b="1">
                <a:solidFill>
                  <a:srgbClr val="FFFFFF"/>
                </a:solidFill>
              </a:defRPr>
            </a:lvl6pPr>
            <a:lvl7pPr>
              <a:defRPr sz="675" b="1">
                <a:solidFill>
                  <a:srgbClr val="FFFFFF"/>
                </a:solidFill>
              </a:defRPr>
            </a:lvl7pPr>
            <a:lvl8pPr>
              <a:defRPr sz="675" b="1">
                <a:solidFill>
                  <a:srgbClr val="FFFFFF"/>
                </a:solidFill>
              </a:defRPr>
            </a:lvl8pPr>
            <a:lvl9pPr>
              <a:defRPr sz="6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SDG 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167021-307B-4EDD-996A-59D113AD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33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" b="1">
                <a:solidFill>
                  <a:srgbClr val="FFFFFF"/>
                </a:solidFill>
              </a:defRPr>
            </a:defPPr>
            <a:lvl1pPr>
              <a:defRPr sz="525" b="1">
                <a:solidFill>
                  <a:srgbClr val="FFFFFF"/>
                </a:solidFill>
              </a:defRPr>
            </a:lvl1pPr>
            <a:lvl2pPr>
              <a:defRPr sz="525" b="1">
                <a:solidFill>
                  <a:srgbClr val="FFFFFF"/>
                </a:solidFill>
              </a:defRPr>
            </a:lvl2pPr>
            <a:lvl3pPr>
              <a:defRPr sz="525" b="1">
                <a:solidFill>
                  <a:srgbClr val="FFFFFF"/>
                </a:solidFill>
              </a:defRPr>
            </a:lvl3pPr>
            <a:lvl4pPr>
              <a:defRPr sz="525" b="1">
                <a:solidFill>
                  <a:srgbClr val="FFFFFF"/>
                </a:solidFill>
              </a:defRPr>
            </a:lvl4pPr>
            <a:lvl5pPr>
              <a:defRPr sz="525" b="1">
                <a:solidFill>
                  <a:srgbClr val="FFFFFF"/>
                </a:solidFill>
              </a:defRPr>
            </a:lvl5pPr>
            <a:lvl6pPr>
              <a:defRPr sz="525" b="1">
                <a:solidFill>
                  <a:srgbClr val="FFFFFF"/>
                </a:solidFill>
              </a:defRPr>
            </a:lvl6pPr>
            <a:lvl7pPr>
              <a:defRPr sz="525" b="1">
                <a:solidFill>
                  <a:srgbClr val="FFFFFF"/>
                </a:solidFill>
              </a:defRPr>
            </a:lvl7pPr>
            <a:lvl8pPr>
              <a:defRPr sz="525" b="1">
                <a:solidFill>
                  <a:srgbClr val="FFFFFF"/>
                </a:solidFill>
              </a:defRPr>
            </a:lvl8pPr>
            <a:lvl9pPr>
              <a:defRPr sz="5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25" b="1">
                <a:solidFill>
                  <a:srgbClr val="FFFFFF"/>
                </a:solidFill>
              </a:defRPr>
            </a:pPr>
            <a:r>
              <a:rPr sz="525" b="1">
                <a:solidFill>
                  <a:srgbClr val="FFFFFF"/>
                </a:solidFill>
              </a:rPr>
              <a:t>Innovation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6171CD-739A-4F2B-87F8-BC35252F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267200"/>
            <a:ext cx="571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1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89EA88-C6CE-48BD-8649-5DF901AC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343400"/>
            <a:ext cx="571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FFFFFF"/>
                </a:solidFill>
              </a:defRPr>
            </a:defPPr>
            <a:lvl1pPr>
              <a:defRPr sz="675" b="1">
                <a:solidFill>
                  <a:srgbClr val="FFFFFF"/>
                </a:solidFill>
              </a:defRPr>
            </a:lvl1pPr>
            <a:lvl2pPr>
              <a:defRPr sz="675" b="1">
                <a:solidFill>
                  <a:srgbClr val="FFFFFF"/>
                </a:solidFill>
              </a:defRPr>
            </a:lvl2pPr>
            <a:lvl3pPr>
              <a:defRPr sz="675" b="1">
                <a:solidFill>
                  <a:srgbClr val="FFFFFF"/>
                </a:solidFill>
              </a:defRPr>
            </a:lvl3pPr>
            <a:lvl4pPr>
              <a:defRPr sz="675" b="1">
                <a:solidFill>
                  <a:srgbClr val="FFFFFF"/>
                </a:solidFill>
              </a:defRPr>
            </a:lvl4pPr>
            <a:lvl5pPr>
              <a:defRPr sz="675" b="1">
                <a:solidFill>
                  <a:srgbClr val="FFFFFF"/>
                </a:solidFill>
              </a:defRPr>
            </a:lvl5pPr>
            <a:lvl6pPr>
              <a:defRPr sz="675" b="1">
                <a:solidFill>
                  <a:srgbClr val="FFFFFF"/>
                </a:solidFill>
              </a:defRPr>
            </a:lvl6pPr>
            <a:lvl7pPr>
              <a:defRPr sz="675" b="1">
                <a:solidFill>
                  <a:srgbClr val="FFFFFF"/>
                </a:solidFill>
              </a:defRPr>
            </a:lvl7pPr>
            <a:lvl8pPr>
              <a:defRPr sz="675" b="1">
                <a:solidFill>
                  <a:srgbClr val="FFFFFF"/>
                </a:solidFill>
              </a:defRPr>
            </a:lvl8pPr>
            <a:lvl9pPr>
              <a:defRPr sz="6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SDG 10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E15965-218B-4256-AE2D-19037690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33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" b="1">
                <a:solidFill>
                  <a:srgbClr val="FFFFFF"/>
                </a:solidFill>
              </a:defRPr>
            </a:defPPr>
            <a:lvl1pPr>
              <a:defRPr sz="525" b="1">
                <a:solidFill>
                  <a:srgbClr val="FFFFFF"/>
                </a:solidFill>
              </a:defRPr>
            </a:lvl1pPr>
            <a:lvl2pPr>
              <a:defRPr sz="525" b="1">
                <a:solidFill>
                  <a:srgbClr val="FFFFFF"/>
                </a:solidFill>
              </a:defRPr>
            </a:lvl2pPr>
            <a:lvl3pPr>
              <a:defRPr sz="525" b="1">
                <a:solidFill>
                  <a:srgbClr val="FFFFFF"/>
                </a:solidFill>
              </a:defRPr>
            </a:lvl3pPr>
            <a:lvl4pPr>
              <a:defRPr sz="525" b="1">
                <a:solidFill>
                  <a:srgbClr val="FFFFFF"/>
                </a:solidFill>
              </a:defRPr>
            </a:lvl4pPr>
            <a:lvl5pPr>
              <a:defRPr sz="525" b="1">
                <a:solidFill>
                  <a:srgbClr val="FFFFFF"/>
                </a:solidFill>
              </a:defRPr>
            </a:lvl5pPr>
            <a:lvl6pPr>
              <a:defRPr sz="525" b="1">
                <a:solidFill>
                  <a:srgbClr val="FFFFFF"/>
                </a:solidFill>
              </a:defRPr>
            </a:lvl6pPr>
            <a:lvl7pPr>
              <a:defRPr sz="525" b="1">
                <a:solidFill>
                  <a:srgbClr val="FFFFFF"/>
                </a:solidFill>
              </a:defRPr>
            </a:lvl7pPr>
            <a:lvl8pPr>
              <a:defRPr sz="525" b="1">
                <a:solidFill>
                  <a:srgbClr val="FFFFFF"/>
                </a:solidFill>
              </a:defRPr>
            </a:lvl8pPr>
            <a:lvl9pPr>
              <a:defRPr sz="5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25" b="1">
                <a:solidFill>
                  <a:srgbClr val="FFFFFF"/>
                </a:solidFill>
              </a:defRPr>
            </a:pPr>
            <a:r>
              <a:rPr sz="525" b="1">
                <a:solidFill>
                  <a:srgbClr val="FFFFFF"/>
                </a:solidFill>
              </a:rPr>
              <a:t>Reduced Inequalities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3163F6-2D7B-4F52-AFB2-53EB3E55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67200"/>
            <a:ext cx="571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068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CA3D962-E784-49DB-9372-409C6284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43400"/>
            <a:ext cx="571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FFFFFF"/>
                </a:solidFill>
              </a:defRPr>
            </a:defPPr>
            <a:lvl1pPr>
              <a:defRPr sz="675" b="1">
                <a:solidFill>
                  <a:srgbClr val="FFFFFF"/>
                </a:solidFill>
              </a:defRPr>
            </a:lvl1pPr>
            <a:lvl2pPr>
              <a:defRPr sz="675" b="1">
                <a:solidFill>
                  <a:srgbClr val="FFFFFF"/>
                </a:solidFill>
              </a:defRPr>
            </a:lvl2pPr>
            <a:lvl3pPr>
              <a:defRPr sz="675" b="1">
                <a:solidFill>
                  <a:srgbClr val="FFFFFF"/>
                </a:solidFill>
              </a:defRPr>
            </a:lvl3pPr>
            <a:lvl4pPr>
              <a:defRPr sz="675" b="1">
                <a:solidFill>
                  <a:srgbClr val="FFFFFF"/>
                </a:solidFill>
              </a:defRPr>
            </a:lvl4pPr>
            <a:lvl5pPr>
              <a:defRPr sz="675" b="1">
                <a:solidFill>
                  <a:srgbClr val="FFFFFF"/>
                </a:solidFill>
              </a:defRPr>
            </a:lvl5pPr>
            <a:lvl6pPr>
              <a:defRPr sz="675" b="1">
                <a:solidFill>
                  <a:srgbClr val="FFFFFF"/>
                </a:solidFill>
              </a:defRPr>
            </a:lvl6pPr>
            <a:lvl7pPr>
              <a:defRPr sz="675" b="1">
                <a:solidFill>
                  <a:srgbClr val="FFFFFF"/>
                </a:solidFill>
              </a:defRPr>
            </a:lvl7pPr>
            <a:lvl8pPr>
              <a:defRPr sz="675" b="1">
                <a:solidFill>
                  <a:srgbClr val="FFFFFF"/>
                </a:solidFill>
              </a:defRPr>
            </a:lvl8pPr>
            <a:lvl9pPr>
              <a:defRPr sz="6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SDG 16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9B288BF-C704-40B4-8EF3-DAB88488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33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" b="1">
                <a:solidFill>
                  <a:srgbClr val="FFFFFF"/>
                </a:solidFill>
              </a:defRPr>
            </a:defPPr>
            <a:lvl1pPr>
              <a:defRPr sz="525" b="1">
                <a:solidFill>
                  <a:srgbClr val="FFFFFF"/>
                </a:solidFill>
              </a:defRPr>
            </a:lvl1pPr>
            <a:lvl2pPr>
              <a:defRPr sz="525" b="1">
                <a:solidFill>
                  <a:srgbClr val="FFFFFF"/>
                </a:solidFill>
              </a:defRPr>
            </a:lvl2pPr>
            <a:lvl3pPr>
              <a:defRPr sz="525" b="1">
                <a:solidFill>
                  <a:srgbClr val="FFFFFF"/>
                </a:solidFill>
              </a:defRPr>
            </a:lvl3pPr>
            <a:lvl4pPr>
              <a:defRPr sz="525" b="1">
                <a:solidFill>
                  <a:srgbClr val="FFFFFF"/>
                </a:solidFill>
              </a:defRPr>
            </a:lvl4pPr>
            <a:lvl5pPr>
              <a:defRPr sz="525" b="1">
                <a:solidFill>
                  <a:srgbClr val="FFFFFF"/>
                </a:solidFill>
              </a:defRPr>
            </a:lvl5pPr>
            <a:lvl6pPr>
              <a:defRPr sz="525" b="1">
                <a:solidFill>
                  <a:srgbClr val="FFFFFF"/>
                </a:solidFill>
              </a:defRPr>
            </a:lvl6pPr>
            <a:lvl7pPr>
              <a:defRPr sz="525" b="1">
                <a:solidFill>
                  <a:srgbClr val="FFFFFF"/>
                </a:solidFill>
              </a:defRPr>
            </a:lvl7pPr>
            <a:lvl8pPr>
              <a:defRPr sz="525" b="1">
                <a:solidFill>
                  <a:srgbClr val="FFFFFF"/>
                </a:solidFill>
              </a:defRPr>
            </a:lvl8pPr>
            <a:lvl9pPr>
              <a:defRPr sz="5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25" b="1">
                <a:solidFill>
                  <a:srgbClr val="FFFFFF"/>
                </a:solidFill>
              </a:defRPr>
            </a:pPr>
            <a:r>
              <a:rPr sz="525" b="1">
                <a:solidFill>
                  <a:srgbClr val="FFFFFF"/>
                </a:solidFill>
              </a:rPr>
              <a:t>Strong Institutions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D46DD6-C074-4489-9755-80BFDACE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267200"/>
            <a:ext cx="571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94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28E7E1-F5C8-4BBA-B293-4BFA7A7A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343400"/>
            <a:ext cx="571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FFFFFF"/>
                </a:solidFill>
              </a:defRPr>
            </a:defPPr>
            <a:lvl1pPr>
              <a:defRPr sz="675" b="1">
                <a:solidFill>
                  <a:srgbClr val="FFFFFF"/>
                </a:solidFill>
              </a:defRPr>
            </a:lvl1pPr>
            <a:lvl2pPr>
              <a:defRPr sz="675" b="1">
                <a:solidFill>
                  <a:srgbClr val="FFFFFF"/>
                </a:solidFill>
              </a:defRPr>
            </a:lvl2pPr>
            <a:lvl3pPr>
              <a:defRPr sz="675" b="1">
                <a:solidFill>
                  <a:srgbClr val="FFFFFF"/>
                </a:solidFill>
              </a:defRPr>
            </a:lvl3pPr>
            <a:lvl4pPr>
              <a:defRPr sz="675" b="1">
                <a:solidFill>
                  <a:srgbClr val="FFFFFF"/>
                </a:solidFill>
              </a:defRPr>
            </a:lvl4pPr>
            <a:lvl5pPr>
              <a:defRPr sz="675" b="1">
                <a:solidFill>
                  <a:srgbClr val="FFFFFF"/>
                </a:solidFill>
              </a:defRPr>
            </a:lvl5pPr>
            <a:lvl6pPr>
              <a:defRPr sz="675" b="1">
                <a:solidFill>
                  <a:srgbClr val="FFFFFF"/>
                </a:solidFill>
              </a:defRPr>
            </a:lvl6pPr>
            <a:lvl7pPr>
              <a:defRPr sz="675" b="1">
                <a:solidFill>
                  <a:srgbClr val="FFFFFF"/>
                </a:solidFill>
              </a:defRPr>
            </a:lvl7pPr>
            <a:lvl8pPr>
              <a:defRPr sz="675" b="1">
                <a:solidFill>
                  <a:srgbClr val="FFFFFF"/>
                </a:solidFill>
              </a:defRPr>
            </a:lvl8pPr>
            <a:lvl9pPr>
              <a:defRPr sz="6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SDG 17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ECE9DEE-915A-48B0-9B03-201B0712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33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" b="1">
                <a:solidFill>
                  <a:srgbClr val="FFFFFF"/>
                </a:solidFill>
              </a:defRPr>
            </a:defPPr>
            <a:lvl1pPr>
              <a:defRPr sz="525" b="1">
                <a:solidFill>
                  <a:srgbClr val="FFFFFF"/>
                </a:solidFill>
              </a:defRPr>
            </a:lvl1pPr>
            <a:lvl2pPr>
              <a:defRPr sz="525" b="1">
                <a:solidFill>
                  <a:srgbClr val="FFFFFF"/>
                </a:solidFill>
              </a:defRPr>
            </a:lvl2pPr>
            <a:lvl3pPr>
              <a:defRPr sz="525" b="1">
                <a:solidFill>
                  <a:srgbClr val="FFFFFF"/>
                </a:solidFill>
              </a:defRPr>
            </a:lvl3pPr>
            <a:lvl4pPr>
              <a:defRPr sz="525" b="1">
                <a:solidFill>
                  <a:srgbClr val="FFFFFF"/>
                </a:solidFill>
              </a:defRPr>
            </a:lvl4pPr>
            <a:lvl5pPr>
              <a:defRPr sz="525" b="1">
                <a:solidFill>
                  <a:srgbClr val="FFFFFF"/>
                </a:solidFill>
              </a:defRPr>
            </a:lvl5pPr>
            <a:lvl6pPr>
              <a:defRPr sz="525" b="1">
                <a:solidFill>
                  <a:srgbClr val="FFFFFF"/>
                </a:solidFill>
              </a:defRPr>
            </a:lvl6pPr>
            <a:lvl7pPr>
              <a:defRPr sz="525" b="1">
                <a:solidFill>
                  <a:srgbClr val="FFFFFF"/>
                </a:solidFill>
              </a:defRPr>
            </a:lvl7pPr>
            <a:lvl8pPr>
              <a:defRPr sz="525" b="1">
                <a:solidFill>
                  <a:srgbClr val="FFFFFF"/>
                </a:solidFill>
              </a:defRPr>
            </a:lvl8pPr>
            <a:lvl9pPr>
              <a:defRPr sz="5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25" b="1">
                <a:solidFill>
                  <a:srgbClr val="FFFFFF"/>
                </a:solidFill>
              </a:defRPr>
            </a:pPr>
            <a:r>
              <a:rPr sz="525" b="1">
                <a:solidFill>
                  <a:srgbClr val="FFFFFF"/>
                </a:solidFill>
              </a:rPr>
              <a:t>Partnerships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9F370AB-2629-427F-9689-72233F4E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71875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1E4"/>
          </a:solidFill>
          <a:ln xmlns:a="http://schemas.openxmlformats.org/drawingml/2006/main" w="9525">
            <a:solidFill>
              <a:srgbClr val="D6E6D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6B01645-8307-432F-8633-5A69FD87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7242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73A21"/>
                </a:solidFill>
              </a:defRPr>
            </a:defPPr>
            <a:lvl1pPr>
              <a:defRPr sz="1125" b="1">
                <a:solidFill>
                  <a:srgbClr val="173A21"/>
                </a:solidFill>
              </a:defRPr>
            </a:lvl1pPr>
            <a:lvl2pPr>
              <a:defRPr sz="1125" b="1">
                <a:solidFill>
                  <a:srgbClr val="173A21"/>
                </a:solidFill>
              </a:defRPr>
            </a:lvl2pPr>
            <a:lvl3pPr>
              <a:defRPr sz="1125" b="1">
                <a:solidFill>
                  <a:srgbClr val="173A21"/>
                </a:solidFill>
              </a:defRPr>
            </a:lvl3pPr>
            <a:lvl4pPr>
              <a:defRPr sz="1125" b="1">
                <a:solidFill>
                  <a:srgbClr val="173A21"/>
                </a:solidFill>
              </a:defRPr>
            </a:lvl4pPr>
            <a:lvl5pPr>
              <a:defRPr sz="1125" b="1">
                <a:solidFill>
                  <a:srgbClr val="173A21"/>
                </a:solidFill>
              </a:defRPr>
            </a:lvl5pPr>
            <a:lvl6pPr>
              <a:defRPr sz="1125" b="1">
                <a:solidFill>
                  <a:srgbClr val="173A21"/>
                </a:solidFill>
              </a:defRPr>
            </a:lvl6pPr>
            <a:lvl7pPr>
              <a:defRPr sz="1125" b="1">
                <a:solidFill>
                  <a:srgbClr val="173A21"/>
                </a:solidFill>
              </a:defRPr>
            </a:lvl7pPr>
            <a:lvl8pPr>
              <a:defRPr sz="1125" b="1">
                <a:solidFill>
                  <a:srgbClr val="173A21"/>
                </a:solidFill>
              </a:defRPr>
            </a:lvl8pPr>
            <a:lvl9pPr>
              <a:defRPr sz="1125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3A21"/>
                </a:solidFill>
              </a:defRPr>
            </a:pPr>
            <a:r>
              <a:rPr sz="1125" b="1">
                <a:solidFill>
                  <a:srgbClr val="173A21"/>
                </a:solidFill>
              </a:rPr>
              <a:t>System Agenda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B1EEA4C-F6BF-454E-A16D-C5D12C71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257F937-016F-4EB2-8700-1BB4D663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95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F0F89D6-D13E-4323-A073-B1F633F7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76700"/>
            <a:ext cx="13811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" b="0">
                <a:solidFill>
                  <a:srgbClr val="173A21"/>
                </a:solidFill>
              </a:defRPr>
            </a:defPPr>
            <a:lvl1pPr>
              <a:defRPr sz="600" b="0">
                <a:solidFill>
                  <a:srgbClr val="173A21"/>
                </a:solidFill>
              </a:defRPr>
            </a:lvl1pPr>
            <a:lvl2pPr>
              <a:defRPr sz="600" b="0">
                <a:solidFill>
                  <a:srgbClr val="173A21"/>
                </a:solidFill>
              </a:defRPr>
            </a:lvl2pPr>
            <a:lvl3pPr>
              <a:defRPr sz="600" b="0">
                <a:solidFill>
                  <a:srgbClr val="173A21"/>
                </a:solidFill>
              </a:defRPr>
            </a:lvl3pPr>
            <a:lvl4pPr>
              <a:defRPr sz="600" b="0">
                <a:solidFill>
                  <a:srgbClr val="173A21"/>
                </a:solidFill>
              </a:defRPr>
            </a:lvl4pPr>
            <a:lvl5pPr>
              <a:defRPr sz="600" b="0">
                <a:solidFill>
                  <a:srgbClr val="173A21"/>
                </a:solidFill>
              </a:defRPr>
            </a:lvl5pPr>
            <a:lvl6pPr>
              <a:defRPr sz="600" b="0">
                <a:solidFill>
                  <a:srgbClr val="173A21"/>
                </a:solidFill>
              </a:defRPr>
            </a:lvl6pPr>
            <a:lvl7pPr>
              <a:defRPr sz="600" b="0">
                <a:solidFill>
                  <a:srgbClr val="173A21"/>
                </a:solidFill>
              </a:defRPr>
            </a:lvl7pPr>
            <a:lvl8pPr>
              <a:defRPr sz="600" b="0">
                <a:solidFill>
                  <a:srgbClr val="173A21"/>
                </a:solidFill>
              </a:defRPr>
            </a:lvl8pPr>
            <a:lvl9pPr>
              <a:defRPr sz="600" b="0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600" b="0">
                <a:solidFill>
                  <a:srgbClr val="173A21"/>
                </a:solidFill>
              </a:defRPr>
            </a:pPr>
            <a:r>
              <a:rPr sz="600" b="0">
                <a:solidFill>
                  <a:srgbClr val="173A21"/>
                </a:solidFill>
              </a:rPr>
              <a:t>Digital transformation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725466-DA6D-4B7D-BE62-648C6392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210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FDC9969-61BB-41F6-8035-9BB1EE90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27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698163B-4CB2-4882-9EA3-5073D8CD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57675"/>
            <a:ext cx="13811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" b="0">
                <a:solidFill>
                  <a:srgbClr val="173A21"/>
                </a:solidFill>
              </a:defRPr>
            </a:defPPr>
            <a:lvl1pPr>
              <a:defRPr sz="600" b="0">
                <a:solidFill>
                  <a:srgbClr val="173A21"/>
                </a:solidFill>
              </a:defRPr>
            </a:lvl1pPr>
            <a:lvl2pPr>
              <a:defRPr sz="600" b="0">
                <a:solidFill>
                  <a:srgbClr val="173A21"/>
                </a:solidFill>
              </a:defRPr>
            </a:lvl2pPr>
            <a:lvl3pPr>
              <a:defRPr sz="600" b="0">
                <a:solidFill>
                  <a:srgbClr val="173A21"/>
                </a:solidFill>
              </a:defRPr>
            </a:lvl3pPr>
            <a:lvl4pPr>
              <a:defRPr sz="600" b="0">
                <a:solidFill>
                  <a:srgbClr val="173A21"/>
                </a:solidFill>
              </a:defRPr>
            </a:lvl4pPr>
            <a:lvl5pPr>
              <a:defRPr sz="600" b="0">
                <a:solidFill>
                  <a:srgbClr val="173A21"/>
                </a:solidFill>
              </a:defRPr>
            </a:lvl5pPr>
            <a:lvl6pPr>
              <a:defRPr sz="600" b="0">
                <a:solidFill>
                  <a:srgbClr val="173A21"/>
                </a:solidFill>
              </a:defRPr>
            </a:lvl6pPr>
            <a:lvl7pPr>
              <a:defRPr sz="600" b="0">
                <a:solidFill>
                  <a:srgbClr val="173A21"/>
                </a:solidFill>
              </a:defRPr>
            </a:lvl7pPr>
            <a:lvl8pPr>
              <a:defRPr sz="600" b="0">
                <a:solidFill>
                  <a:srgbClr val="173A21"/>
                </a:solidFill>
              </a:defRPr>
            </a:lvl8pPr>
            <a:lvl9pPr>
              <a:defRPr sz="600" b="0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600" b="0">
                <a:solidFill>
                  <a:srgbClr val="173A21"/>
                </a:solidFill>
              </a:defRPr>
            </a:pPr>
            <a:r>
              <a:rPr sz="600" b="0">
                <a:solidFill>
                  <a:srgbClr val="173A21"/>
                </a:solidFill>
              </a:rPr>
              <a:t>Inclusive access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905906E-79FC-41B3-87ED-EE463783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391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B74521-7AFD-47E2-81E4-FFBEC555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457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2A191E1-0E40-447A-8FFE-A9367B63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38650"/>
            <a:ext cx="13811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" b="0">
                <a:solidFill>
                  <a:srgbClr val="173A21"/>
                </a:solidFill>
              </a:defRPr>
            </a:defPPr>
            <a:lvl1pPr>
              <a:defRPr sz="600" b="0">
                <a:solidFill>
                  <a:srgbClr val="173A21"/>
                </a:solidFill>
              </a:defRPr>
            </a:lvl1pPr>
            <a:lvl2pPr>
              <a:defRPr sz="600" b="0">
                <a:solidFill>
                  <a:srgbClr val="173A21"/>
                </a:solidFill>
              </a:defRPr>
            </a:lvl2pPr>
            <a:lvl3pPr>
              <a:defRPr sz="600" b="0">
                <a:solidFill>
                  <a:srgbClr val="173A21"/>
                </a:solidFill>
              </a:defRPr>
            </a:lvl3pPr>
            <a:lvl4pPr>
              <a:defRPr sz="600" b="0">
                <a:solidFill>
                  <a:srgbClr val="173A21"/>
                </a:solidFill>
              </a:defRPr>
            </a:lvl4pPr>
            <a:lvl5pPr>
              <a:defRPr sz="600" b="0">
                <a:solidFill>
                  <a:srgbClr val="173A21"/>
                </a:solidFill>
              </a:defRPr>
            </a:lvl5pPr>
            <a:lvl6pPr>
              <a:defRPr sz="600" b="0">
                <a:solidFill>
                  <a:srgbClr val="173A21"/>
                </a:solidFill>
              </a:defRPr>
            </a:lvl6pPr>
            <a:lvl7pPr>
              <a:defRPr sz="600" b="0">
                <a:solidFill>
                  <a:srgbClr val="173A21"/>
                </a:solidFill>
              </a:defRPr>
            </a:lvl7pPr>
            <a:lvl8pPr>
              <a:defRPr sz="600" b="0">
                <a:solidFill>
                  <a:srgbClr val="173A21"/>
                </a:solidFill>
              </a:defRPr>
            </a:lvl8pPr>
            <a:lvl9pPr>
              <a:defRPr sz="600" b="0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600" b="0">
                <a:solidFill>
                  <a:srgbClr val="173A21"/>
                </a:solidFill>
              </a:defRPr>
            </a:pPr>
            <a:r>
              <a:rPr sz="600" b="0">
                <a:solidFill>
                  <a:srgbClr val="173A21"/>
                </a:solidFill>
              </a:rPr>
              <a:t>Efficient governance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4407B9B-F235-4C36-BD59-512425FA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572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81A8053-815D-469A-B7B3-5D8A6F3D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638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1DEE4F-B998-4A92-A972-E7A68729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619625"/>
            <a:ext cx="13811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" b="0">
                <a:solidFill>
                  <a:srgbClr val="173A21"/>
                </a:solidFill>
              </a:defRPr>
            </a:defPPr>
            <a:lvl1pPr>
              <a:defRPr sz="600" b="0">
                <a:solidFill>
                  <a:srgbClr val="173A21"/>
                </a:solidFill>
              </a:defRPr>
            </a:lvl1pPr>
            <a:lvl2pPr>
              <a:defRPr sz="600" b="0">
                <a:solidFill>
                  <a:srgbClr val="173A21"/>
                </a:solidFill>
              </a:defRPr>
            </a:lvl2pPr>
            <a:lvl3pPr>
              <a:defRPr sz="600" b="0">
                <a:solidFill>
                  <a:srgbClr val="173A21"/>
                </a:solidFill>
              </a:defRPr>
            </a:lvl3pPr>
            <a:lvl4pPr>
              <a:defRPr sz="600" b="0">
                <a:solidFill>
                  <a:srgbClr val="173A21"/>
                </a:solidFill>
              </a:defRPr>
            </a:lvl4pPr>
            <a:lvl5pPr>
              <a:defRPr sz="600" b="0">
                <a:solidFill>
                  <a:srgbClr val="173A21"/>
                </a:solidFill>
              </a:defRPr>
            </a:lvl5pPr>
            <a:lvl6pPr>
              <a:defRPr sz="600" b="0">
                <a:solidFill>
                  <a:srgbClr val="173A21"/>
                </a:solidFill>
              </a:defRPr>
            </a:lvl6pPr>
            <a:lvl7pPr>
              <a:defRPr sz="600" b="0">
                <a:solidFill>
                  <a:srgbClr val="173A21"/>
                </a:solidFill>
              </a:defRPr>
            </a:lvl7pPr>
            <a:lvl8pPr>
              <a:defRPr sz="600" b="0">
                <a:solidFill>
                  <a:srgbClr val="173A21"/>
                </a:solidFill>
              </a:defRPr>
            </a:lvl8pPr>
            <a:lvl9pPr>
              <a:defRPr sz="600" b="0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600" b="0">
                <a:solidFill>
                  <a:srgbClr val="173A21"/>
                </a:solidFill>
              </a:defRPr>
            </a:pPr>
            <a:r>
              <a:rPr sz="600" b="0">
                <a:solidFill>
                  <a:srgbClr val="173A21"/>
                </a:solidFill>
              </a:rPr>
              <a:t>Data security and privacy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113635C-4390-4CB8-A440-7FC65B04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752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890EE43-5A80-4677-A7BA-68CD1C14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819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FC890C4-5DC0-4EC4-996C-0ECB169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00600"/>
            <a:ext cx="13811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" b="0">
                <a:solidFill>
                  <a:srgbClr val="173A21"/>
                </a:solidFill>
              </a:defRPr>
            </a:defPPr>
            <a:lvl1pPr>
              <a:defRPr sz="600" b="0">
                <a:solidFill>
                  <a:srgbClr val="173A21"/>
                </a:solidFill>
              </a:defRPr>
            </a:lvl1pPr>
            <a:lvl2pPr>
              <a:defRPr sz="600" b="0">
                <a:solidFill>
                  <a:srgbClr val="173A21"/>
                </a:solidFill>
              </a:defRPr>
            </a:lvl2pPr>
            <a:lvl3pPr>
              <a:defRPr sz="600" b="0">
                <a:solidFill>
                  <a:srgbClr val="173A21"/>
                </a:solidFill>
              </a:defRPr>
            </a:lvl3pPr>
            <a:lvl4pPr>
              <a:defRPr sz="600" b="0">
                <a:solidFill>
                  <a:srgbClr val="173A21"/>
                </a:solidFill>
              </a:defRPr>
            </a:lvl4pPr>
            <a:lvl5pPr>
              <a:defRPr sz="600" b="0">
                <a:solidFill>
                  <a:srgbClr val="173A21"/>
                </a:solidFill>
              </a:defRPr>
            </a:lvl5pPr>
            <a:lvl6pPr>
              <a:defRPr sz="600" b="0">
                <a:solidFill>
                  <a:srgbClr val="173A21"/>
                </a:solidFill>
              </a:defRPr>
            </a:lvl6pPr>
            <a:lvl7pPr>
              <a:defRPr sz="600" b="0">
                <a:solidFill>
                  <a:srgbClr val="173A21"/>
                </a:solidFill>
              </a:defRPr>
            </a:lvl7pPr>
            <a:lvl8pPr>
              <a:defRPr sz="600" b="0">
                <a:solidFill>
                  <a:srgbClr val="173A21"/>
                </a:solidFill>
              </a:defRPr>
            </a:lvl8pPr>
            <a:lvl9pPr>
              <a:defRPr sz="600" b="0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600" b="0">
                <a:solidFill>
                  <a:srgbClr val="173A21"/>
                </a:solidFill>
              </a:defRPr>
            </a:pPr>
            <a:r>
              <a:rPr sz="600" b="0">
                <a:solidFill>
                  <a:srgbClr val="173A21"/>
                </a:solidFill>
              </a:rPr>
              <a:t>Sustainable partnerships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A7FE564-08CF-4FBD-AC67-64058C01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19700"/>
            <a:ext cx="6477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0C3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4B1714E-6898-45DB-AAFB-119132C9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959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CORE SYSTEM FUNCTIONS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AF03BF8-D86A-4579-B052-5B380D7B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667375"/>
            <a:ext cx="2019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F7F68B1-3FE6-4194-A9B6-D9C8419D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800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C647990-5C41-49A9-8105-5B17C124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867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☷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3A131CF-843D-4AE0-BBBB-78EB88CF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73A21"/>
                </a:solidFill>
              </a:defRPr>
            </a:defPPr>
            <a:lvl1pPr>
              <a:defRPr sz="975" b="1">
                <a:solidFill>
                  <a:srgbClr val="173A21"/>
                </a:solidFill>
              </a:defRPr>
            </a:lvl1pPr>
            <a:lvl2pPr>
              <a:defRPr sz="975" b="1">
                <a:solidFill>
                  <a:srgbClr val="173A21"/>
                </a:solidFill>
              </a:defRPr>
            </a:lvl2pPr>
            <a:lvl3pPr>
              <a:defRPr sz="975" b="1">
                <a:solidFill>
                  <a:srgbClr val="173A21"/>
                </a:solidFill>
              </a:defRPr>
            </a:lvl3pPr>
            <a:lvl4pPr>
              <a:defRPr sz="975" b="1">
                <a:solidFill>
                  <a:srgbClr val="173A21"/>
                </a:solidFill>
              </a:defRPr>
            </a:lvl4pPr>
            <a:lvl5pPr>
              <a:defRPr sz="975" b="1">
                <a:solidFill>
                  <a:srgbClr val="173A21"/>
                </a:solidFill>
              </a:defRPr>
            </a:lvl5pPr>
            <a:lvl6pPr>
              <a:defRPr sz="975" b="1">
                <a:solidFill>
                  <a:srgbClr val="173A21"/>
                </a:solidFill>
              </a:defRPr>
            </a:lvl6pPr>
            <a:lvl7pPr>
              <a:defRPr sz="975" b="1">
                <a:solidFill>
                  <a:srgbClr val="173A21"/>
                </a:solidFill>
              </a:defRPr>
            </a:lvl7pPr>
            <a:lvl8pPr>
              <a:defRPr sz="975" b="1">
                <a:solidFill>
                  <a:srgbClr val="173A21"/>
                </a:solidFill>
              </a:defRPr>
            </a:lvl8pPr>
            <a:lvl9pPr>
              <a:defRPr sz="975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3A21"/>
                </a:solidFill>
              </a:defRPr>
            </a:pPr>
            <a:r>
              <a:rPr sz="975" b="1">
                <a:solidFill>
                  <a:srgbClr val="173A21"/>
                </a:solidFill>
              </a:rPr>
              <a:t>Task Boards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66B2A76-8026-4737-AA80-030062C8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2484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D7662"/>
                </a:solidFill>
              </a:defRPr>
            </a:defPPr>
            <a:lvl1pPr>
              <a:defRPr sz="750" b="0">
                <a:solidFill>
                  <a:srgbClr val="5D7662"/>
                </a:solidFill>
              </a:defRPr>
            </a:lvl1pPr>
            <a:lvl2pPr>
              <a:defRPr sz="750" b="0">
                <a:solidFill>
                  <a:srgbClr val="5D7662"/>
                </a:solidFill>
              </a:defRPr>
            </a:lvl2pPr>
            <a:lvl3pPr>
              <a:defRPr sz="750" b="0">
                <a:solidFill>
                  <a:srgbClr val="5D7662"/>
                </a:solidFill>
              </a:defRPr>
            </a:lvl3pPr>
            <a:lvl4pPr>
              <a:defRPr sz="750" b="0">
                <a:solidFill>
                  <a:srgbClr val="5D7662"/>
                </a:solidFill>
              </a:defRPr>
            </a:lvl4pPr>
            <a:lvl5pPr>
              <a:defRPr sz="750" b="0">
                <a:solidFill>
                  <a:srgbClr val="5D7662"/>
                </a:solidFill>
              </a:defRPr>
            </a:lvl5pPr>
            <a:lvl6pPr>
              <a:defRPr sz="750" b="0">
                <a:solidFill>
                  <a:srgbClr val="5D7662"/>
                </a:solidFill>
              </a:defRPr>
            </a:lvl6pPr>
            <a:lvl7pPr>
              <a:defRPr sz="750" b="0">
                <a:solidFill>
                  <a:srgbClr val="5D7662"/>
                </a:solidFill>
              </a:defRPr>
            </a:lvl7pPr>
            <a:lvl8pPr>
              <a:defRPr sz="750" b="0">
                <a:solidFill>
                  <a:srgbClr val="5D7662"/>
                </a:solidFill>
              </a:defRPr>
            </a:lvl8pPr>
            <a:lvl9pPr>
              <a:defRPr sz="75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D7662"/>
                </a:solidFill>
              </a:defRPr>
            </a:pPr>
            <a:r>
              <a:rPr sz="750" b="0">
                <a:solidFill>
                  <a:srgbClr val="5D7662"/>
                </a:solidFill>
              </a:rPr>
              <a:t>Organize committee work and follow task progress.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48E400F-17FA-400B-9CDB-A972482B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67375"/>
            <a:ext cx="2019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1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15FAAF8-2994-4FF6-94E1-E16252E7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800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0BB2B1C-CC4E-4837-AD44-B9F52E7E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867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▣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76EB7BD-2E52-483F-8415-DF39E05C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8293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73A21"/>
                </a:solidFill>
              </a:defRPr>
            </a:defPPr>
            <a:lvl1pPr>
              <a:defRPr sz="975" b="1">
                <a:solidFill>
                  <a:srgbClr val="173A21"/>
                </a:solidFill>
              </a:defRPr>
            </a:lvl1pPr>
            <a:lvl2pPr>
              <a:defRPr sz="975" b="1">
                <a:solidFill>
                  <a:srgbClr val="173A21"/>
                </a:solidFill>
              </a:defRPr>
            </a:lvl2pPr>
            <a:lvl3pPr>
              <a:defRPr sz="975" b="1">
                <a:solidFill>
                  <a:srgbClr val="173A21"/>
                </a:solidFill>
              </a:defRPr>
            </a:lvl3pPr>
            <a:lvl4pPr>
              <a:defRPr sz="975" b="1">
                <a:solidFill>
                  <a:srgbClr val="173A21"/>
                </a:solidFill>
              </a:defRPr>
            </a:lvl4pPr>
            <a:lvl5pPr>
              <a:defRPr sz="975" b="1">
                <a:solidFill>
                  <a:srgbClr val="173A21"/>
                </a:solidFill>
              </a:defRPr>
            </a:lvl5pPr>
            <a:lvl6pPr>
              <a:defRPr sz="975" b="1">
                <a:solidFill>
                  <a:srgbClr val="173A21"/>
                </a:solidFill>
              </a:defRPr>
            </a:lvl6pPr>
            <a:lvl7pPr>
              <a:defRPr sz="975" b="1">
                <a:solidFill>
                  <a:srgbClr val="173A21"/>
                </a:solidFill>
              </a:defRPr>
            </a:lvl7pPr>
            <a:lvl8pPr>
              <a:defRPr sz="975" b="1">
                <a:solidFill>
                  <a:srgbClr val="173A21"/>
                </a:solidFill>
              </a:defRPr>
            </a:lvl8pPr>
            <a:lvl9pPr>
              <a:defRPr sz="975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3A21"/>
                </a:solidFill>
              </a:defRPr>
            </a:pPr>
            <a:r>
              <a:rPr sz="975" b="1">
                <a:solidFill>
                  <a:srgbClr val="173A21"/>
                </a:solidFill>
              </a:rPr>
              <a:t>Event Planning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B67CDAE-8B36-4F32-A8BF-CC918E5F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62484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D7662"/>
                </a:solidFill>
              </a:defRPr>
            </a:defPPr>
            <a:lvl1pPr>
              <a:defRPr sz="750" b="0">
                <a:solidFill>
                  <a:srgbClr val="5D7662"/>
                </a:solidFill>
              </a:defRPr>
            </a:lvl1pPr>
            <a:lvl2pPr>
              <a:defRPr sz="750" b="0">
                <a:solidFill>
                  <a:srgbClr val="5D7662"/>
                </a:solidFill>
              </a:defRPr>
            </a:lvl2pPr>
            <a:lvl3pPr>
              <a:defRPr sz="750" b="0">
                <a:solidFill>
                  <a:srgbClr val="5D7662"/>
                </a:solidFill>
              </a:defRPr>
            </a:lvl3pPr>
            <a:lvl4pPr>
              <a:defRPr sz="750" b="0">
                <a:solidFill>
                  <a:srgbClr val="5D7662"/>
                </a:solidFill>
              </a:defRPr>
            </a:lvl4pPr>
            <a:lvl5pPr>
              <a:defRPr sz="750" b="0">
                <a:solidFill>
                  <a:srgbClr val="5D7662"/>
                </a:solidFill>
              </a:defRPr>
            </a:lvl5pPr>
            <a:lvl6pPr>
              <a:defRPr sz="750" b="0">
                <a:solidFill>
                  <a:srgbClr val="5D7662"/>
                </a:solidFill>
              </a:defRPr>
            </a:lvl6pPr>
            <a:lvl7pPr>
              <a:defRPr sz="750" b="0">
                <a:solidFill>
                  <a:srgbClr val="5D7662"/>
                </a:solidFill>
              </a:defRPr>
            </a:lvl7pPr>
            <a:lvl8pPr>
              <a:defRPr sz="750" b="0">
                <a:solidFill>
                  <a:srgbClr val="5D7662"/>
                </a:solidFill>
              </a:defRPr>
            </a:lvl8pPr>
            <a:lvl9pPr>
              <a:defRPr sz="75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D7662"/>
                </a:solidFill>
              </a:defRPr>
            </a:pPr>
            <a:r>
              <a:rPr sz="750" b="0">
                <a:solidFill>
                  <a:srgbClr val="5D7662"/>
                </a:solidFill>
              </a:rPr>
              <a:t>Keep budgets, checklists, and attendance together.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5C864D8-42F1-4C86-8D78-15755443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667375"/>
            <a:ext cx="2019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1A44FA7-7DFC-4993-8234-8729824C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800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3A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E7F1DF3-E71A-4FFB-82DD-15AF50B8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867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08CB945-57C4-4471-ABC9-F0B9B99D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8293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73A21"/>
                </a:solidFill>
              </a:defRPr>
            </a:defPPr>
            <a:lvl1pPr>
              <a:defRPr sz="975" b="1">
                <a:solidFill>
                  <a:srgbClr val="173A21"/>
                </a:solidFill>
              </a:defRPr>
            </a:lvl1pPr>
            <a:lvl2pPr>
              <a:defRPr sz="975" b="1">
                <a:solidFill>
                  <a:srgbClr val="173A21"/>
                </a:solidFill>
              </a:defRPr>
            </a:lvl2pPr>
            <a:lvl3pPr>
              <a:defRPr sz="975" b="1">
                <a:solidFill>
                  <a:srgbClr val="173A21"/>
                </a:solidFill>
              </a:defRPr>
            </a:lvl3pPr>
            <a:lvl4pPr>
              <a:defRPr sz="975" b="1">
                <a:solidFill>
                  <a:srgbClr val="173A21"/>
                </a:solidFill>
              </a:defRPr>
            </a:lvl4pPr>
            <a:lvl5pPr>
              <a:defRPr sz="975" b="1">
                <a:solidFill>
                  <a:srgbClr val="173A21"/>
                </a:solidFill>
              </a:defRPr>
            </a:lvl5pPr>
            <a:lvl6pPr>
              <a:defRPr sz="975" b="1">
                <a:solidFill>
                  <a:srgbClr val="173A21"/>
                </a:solidFill>
              </a:defRPr>
            </a:lvl6pPr>
            <a:lvl7pPr>
              <a:defRPr sz="975" b="1">
                <a:solidFill>
                  <a:srgbClr val="173A21"/>
                </a:solidFill>
              </a:defRPr>
            </a:lvl7pPr>
            <a:lvl8pPr>
              <a:defRPr sz="975" b="1">
                <a:solidFill>
                  <a:srgbClr val="173A21"/>
                </a:solidFill>
              </a:defRPr>
            </a:lvl8pPr>
            <a:lvl9pPr>
              <a:defRPr sz="975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3A21"/>
                </a:solidFill>
              </a:defRPr>
            </a:pPr>
            <a:r>
              <a:rPr sz="975" b="1">
                <a:solidFill>
                  <a:srgbClr val="173A21"/>
                </a:solidFill>
              </a:rPr>
              <a:t>Voting and Polling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F5552B4-0987-4D41-BA9F-47AF71E5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2484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D7662"/>
                </a:solidFill>
              </a:defRPr>
            </a:defPPr>
            <a:lvl1pPr>
              <a:defRPr sz="750" b="0">
                <a:solidFill>
                  <a:srgbClr val="5D7662"/>
                </a:solidFill>
              </a:defRPr>
            </a:lvl1pPr>
            <a:lvl2pPr>
              <a:defRPr sz="750" b="0">
                <a:solidFill>
                  <a:srgbClr val="5D7662"/>
                </a:solidFill>
              </a:defRPr>
            </a:lvl2pPr>
            <a:lvl3pPr>
              <a:defRPr sz="750" b="0">
                <a:solidFill>
                  <a:srgbClr val="5D7662"/>
                </a:solidFill>
              </a:defRPr>
            </a:lvl3pPr>
            <a:lvl4pPr>
              <a:defRPr sz="750" b="0">
                <a:solidFill>
                  <a:srgbClr val="5D7662"/>
                </a:solidFill>
              </a:defRPr>
            </a:lvl4pPr>
            <a:lvl5pPr>
              <a:defRPr sz="750" b="0">
                <a:solidFill>
                  <a:srgbClr val="5D7662"/>
                </a:solidFill>
              </a:defRPr>
            </a:lvl5pPr>
            <a:lvl6pPr>
              <a:defRPr sz="750" b="0">
                <a:solidFill>
                  <a:srgbClr val="5D7662"/>
                </a:solidFill>
              </a:defRPr>
            </a:lvl6pPr>
            <a:lvl7pPr>
              <a:defRPr sz="750" b="0">
                <a:solidFill>
                  <a:srgbClr val="5D7662"/>
                </a:solidFill>
              </a:defRPr>
            </a:lvl7pPr>
            <a:lvl8pPr>
              <a:defRPr sz="750" b="0">
                <a:solidFill>
                  <a:srgbClr val="5D7662"/>
                </a:solidFill>
              </a:defRPr>
            </a:lvl8pPr>
            <a:lvl9pPr>
              <a:defRPr sz="75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D7662"/>
                </a:solidFill>
              </a:defRPr>
            </a:pPr>
            <a:r>
              <a:rPr sz="750" b="0">
                <a:solidFill>
                  <a:srgbClr val="5D7662"/>
                </a:solidFill>
              </a:rPr>
              <a:t>Manage elections and publish results.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F1D3404-476B-4677-8E15-378664BE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705600"/>
            <a:ext cx="2019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1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AC9E369-03BD-4EF7-B9BB-E50F084C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83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C1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97A57A7-2D69-4A13-85A2-3A6DE923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905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☏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146F5FA-C9A6-4852-80AB-25B01034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675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73A21"/>
                </a:solidFill>
              </a:defRPr>
            </a:defPPr>
            <a:lvl1pPr>
              <a:defRPr sz="975" b="1">
                <a:solidFill>
                  <a:srgbClr val="173A21"/>
                </a:solidFill>
              </a:defRPr>
            </a:lvl1pPr>
            <a:lvl2pPr>
              <a:defRPr sz="975" b="1">
                <a:solidFill>
                  <a:srgbClr val="173A21"/>
                </a:solidFill>
              </a:defRPr>
            </a:lvl2pPr>
            <a:lvl3pPr>
              <a:defRPr sz="975" b="1">
                <a:solidFill>
                  <a:srgbClr val="173A21"/>
                </a:solidFill>
              </a:defRPr>
            </a:lvl3pPr>
            <a:lvl4pPr>
              <a:defRPr sz="975" b="1">
                <a:solidFill>
                  <a:srgbClr val="173A21"/>
                </a:solidFill>
              </a:defRPr>
            </a:lvl4pPr>
            <a:lvl5pPr>
              <a:defRPr sz="975" b="1">
                <a:solidFill>
                  <a:srgbClr val="173A21"/>
                </a:solidFill>
              </a:defRPr>
            </a:lvl5pPr>
            <a:lvl6pPr>
              <a:defRPr sz="975" b="1">
                <a:solidFill>
                  <a:srgbClr val="173A21"/>
                </a:solidFill>
              </a:defRPr>
            </a:lvl6pPr>
            <a:lvl7pPr>
              <a:defRPr sz="975" b="1">
                <a:solidFill>
                  <a:srgbClr val="173A21"/>
                </a:solidFill>
              </a:defRPr>
            </a:lvl7pPr>
            <a:lvl8pPr>
              <a:defRPr sz="975" b="1">
                <a:solidFill>
                  <a:srgbClr val="173A21"/>
                </a:solidFill>
              </a:defRPr>
            </a:lvl8pPr>
            <a:lvl9pPr>
              <a:defRPr sz="975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3A21"/>
                </a:solidFill>
              </a:defRPr>
            </a:pPr>
            <a:r>
              <a:rPr sz="975" b="1">
                <a:solidFill>
                  <a:srgbClr val="173A21"/>
                </a:solidFill>
              </a:rPr>
              <a:t>Concerns Routing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A4A6236-7C41-43D4-B2E9-252795FF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728662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D7662"/>
                </a:solidFill>
              </a:defRPr>
            </a:defPPr>
            <a:lvl1pPr>
              <a:defRPr sz="750" b="0">
                <a:solidFill>
                  <a:srgbClr val="5D7662"/>
                </a:solidFill>
              </a:defRPr>
            </a:lvl1pPr>
            <a:lvl2pPr>
              <a:defRPr sz="750" b="0">
                <a:solidFill>
                  <a:srgbClr val="5D7662"/>
                </a:solidFill>
              </a:defRPr>
            </a:lvl2pPr>
            <a:lvl3pPr>
              <a:defRPr sz="750" b="0">
                <a:solidFill>
                  <a:srgbClr val="5D7662"/>
                </a:solidFill>
              </a:defRPr>
            </a:lvl3pPr>
            <a:lvl4pPr>
              <a:defRPr sz="750" b="0">
                <a:solidFill>
                  <a:srgbClr val="5D7662"/>
                </a:solidFill>
              </a:defRPr>
            </a:lvl4pPr>
            <a:lvl5pPr>
              <a:defRPr sz="750" b="0">
                <a:solidFill>
                  <a:srgbClr val="5D7662"/>
                </a:solidFill>
              </a:defRPr>
            </a:lvl5pPr>
            <a:lvl6pPr>
              <a:defRPr sz="750" b="0">
                <a:solidFill>
                  <a:srgbClr val="5D7662"/>
                </a:solidFill>
              </a:defRPr>
            </a:lvl6pPr>
            <a:lvl7pPr>
              <a:defRPr sz="750" b="0">
                <a:solidFill>
                  <a:srgbClr val="5D7662"/>
                </a:solidFill>
              </a:defRPr>
            </a:lvl7pPr>
            <a:lvl8pPr>
              <a:defRPr sz="750" b="0">
                <a:solidFill>
                  <a:srgbClr val="5D7662"/>
                </a:solidFill>
              </a:defRPr>
            </a:lvl8pPr>
            <a:lvl9pPr>
              <a:defRPr sz="75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D7662"/>
                </a:solidFill>
              </a:defRPr>
            </a:pPr>
            <a:r>
              <a:rPr sz="750" b="0">
                <a:solidFill>
                  <a:srgbClr val="5D7662"/>
                </a:solidFill>
              </a:rPr>
              <a:t>Receive, review, and route student concerns.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F83DA02-DF09-473D-BE6B-D9C3A253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6705600"/>
            <a:ext cx="2019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F42DB9F-2F74-414D-98DB-6730CAB0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83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36C6D80-BCFF-4D57-B504-AE556E0D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905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▰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EF43205-E6E6-47CF-AE4D-D2F0F292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8675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73A21"/>
                </a:solidFill>
              </a:defRPr>
            </a:defPPr>
            <a:lvl1pPr>
              <a:defRPr sz="975" b="1">
                <a:solidFill>
                  <a:srgbClr val="173A21"/>
                </a:solidFill>
              </a:defRPr>
            </a:lvl1pPr>
            <a:lvl2pPr>
              <a:defRPr sz="975" b="1">
                <a:solidFill>
                  <a:srgbClr val="173A21"/>
                </a:solidFill>
              </a:defRPr>
            </a:lvl2pPr>
            <a:lvl3pPr>
              <a:defRPr sz="975" b="1">
                <a:solidFill>
                  <a:srgbClr val="173A21"/>
                </a:solidFill>
              </a:defRPr>
            </a:lvl3pPr>
            <a:lvl4pPr>
              <a:defRPr sz="975" b="1">
                <a:solidFill>
                  <a:srgbClr val="173A21"/>
                </a:solidFill>
              </a:defRPr>
            </a:lvl4pPr>
            <a:lvl5pPr>
              <a:defRPr sz="975" b="1">
                <a:solidFill>
                  <a:srgbClr val="173A21"/>
                </a:solidFill>
              </a:defRPr>
            </a:lvl5pPr>
            <a:lvl6pPr>
              <a:defRPr sz="975" b="1">
                <a:solidFill>
                  <a:srgbClr val="173A21"/>
                </a:solidFill>
              </a:defRPr>
            </a:lvl6pPr>
            <a:lvl7pPr>
              <a:defRPr sz="975" b="1">
                <a:solidFill>
                  <a:srgbClr val="173A21"/>
                </a:solidFill>
              </a:defRPr>
            </a:lvl7pPr>
            <a:lvl8pPr>
              <a:defRPr sz="975" b="1">
                <a:solidFill>
                  <a:srgbClr val="173A21"/>
                </a:solidFill>
              </a:defRPr>
            </a:lvl8pPr>
            <a:lvl9pPr>
              <a:defRPr sz="975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3A21"/>
                </a:solidFill>
              </a:defRPr>
            </a:pPr>
            <a:r>
              <a:rPr sz="975" b="1">
                <a:solidFill>
                  <a:srgbClr val="173A21"/>
                </a:solidFill>
              </a:rPr>
              <a:t>Documents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FA789F7-0F52-4A0E-B03D-8BAE1895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728662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D7662"/>
                </a:solidFill>
              </a:defRPr>
            </a:defPPr>
            <a:lvl1pPr>
              <a:defRPr sz="750" b="0">
                <a:solidFill>
                  <a:srgbClr val="5D7662"/>
                </a:solidFill>
              </a:defRPr>
            </a:lvl1pPr>
            <a:lvl2pPr>
              <a:defRPr sz="750" b="0">
                <a:solidFill>
                  <a:srgbClr val="5D7662"/>
                </a:solidFill>
              </a:defRPr>
            </a:lvl2pPr>
            <a:lvl3pPr>
              <a:defRPr sz="750" b="0">
                <a:solidFill>
                  <a:srgbClr val="5D7662"/>
                </a:solidFill>
              </a:defRPr>
            </a:lvl3pPr>
            <a:lvl4pPr>
              <a:defRPr sz="750" b="0">
                <a:solidFill>
                  <a:srgbClr val="5D7662"/>
                </a:solidFill>
              </a:defRPr>
            </a:lvl4pPr>
            <a:lvl5pPr>
              <a:defRPr sz="750" b="0">
                <a:solidFill>
                  <a:srgbClr val="5D7662"/>
                </a:solidFill>
              </a:defRPr>
            </a:lvl5pPr>
            <a:lvl6pPr>
              <a:defRPr sz="750" b="0">
                <a:solidFill>
                  <a:srgbClr val="5D7662"/>
                </a:solidFill>
              </a:defRPr>
            </a:lvl6pPr>
            <a:lvl7pPr>
              <a:defRPr sz="750" b="0">
                <a:solidFill>
                  <a:srgbClr val="5D7662"/>
                </a:solidFill>
              </a:defRPr>
            </a:lvl7pPr>
            <a:lvl8pPr>
              <a:defRPr sz="750" b="0">
                <a:solidFill>
                  <a:srgbClr val="5D7662"/>
                </a:solidFill>
              </a:defRPr>
            </a:lvl8pPr>
            <a:lvl9pPr>
              <a:defRPr sz="75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D7662"/>
                </a:solidFill>
              </a:defRPr>
            </a:pPr>
            <a:r>
              <a:rPr sz="750" b="0">
                <a:solidFill>
                  <a:srgbClr val="5D7662"/>
                </a:solidFill>
              </a:rPr>
              <a:t>Store files in shared folders with access control.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DC0CBF4-3E0C-43D3-B02B-B6BD91A9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705600"/>
            <a:ext cx="2019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1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6FBD1B9-BD60-40AB-B5A5-C04AAA39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83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9E30E13-BEA2-4DF7-A085-2CBDF91E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905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F8A32AF-6067-4823-8677-C32FB345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8675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73A21"/>
                </a:solidFill>
              </a:defRPr>
            </a:defPPr>
            <a:lvl1pPr>
              <a:defRPr sz="975" b="1">
                <a:solidFill>
                  <a:srgbClr val="173A21"/>
                </a:solidFill>
              </a:defRPr>
            </a:lvl1pPr>
            <a:lvl2pPr>
              <a:defRPr sz="975" b="1">
                <a:solidFill>
                  <a:srgbClr val="173A21"/>
                </a:solidFill>
              </a:defRPr>
            </a:lvl2pPr>
            <a:lvl3pPr>
              <a:defRPr sz="975" b="1">
                <a:solidFill>
                  <a:srgbClr val="173A21"/>
                </a:solidFill>
              </a:defRPr>
            </a:lvl3pPr>
            <a:lvl4pPr>
              <a:defRPr sz="975" b="1">
                <a:solidFill>
                  <a:srgbClr val="173A21"/>
                </a:solidFill>
              </a:defRPr>
            </a:lvl4pPr>
            <a:lvl5pPr>
              <a:defRPr sz="975" b="1">
                <a:solidFill>
                  <a:srgbClr val="173A21"/>
                </a:solidFill>
              </a:defRPr>
            </a:lvl5pPr>
            <a:lvl6pPr>
              <a:defRPr sz="975" b="1">
                <a:solidFill>
                  <a:srgbClr val="173A21"/>
                </a:solidFill>
              </a:defRPr>
            </a:lvl6pPr>
            <a:lvl7pPr>
              <a:defRPr sz="975" b="1">
                <a:solidFill>
                  <a:srgbClr val="173A21"/>
                </a:solidFill>
              </a:defRPr>
            </a:lvl7pPr>
            <a:lvl8pPr>
              <a:defRPr sz="975" b="1">
                <a:solidFill>
                  <a:srgbClr val="173A21"/>
                </a:solidFill>
              </a:defRPr>
            </a:lvl8pPr>
            <a:lvl9pPr>
              <a:defRPr sz="975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3A21"/>
                </a:solidFill>
              </a:defRPr>
            </a:pPr>
            <a:r>
              <a:rPr sz="975" b="1">
                <a:solidFill>
                  <a:srgbClr val="173A21"/>
                </a:solidFill>
              </a:rPr>
              <a:t>Announcements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5294E76-AC0A-47B3-8EAB-193CB02F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728662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D7662"/>
                </a:solidFill>
              </a:defRPr>
            </a:defPPr>
            <a:lvl1pPr>
              <a:defRPr sz="750" b="0">
                <a:solidFill>
                  <a:srgbClr val="5D7662"/>
                </a:solidFill>
              </a:defRPr>
            </a:lvl1pPr>
            <a:lvl2pPr>
              <a:defRPr sz="750" b="0">
                <a:solidFill>
                  <a:srgbClr val="5D7662"/>
                </a:solidFill>
              </a:defRPr>
            </a:lvl2pPr>
            <a:lvl3pPr>
              <a:defRPr sz="750" b="0">
                <a:solidFill>
                  <a:srgbClr val="5D7662"/>
                </a:solidFill>
              </a:defRPr>
            </a:lvl3pPr>
            <a:lvl4pPr>
              <a:defRPr sz="750" b="0">
                <a:solidFill>
                  <a:srgbClr val="5D7662"/>
                </a:solidFill>
              </a:defRPr>
            </a:lvl4pPr>
            <a:lvl5pPr>
              <a:defRPr sz="750" b="0">
                <a:solidFill>
                  <a:srgbClr val="5D7662"/>
                </a:solidFill>
              </a:defRPr>
            </a:lvl5pPr>
            <a:lvl6pPr>
              <a:defRPr sz="750" b="0">
                <a:solidFill>
                  <a:srgbClr val="5D7662"/>
                </a:solidFill>
              </a:defRPr>
            </a:lvl6pPr>
            <a:lvl7pPr>
              <a:defRPr sz="750" b="0">
                <a:solidFill>
                  <a:srgbClr val="5D7662"/>
                </a:solidFill>
              </a:defRPr>
            </a:lvl7pPr>
            <a:lvl8pPr>
              <a:defRPr sz="750" b="0">
                <a:solidFill>
                  <a:srgbClr val="5D7662"/>
                </a:solidFill>
              </a:defRPr>
            </a:lvl8pPr>
            <a:lvl9pPr>
              <a:defRPr sz="75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D7662"/>
                </a:solidFill>
              </a:defRPr>
            </a:pPr>
            <a:r>
              <a:rPr sz="750" b="0">
                <a:solidFill>
                  <a:srgbClr val="5D7662"/>
                </a:solidFill>
              </a:rPr>
              <a:t>Share information with the intended audience.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09E1369-960C-4168-8109-EEEB058B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91450"/>
            <a:ext cx="6477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0C3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060E1EC-6ED5-4868-A7BB-3E4AD8BA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86765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HOW COUNCIL WORK FLOWS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449050A-CBCE-42E9-AB72-6015A4B7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286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3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740F63A-8DA8-4DB7-849B-5E6060E5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372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ECB497E-FBD9-489E-A570-59F4CC2C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3058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73A21"/>
                </a:solidFill>
              </a:defRPr>
            </a:defPPr>
            <a:lvl1pPr>
              <a:defRPr sz="825" b="1">
                <a:solidFill>
                  <a:srgbClr val="173A21"/>
                </a:solidFill>
              </a:defRPr>
            </a:lvl1pPr>
            <a:lvl2pPr>
              <a:defRPr sz="825" b="1">
                <a:solidFill>
                  <a:srgbClr val="173A21"/>
                </a:solidFill>
              </a:defRPr>
            </a:lvl2pPr>
            <a:lvl3pPr>
              <a:defRPr sz="825" b="1">
                <a:solidFill>
                  <a:srgbClr val="173A21"/>
                </a:solidFill>
              </a:defRPr>
            </a:lvl3pPr>
            <a:lvl4pPr>
              <a:defRPr sz="825" b="1">
                <a:solidFill>
                  <a:srgbClr val="173A21"/>
                </a:solidFill>
              </a:defRPr>
            </a:lvl4pPr>
            <a:lvl5pPr>
              <a:defRPr sz="825" b="1">
                <a:solidFill>
                  <a:srgbClr val="173A21"/>
                </a:solidFill>
              </a:defRPr>
            </a:lvl5pPr>
            <a:lvl6pPr>
              <a:defRPr sz="825" b="1">
                <a:solidFill>
                  <a:srgbClr val="173A21"/>
                </a:solidFill>
              </a:defRPr>
            </a:lvl6pPr>
            <a:lvl7pPr>
              <a:defRPr sz="825" b="1">
                <a:solidFill>
                  <a:srgbClr val="173A21"/>
                </a:solidFill>
              </a:defRPr>
            </a:lvl7pPr>
            <a:lvl8pPr>
              <a:defRPr sz="825" b="1">
                <a:solidFill>
                  <a:srgbClr val="173A21"/>
                </a:solidFill>
              </a:defRPr>
            </a:lvl8pPr>
            <a:lvl9pPr>
              <a:defRPr sz="825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73A21"/>
                </a:solidFill>
              </a:defRPr>
            </a:pPr>
            <a:r>
              <a:rPr sz="825" b="1">
                <a:solidFill>
                  <a:srgbClr val="173A21"/>
                </a:solidFill>
              </a:rPr>
              <a:t>Plan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D10DB03-63E3-4423-909C-E75C666C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4772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" b="0">
                <a:solidFill>
                  <a:srgbClr val="5D7662"/>
                </a:solidFill>
              </a:defRPr>
            </a:defPPr>
            <a:lvl1pPr>
              <a:defRPr sz="600" b="0">
                <a:solidFill>
                  <a:srgbClr val="5D7662"/>
                </a:solidFill>
              </a:defRPr>
            </a:lvl1pPr>
            <a:lvl2pPr>
              <a:defRPr sz="600" b="0">
                <a:solidFill>
                  <a:srgbClr val="5D7662"/>
                </a:solidFill>
              </a:defRPr>
            </a:lvl2pPr>
            <a:lvl3pPr>
              <a:defRPr sz="600" b="0">
                <a:solidFill>
                  <a:srgbClr val="5D7662"/>
                </a:solidFill>
              </a:defRPr>
            </a:lvl3pPr>
            <a:lvl4pPr>
              <a:defRPr sz="600" b="0">
                <a:solidFill>
                  <a:srgbClr val="5D7662"/>
                </a:solidFill>
              </a:defRPr>
            </a:lvl4pPr>
            <a:lvl5pPr>
              <a:defRPr sz="600" b="0">
                <a:solidFill>
                  <a:srgbClr val="5D7662"/>
                </a:solidFill>
              </a:defRPr>
            </a:lvl5pPr>
            <a:lvl6pPr>
              <a:defRPr sz="600" b="0">
                <a:solidFill>
                  <a:srgbClr val="5D7662"/>
                </a:solidFill>
              </a:defRPr>
            </a:lvl6pPr>
            <a:lvl7pPr>
              <a:defRPr sz="600" b="0">
                <a:solidFill>
                  <a:srgbClr val="5D7662"/>
                </a:solidFill>
              </a:defRPr>
            </a:lvl7pPr>
            <a:lvl8pPr>
              <a:defRPr sz="600" b="0">
                <a:solidFill>
                  <a:srgbClr val="5D7662"/>
                </a:solidFill>
              </a:defRPr>
            </a:lvl8pPr>
            <a:lvl9pPr>
              <a:defRPr sz="60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600" b="0">
                <a:solidFill>
                  <a:srgbClr val="5D7662"/>
                </a:solidFill>
              </a:defRPr>
            </a:pPr>
            <a:r>
              <a:rPr sz="600" b="0">
                <a:solidFill>
                  <a:srgbClr val="5D7662"/>
                </a:solidFill>
              </a:rPr>
              <a:t>Tasks and events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9CA4FF0-3F96-491C-BB73-0E648ADF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41057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B35"/>
                </a:solidFill>
              </a:defRPr>
            </a:defPPr>
            <a:lvl1pPr>
              <a:defRPr sz="1200" b="1">
                <a:solidFill>
                  <a:srgbClr val="176B35"/>
                </a:solidFill>
              </a:defRPr>
            </a:lvl1pPr>
            <a:lvl2pPr>
              <a:defRPr sz="1200" b="1">
                <a:solidFill>
                  <a:srgbClr val="176B35"/>
                </a:solidFill>
              </a:defRPr>
            </a:lvl2pPr>
            <a:lvl3pPr>
              <a:defRPr sz="1200" b="1">
                <a:solidFill>
                  <a:srgbClr val="176B35"/>
                </a:solidFill>
              </a:defRPr>
            </a:lvl3pPr>
            <a:lvl4pPr>
              <a:defRPr sz="1200" b="1">
                <a:solidFill>
                  <a:srgbClr val="176B35"/>
                </a:solidFill>
              </a:defRPr>
            </a:lvl4pPr>
            <a:lvl5pPr>
              <a:defRPr sz="1200" b="1">
                <a:solidFill>
                  <a:srgbClr val="176B35"/>
                </a:solidFill>
              </a:defRPr>
            </a:lvl5pPr>
            <a:lvl6pPr>
              <a:defRPr sz="1200" b="1">
                <a:solidFill>
                  <a:srgbClr val="176B35"/>
                </a:solidFill>
              </a:defRPr>
            </a:lvl6pPr>
            <a:lvl7pPr>
              <a:defRPr sz="1200" b="1">
                <a:solidFill>
                  <a:srgbClr val="176B35"/>
                </a:solidFill>
              </a:defRPr>
            </a:lvl7pPr>
            <a:lvl8pPr>
              <a:defRPr sz="1200" b="1">
                <a:solidFill>
                  <a:srgbClr val="176B35"/>
                </a:solidFill>
              </a:defRPr>
            </a:lvl8pPr>
            <a:lvl9pPr>
              <a:defRPr sz="1200" b="1">
                <a:solidFill>
                  <a:srgbClr val="176B3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B35"/>
                </a:solidFill>
              </a:defRPr>
            </a:pPr>
            <a:r>
              <a:rPr sz="1200" b="1">
                <a:solidFill>
                  <a:srgbClr val="176B35"/>
                </a:solidFill>
              </a:rPr>
              <a:t>→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4F93E1F-CCD7-4BAA-9B72-DF422D85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8286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4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390413B-2C18-4B0F-8898-8506AD57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8372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7F0F3E1-189F-4F5C-BAAC-B5FF33AE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83058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73A21"/>
                </a:solidFill>
              </a:defRPr>
            </a:defPPr>
            <a:lvl1pPr>
              <a:defRPr sz="825" b="1">
                <a:solidFill>
                  <a:srgbClr val="173A21"/>
                </a:solidFill>
              </a:defRPr>
            </a:lvl1pPr>
            <a:lvl2pPr>
              <a:defRPr sz="825" b="1">
                <a:solidFill>
                  <a:srgbClr val="173A21"/>
                </a:solidFill>
              </a:defRPr>
            </a:lvl2pPr>
            <a:lvl3pPr>
              <a:defRPr sz="825" b="1">
                <a:solidFill>
                  <a:srgbClr val="173A21"/>
                </a:solidFill>
              </a:defRPr>
            </a:lvl3pPr>
            <a:lvl4pPr>
              <a:defRPr sz="825" b="1">
                <a:solidFill>
                  <a:srgbClr val="173A21"/>
                </a:solidFill>
              </a:defRPr>
            </a:lvl4pPr>
            <a:lvl5pPr>
              <a:defRPr sz="825" b="1">
                <a:solidFill>
                  <a:srgbClr val="173A21"/>
                </a:solidFill>
              </a:defRPr>
            </a:lvl5pPr>
            <a:lvl6pPr>
              <a:defRPr sz="825" b="1">
                <a:solidFill>
                  <a:srgbClr val="173A21"/>
                </a:solidFill>
              </a:defRPr>
            </a:lvl6pPr>
            <a:lvl7pPr>
              <a:defRPr sz="825" b="1">
                <a:solidFill>
                  <a:srgbClr val="173A21"/>
                </a:solidFill>
              </a:defRPr>
            </a:lvl7pPr>
            <a:lvl8pPr>
              <a:defRPr sz="825" b="1">
                <a:solidFill>
                  <a:srgbClr val="173A21"/>
                </a:solidFill>
              </a:defRPr>
            </a:lvl8pPr>
            <a:lvl9pPr>
              <a:defRPr sz="825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73A21"/>
                </a:solidFill>
              </a:defRPr>
            </a:pPr>
            <a:r>
              <a:rPr sz="825" b="1">
                <a:solidFill>
                  <a:srgbClr val="173A21"/>
                </a:solidFill>
              </a:rPr>
              <a:t>Engage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52C2E04-BB4F-4636-AA88-BA1A67D9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84772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" b="0">
                <a:solidFill>
                  <a:srgbClr val="5D7662"/>
                </a:solidFill>
              </a:defRPr>
            </a:defPPr>
            <a:lvl1pPr>
              <a:defRPr sz="600" b="0">
                <a:solidFill>
                  <a:srgbClr val="5D7662"/>
                </a:solidFill>
              </a:defRPr>
            </a:lvl1pPr>
            <a:lvl2pPr>
              <a:defRPr sz="600" b="0">
                <a:solidFill>
                  <a:srgbClr val="5D7662"/>
                </a:solidFill>
              </a:defRPr>
            </a:lvl2pPr>
            <a:lvl3pPr>
              <a:defRPr sz="600" b="0">
                <a:solidFill>
                  <a:srgbClr val="5D7662"/>
                </a:solidFill>
              </a:defRPr>
            </a:lvl3pPr>
            <a:lvl4pPr>
              <a:defRPr sz="600" b="0">
                <a:solidFill>
                  <a:srgbClr val="5D7662"/>
                </a:solidFill>
              </a:defRPr>
            </a:lvl4pPr>
            <a:lvl5pPr>
              <a:defRPr sz="600" b="0">
                <a:solidFill>
                  <a:srgbClr val="5D7662"/>
                </a:solidFill>
              </a:defRPr>
            </a:lvl5pPr>
            <a:lvl6pPr>
              <a:defRPr sz="600" b="0">
                <a:solidFill>
                  <a:srgbClr val="5D7662"/>
                </a:solidFill>
              </a:defRPr>
            </a:lvl6pPr>
            <a:lvl7pPr>
              <a:defRPr sz="600" b="0">
                <a:solidFill>
                  <a:srgbClr val="5D7662"/>
                </a:solidFill>
              </a:defRPr>
            </a:lvl7pPr>
            <a:lvl8pPr>
              <a:defRPr sz="600" b="0">
                <a:solidFill>
                  <a:srgbClr val="5D7662"/>
                </a:solidFill>
              </a:defRPr>
            </a:lvl8pPr>
            <a:lvl9pPr>
              <a:defRPr sz="60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600" b="0">
                <a:solidFill>
                  <a:srgbClr val="5D7662"/>
                </a:solidFill>
              </a:defRPr>
            </a:pPr>
            <a:r>
              <a:rPr sz="600" b="0">
                <a:solidFill>
                  <a:srgbClr val="5D7662"/>
                </a:solidFill>
              </a:rPr>
              <a:t>Announcements and participation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5FA92A5-0202-4F47-B447-CAD1AC75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41057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B35"/>
                </a:solidFill>
              </a:defRPr>
            </a:defPPr>
            <a:lvl1pPr>
              <a:defRPr sz="1200" b="1">
                <a:solidFill>
                  <a:srgbClr val="176B35"/>
                </a:solidFill>
              </a:defRPr>
            </a:lvl1pPr>
            <a:lvl2pPr>
              <a:defRPr sz="1200" b="1">
                <a:solidFill>
                  <a:srgbClr val="176B35"/>
                </a:solidFill>
              </a:defRPr>
            </a:lvl2pPr>
            <a:lvl3pPr>
              <a:defRPr sz="1200" b="1">
                <a:solidFill>
                  <a:srgbClr val="176B35"/>
                </a:solidFill>
              </a:defRPr>
            </a:lvl3pPr>
            <a:lvl4pPr>
              <a:defRPr sz="1200" b="1">
                <a:solidFill>
                  <a:srgbClr val="176B35"/>
                </a:solidFill>
              </a:defRPr>
            </a:lvl4pPr>
            <a:lvl5pPr>
              <a:defRPr sz="1200" b="1">
                <a:solidFill>
                  <a:srgbClr val="176B35"/>
                </a:solidFill>
              </a:defRPr>
            </a:lvl5pPr>
            <a:lvl6pPr>
              <a:defRPr sz="1200" b="1">
                <a:solidFill>
                  <a:srgbClr val="176B35"/>
                </a:solidFill>
              </a:defRPr>
            </a:lvl6pPr>
            <a:lvl7pPr>
              <a:defRPr sz="1200" b="1">
                <a:solidFill>
                  <a:srgbClr val="176B35"/>
                </a:solidFill>
              </a:defRPr>
            </a:lvl7pPr>
            <a:lvl8pPr>
              <a:defRPr sz="1200" b="1">
                <a:solidFill>
                  <a:srgbClr val="176B35"/>
                </a:solidFill>
              </a:defRPr>
            </a:lvl8pPr>
            <a:lvl9pPr>
              <a:defRPr sz="1200" b="1">
                <a:solidFill>
                  <a:srgbClr val="176B3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B35"/>
                </a:solidFill>
              </a:defRPr>
            </a:pPr>
            <a:r>
              <a:rPr sz="1200" b="1">
                <a:solidFill>
                  <a:srgbClr val="176B35"/>
                </a:solidFill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428F9D7-240E-4060-8D30-BAC3774F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8286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3A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524E4E7-BCBE-481F-8C11-6D1EC6E9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8372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E03237-8D1E-4CD1-BC36-E8CE4E71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3058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73A21"/>
                </a:solidFill>
              </a:defRPr>
            </a:defPPr>
            <a:lvl1pPr>
              <a:defRPr sz="825" b="1">
                <a:solidFill>
                  <a:srgbClr val="173A21"/>
                </a:solidFill>
              </a:defRPr>
            </a:lvl1pPr>
            <a:lvl2pPr>
              <a:defRPr sz="825" b="1">
                <a:solidFill>
                  <a:srgbClr val="173A21"/>
                </a:solidFill>
              </a:defRPr>
            </a:lvl2pPr>
            <a:lvl3pPr>
              <a:defRPr sz="825" b="1">
                <a:solidFill>
                  <a:srgbClr val="173A21"/>
                </a:solidFill>
              </a:defRPr>
            </a:lvl3pPr>
            <a:lvl4pPr>
              <a:defRPr sz="825" b="1">
                <a:solidFill>
                  <a:srgbClr val="173A21"/>
                </a:solidFill>
              </a:defRPr>
            </a:lvl4pPr>
            <a:lvl5pPr>
              <a:defRPr sz="825" b="1">
                <a:solidFill>
                  <a:srgbClr val="173A21"/>
                </a:solidFill>
              </a:defRPr>
            </a:lvl5pPr>
            <a:lvl6pPr>
              <a:defRPr sz="825" b="1">
                <a:solidFill>
                  <a:srgbClr val="173A21"/>
                </a:solidFill>
              </a:defRPr>
            </a:lvl6pPr>
            <a:lvl7pPr>
              <a:defRPr sz="825" b="1">
                <a:solidFill>
                  <a:srgbClr val="173A21"/>
                </a:solidFill>
              </a:defRPr>
            </a:lvl7pPr>
            <a:lvl8pPr>
              <a:defRPr sz="825" b="1">
                <a:solidFill>
                  <a:srgbClr val="173A21"/>
                </a:solidFill>
              </a:defRPr>
            </a:lvl8pPr>
            <a:lvl9pPr>
              <a:defRPr sz="825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73A21"/>
                </a:solidFill>
              </a:defRPr>
            </a:pPr>
            <a:r>
              <a:rPr sz="825" b="1">
                <a:solidFill>
                  <a:srgbClr val="173A21"/>
                </a:solidFill>
              </a:rPr>
              <a:t>Decide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9A04790-C3BD-4989-B677-60A73608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4772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" b="0">
                <a:solidFill>
                  <a:srgbClr val="5D7662"/>
                </a:solidFill>
              </a:defRPr>
            </a:defPPr>
            <a:lvl1pPr>
              <a:defRPr sz="600" b="0">
                <a:solidFill>
                  <a:srgbClr val="5D7662"/>
                </a:solidFill>
              </a:defRPr>
            </a:lvl1pPr>
            <a:lvl2pPr>
              <a:defRPr sz="600" b="0">
                <a:solidFill>
                  <a:srgbClr val="5D7662"/>
                </a:solidFill>
              </a:defRPr>
            </a:lvl2pPr>
            <a:lvl3pPr>
              <a:defRPr sz="600" b="0">
                <a:solidFill>
                  <a:srgbClr val="5D7662"/>
                </a:solidFill>
              </a:defRPr>
            </a:lvl3pPr>
            <a:lvl4pPr>
              <a:defRPr sz="600" b="0">
                <a:solidFill>
                  <a:srgbClr val="5D7662"/>
                </a:solidFill>
              </a:defRPr>
            </a:lvl4pPr>
            <a:lvl5pPr>
              <a:defRPr sz="600" b="0">
                <a:solidFill>
                  <a:srgbClr val="5D7662"/>
                </a:solidFill>
              </a:defRPr>
            </a:lvl5pPr>
            <a:lvl6pPr>
              <a:defRPr sz="600" b="0">
                <a:solidFill>
                  <a:srgbClr val="5D7662"/>
                </a:solidFill>
              </a:defRPr>
            </a:lvl6pPr>
            <a:lvl7pPr>
              <a:defRPr sz="600" b="0">
                <a:solidFill>
                  <a:srgbClr val="5D7662"/>
                </a:solidFill>
              </a:defRPr>
            </a:lvl7pPr>
            <a:lvl8pPr>
              <a:defRPr sz="600" b="0">
                <a:solidFill>
                  <a:srgbClr val="5D7662"/>
                </a:solidFill>
              </a:defRPr>
            </a:lvl8pPr>
            <a:lvl9pPr>
              <a:defRPr sz="60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600" b="0">
                <a:solidFill>
                  <a:srgbClr val="5D7662"/>
                </a:solidFill>
              </a:defRPr>
            </a:pPr>
            <a:r>
              <a:rPr sz="600" b="0">
                <a:solidFill>
                  <a:srgbClr val="5D7662"/>
                </a:solidFill>
              </a:rPr>
              <a:t>Voting and election results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C2635FD-AB5B-45B7-8DA3-13BB305C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41057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6B35"/>
                </a:solidFill>
              </a:defRPr>
            </a:defPPr>
            <a:lvl1pPr>
              <a:defRPr sz="1200" b="1">
                <a:solidFill>
                  <a:srgbClr val="176B35"/>
                </a:solidFill>
              </a:defRPr>
            </a:lvl1pPr>
            <a:lvl2pPr>
              <a:defRPr sz="1200" b="1">
                <a:solidFill>
                  <a:srgbClr val="176B35"/>
                </a:solidFill>
              </a:defRPr>
            </a:lvl2pPr>
            <a:lvl3pPr>
              <a:defRPr sz="1200" b="1">
                <a:solidFill>
                  <a:srgbClr val="176B35"/>
                </a:solidFill>
              </a:defRPr>
            </a:lvl3pPr>
            <a:lvl4pPr>
              <a:defRPr sz="1200" b="1">
                <a:solidFill>
                  <a:srgbClr val="176B35"/>
                </a:solidFill>
              </a:defRPr>
            </a:lvl4pPr>
            <a:lvl5pPr>
              <a:defRPr sz="1200" b="1">
                <a:solidFill>
                  <a:srgbClr val="176B35"/>
                </a:solidFill>
              </a:defRPr>
            </a:lvl5pPr>
            <a:lvl6pPr>
              <a:defRPr sz="1200" b="1">
                <a:solidFill>
                  <a:srgbClr val="176B35"/>
                </a:solidFill>
              </a:defRPr>
            </a:lvl6pPr>
            <a:lvl7pPr>
              <a:defRPr sz="1200" b="1">
                <a:solidFill>
                  <a:srgbClr val="176B35"/>
                </a:solidFill>
              </a:defRPr>
            </a:lvl7pPr>
            <a:lvl8pPr>
              <a:defRPr sz="1200" b="1">
                <a:solidFill>
                  <a:srgbClr val="176B35"/>
                </a:solidFill>
              </a:defRPr>
            </a:lvl8pPr>
            <a:lvl9pPr>
              <a:defRPr sz="1200" b="1">
                <a:solidFill>
                  <a:srgbClr val="176B3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6B35"/>
                </a:solidFill>
              </a:defRPr>
            </a:pPr>
            <a:r>
              <a:rPr sz="1200" b="1">
                <a:solidFill>
                  <a:srgbClr val="176B35"/>
                </a:solidFill>
              </a:rPr>
              <a:t>→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37EC7A1-C322-48D8-8BC0-44E7A7ED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8286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C1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06C9412-21CF-45CA-8B9E-BCB9DF0C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8372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9CED5E1-E39D-4DA6-A0EC-8058DF8D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83058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73A21"/>
                </a:solidFill>
              </a:defRPr>
            </a:defPPr>
            <a:lvl1pPr>
              <a:defRPr sz="825" b="1">
                <a:solidFill>
                  <a:srgbClr val="173A21"/>
                </a:solidFill>
              </a:defRPr>
            </a:lvl1pPr>
            <a:lvl2pPr>
              <a:defRPr sz="825" b="1">
                <a:solidFill>
                  <a:srgbClr val="173A21"/>
                </a:solidFill>
              </a:defRPr>
            </a:lvl2pPr>
            <a:lvl3pPr>
              <a:defRPr sz="825" b="1">
                <a:solidFill>
                  <a:srgbClr val="173A21"/>
                </a:solidFill>
              </a:defRPr>
            </a:lvl3pPr>
            <a:lvl4pPr>
              <a:defRPr sz="825" b="1">
                <a:solidFill>
                  <a:srgbClr val="173A21"/>
                </a:solidFill>
              </a:defRPr>
            </a:lvl4pPr>
            <a:lvl5pPr>
              <a:defRPr sz="825" b="1">
                <a:solidFill>
                  <a:srgbClr val="173A21"/>
                </a:solidFill>
              </a:defRPr>
            </a:lvl5pPr>
            <a:lvl6pPr>
              <a:defRPr sz="825" b="1">
                <a:solidFill>
                  <a:srgbClr val="173A21"/>
                </a:solidFill>
              </a:defRPr>
            </a:lvl6pPr>
            <a:lvl7pPr>
              <a:defRPr sz="825" b="1">
                <a:solidFill>
                  <a:srgbClr val="173A21"/>
                </a:solidFill>
              </a:defRPr>
            </a:lvl7pPr>
            <a:lvl8pPr>
              <a:defRPr sz="825" b="1">
                <a:solidFill>
                  <a:srgbClr val="173A21"/>
                </a:solidFill>
              </a:defRPr>
            </a:lvl8pPr>
            <a:lvl9pPr>
              <a:defRPr sz="825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73A21"/>
                </a:solidFill>
              </a:defRPr>
            </a:pPr>
            <a:r>
              <a:rPr sz="825" b="1">
                <a:solidFill>
                  <a:srgbClr val="173A21"/>
                </a:solidFill>
              </a:rPr>
              <a:t>Review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F6AB979-5D9B-4A93-A624-72D438D1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84772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" b="0">
                <a:solidFill>
                  <a:srgbClr val="5D7662"/>
                </a:solidFill>
              </a:defRPr>
            </a:defPPr>
            <a:lvl1pPr>
              <a:defRPr sz="600" b="0">
                <a:solidFill>
                  <a:srgbClr val="5D7662"/>
                </a:solidFill>
              </a:defRPr>
            </a:lvl1pPr>
            <a:lvl2pPr>
              <a:defRPr sz="600" b="0">
                <a:solidFill>
                  <a:srgbClr val="5D7662"/>
                </a:solidFill>
              </a:defRPr>
            </a:lvl2pPr>
            <a:lvl3pPr>
              <a:defRPr sz="600" b="0">
                <a:solidFill>
                  <a:srgbClr val="5D7662"/>
                </a:solidFill>
              </a:defRPr>
            </a:lvl3pPr>
            <a:lvl4pPr>
              <a:defRPr sz="600" b="0">
                <a:solidFill>
                  <a:srgbClr val="5D7662"/>
                </a:solidFill>
              </a:defRPr>
            </a:lvl4pPr>
            <a:lvl5pPr>
              <a:defRPr sz="600" b="0">
                <a:solidFill>
                  <a:srgbClr val="5D7662"/>
                </a:solidFill>
              </a:defRPr>
            </a:lvl5pPr>
            <a:lvl6pPr>
              <a:defRPr sz="600" b="0">
                <a:solidFill>
                  <a:srgbClr val="5D7662"/>
                </a:solidFill>
              </a:defRPr>
            </a:lvl6pPr>
            <a:lvl7pPr>
              <a:defRPr sz="600" b="0">
                <a:solidFill>
                  <a:srgbClr val="5D7662"/>
                </a:solidFill>
              </a:defRPr>
            </a:lvl7pPr>
            <a:lvl8pPr>
              <a:defRPr sz="600" b="0">
                <a:solidFill>
                  <a:srgbClr val="5D7662"/>
                </a:solidFill>
              </a:defRPr>
            </a:lvl8pPr>
            <a:lvl9pPr>
              <a:defRPr sz="600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600" b="0">
                <a:solidFill>
                  <a:srgbClr val="5D7662"/>
                </a:solidFill>
              </a:defRPr>
            </a:pPr>
            <a:r>
              <a:rPr sz="600" b="0">
                <a:solidFill>
                  <a:srgbClr val="5D7662"/>
                </a:solidFill>
              </a:rPr>
              <a:t>Records and activity oversight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3920C7C-A09D-49C7-AB62-F784A37F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953500"/>
            <a:ext cx="647700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0C3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0CEA017-3D3A-4FAB-99F3-23C0DCEB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0297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PROJECT FOCUS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50D7435-DEEA-4A68-B221-14D53336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429750"/>
            <a:ext cx="20193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1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88A99C8-D118-4AD4-A599-2B0F1EBA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563100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73A21"/>
                </a:solidFill>
              </a:defRPr>
            </a:defPPr>
            <a:lvl1pPr>
              <a:defRPr sz="975" b="1">
                <a:solidFill>
                  <a:srgbClr val="173A21"/>
                </a:solidFill>
              </a:defRPr>
            </a:lvl1pPr>
            <a:lvl2pPr>
              <a:defRPr sz="975" b="1">
                <a:solidFill>
                  <a:srgbClr val="173A21"/>
                </a:solidFill>
              </a:defRPr>
            </a:lvl2pPr>
            <a:lvl3pPr>
              <a:defRPr sz="975" b="1">
                <a:solidFill>
                  <a:srgbClr val="173A21"/>
                </a:solidFill>
              </a:defRPr>
            </a:lvl3pPr>
            <a:lvl4pPr>
              <a:defRPr sz="975" b="1">
                <a:solidFill>
                  <a:srgbClr val="173A21"/>
                </a:solidFill>
              </a:defRPr>
            </a:lvl4pPr>
            <a:lvl5pPr>
              <a:defRPr sz="975" b="1">
                <a:solidFill>
                  <a:srgbClr val="173A21"/>
                </a:solidFill>
              </a:defRPr>
            </a:lvl5pPr>
            <a:lvl6pPr>
              <a:defRPr sz="975" b="1">
                <a:solidFill>
                  <a:srgbClr val="173A21"/>
                </a:solidFill>
              </a:defRPr>
            </a:lvl6pPr>
            <a:lvl7pPr>
              <a:defRPr sz="975" b="1">
                <a:solidFill>
                  <a:srgbClr val="173A21"/>
                </a:solidFill>
              </a:defRPr>
            </a:lvl7pPr>
            <a:lvl8pPr>
              <a:defRPr sz="975" b="1">
                <a:solidFill>
                  <a:srgbClr val="173A21"/>
                </a:solidFill>
              </a:defRPr>
            </a:lvl8pPr>
            <a:lvl9pPr>
              <a:defRPr sz="975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3A21"/>
                </a:solidFill>
              </a:defRPr>
            </a:pPr>
            <a:r>
              <a:rPr sz="975" b="1">
                <a:solidFill>
                  <a:srgbClr val="173A21"/>
                </a:solidFill>
              </a:rPr>
              <a:t>Organized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0763560-B48F-499D-8A9C-0D13B4F7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8107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D7662"/>
                </a:solidFill>
              </a:defRPr>
            </a:defPPr>
            <a:lvl1pPr>
              <a:defRPr sz="675" b="0">
                <a:solidFill>
                  <a:srgbClr val="5D7662"/>
                </a:solidFill>
              </a:defRPr>
            </a:lvl1pPr>
            <a:lvl2pPr>
              <a:defRPr sz="675" b="0">
                <a:solidFill>
                  <a:srgbClr val="5D7662"/>
                </a:solidFill>
              </a:defRPr>
            </a:lvl2pPr>
            <a:lvl3pPr>
              <a:defRPr sz="675" b="0">
                <a:solidFill>
                  <a:srgbClr val="5D7662"/>
                </a:solidFill>
              </a:defRPr>
            </a:lvl3pPr>
            <a:lvl4pPr>
              <a:defRPr sz="675" b="0">
                <a:solidFill>
                  <a:srgbClr val="5D7662"/>
                </a:solidFill>
              </a:defRPr>
            </a:lvl4pPr>
            <a:lvl5pPr>
              <a:defRPr sz="675" b="0">
                <a:solidFill>
                  <a:srgbClr val="5D7662"/>
                </a:solidFill>
              </a:defRPr>
            </a:lvl5pPr>
            <a:lvl6pPr>
              <a:defRPr sz="675" b="0">
                <a:solidFill>
                  <a:srgbClr val="5D7662"/>
                </a:solidFill>
              </a:defRPr>
            </a:lvl6pPr>
            <a:lvl7pPr>
              <a:defRPr sz="675" b="0">
                <a:solidFill>
                  <a:srgbClr val="5D7662"/>
                </a:solidFill>
              </a:defRPr>
            </a:lvl7pPr>
            <a:lvl8pPr>
              <a:defRPr sz="675" b="0">
                <a:solidFill>
                  <a:srgbClr val="5D7662"/>
                </a:solidFill>
              </a:defRPr>
            </a:lvl8pPr>
            <a:lvl9pPr>
              <a:defRPr sz="675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5D7662"/>
                </a:solidFill>
              </a:defRPr>
            </a:pPr>
            <a:r>
              <a:rPr sz="675" b="0">
                <a:solidFill>
                  <a:srgbClr val="5D7662"/>
                </a:solidFill>
              </a:rPr>
              <a:t>Manage council records and activities in one system.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415E3A7-1C04-44A5-AAC7-32D67083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429750"/>
            <a:ext cx="20193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1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0A003AD-61B4-49C2-A4F3-3F243606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9563100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73A21"/>
                </a:solidFill>
              </a:defRPr>
            </a:defPPr>
            <a:lvl1pPr>
              <a:defRPr sz="975" b="1">
                <a:solidFill>
                  <a:srgbClr val="173A21"/>
                </a:solidFill>
              </a:defRPr>
            </a:lvl1pPr>
            <a:lvl2pPr>
              <a:defRPr sz="975" b="1">
                <a:solidFill>
                  <a:srgbClr val="173A21"/>
                </a:solidFill>
              </a:defRPr>
            </a:lvl2pPr>
            <a:lvl3pPr>
              <a:defRPr sz="975" b="1">
                <a:solidFill>
                  <a:srgbClr val="173A21"/>
                </a:solidFill>
              </a:defRPr>
            </a:lvl3pPr>
            <a:lvl4pPr>
              <a:defRPr sz="975" b="1">
                <a:solidFill>
                  <a:srgbClr val="173A21"/>
                </a:solidFill>
              </a:defRPr>
            </a:lvl4pPr>
            <a:lvl5pPr>
              <a:defRPr sz="975" b="1">
                <a:solidFill>
                  <a:srgbClr val="173A21"/>
                </a:solidFill>
              </a:defRPr>
            </a:lvl5pPr>
            <a:lvl6pPr>
              <a:defRPr sz="975" b="1">
                <a:solidFill>
                  <a:srgbClr val="173A21"/>
                </a:solidFill>
              </a:defRPr>
            </a:lvl6pPr>
            <a:lvl7pPr>
              <a:defRPr sz="975" b="1">
                <a:solidFill>
                  <a:srgbClr val="173A21"/>
                </a:solidFill>
              </a:defRPr>
            </a:lvl7pPr>
            <a:lvl8pPr>
              <a:defRPr sz="975" b="1">
                <a:solidFill>
                  <a:srgbClr val="173A21"/>
                </a:solidFill>
              </a:defRPr>
            </a:lvl8pPr>
            <a:lvl9pPr>
              <a:defRPr sz="975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3A21"/>
                </a:solidFill>
              </a:defRPr>
            </a:pPr>
            <a:r>
              <a:rPr sz="975" b="1">
                <a:solidFill>
                  <a:srgbClr val="173A21"/>
                </a:solidFill>
              </a:rPr>
              <a:t>Participatory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83CB5E3-345F-4FFF-ACAB-6E3348CA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98107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D7662"/>
                </a:solidFill>
              </a:defRPr>
            </a:defPPr>
            <a:lvl1pPr>
              <a:defRPr sz="675" b="0">
                <a:solidFill>
                  <a:srgbClr val="5D7662"/>
                </a:solidFill>
              </a:defRPr>
            </a:lvl1pPr>
            <a:lvl2pPr>
              <a:defRPr sz="675" b="0">
                <a:solidFill>
                  <a:srgbClr val="5D7662"/>
                </a:solidFill>
              </a:defRPr>
            </a:lvl2pPr>
            <a:lvl3pPr>
              <a:defRPr sz="675" b="0">
                <a:solidFill>
                  <a:srgbClr val="5D7662"/>
                </a:solidFill>
              </a:defRPr>
            </a:lvl3pPr>
            <a:lvl4pPr>
              <a:defRPr sz="675" b="0">
                <a:solidFill>
                  <a:srgbClr val="5D7662"/>
                </a:solidFill>
              </a:defRPr>
            </a:lvl4pPr>
            <a:lvl5pPr>
              <a:defRPr sz="675" b="0">
                <a:solidFill>
                  <a:srgbClr val="5D7662"/>
                </a:solidFill>
              </a:defRPr>
            </a:lvl5pPr>
            <a:lvl6pPr>
              <a:defRPr sz="675" b="0">
                <a:solidFill>
                  <a:srgbClr val="5D7662"/>
                </a:solidFill>
              </a:defRPr>
            </a:lvl6pPr>
            <a:lvl7pPr>
              <a:defRPr sz="675" b="0">
                <a:solidFill>
                  <a:srgbClr val="5D7662"/>
                </a:solidFill>
              </a:defRPr>
            </a:lvl7pPr>
            <a:lvl8pPr>
              <a:defRPr sz="675" b="0">
                <a:solidFill>
                  <a:srgbClr val="5D7662"/>
                </a:solidFill>
              </a:defRPr>
            </a:lvl8pPr>
            <a:lvl9pPr>
              <a:defRPr sz="675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5D7662"/>
                </a:solidFill>
              </a:defRPr>
            </a:pPr>
            <a:r>
              <a:rPr sz="675" b="0">
                <a:solidFill>
                  <a:srgbClr val="5D7662"/>
                </a:solidFill>
              </a:rPr>
              <a:t>Support student engagement through events, concerns, and voting.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9774901-A33B-464E-A547-7B1CB220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9429750"/>
            <a:ext cx="20193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6D1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292E430-4919-4F6B-8C01-AC366BC6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563100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73A21"/>
                </a:solidFill>
              </a:defRPr>
            </a:defPPr>
            <a:lvl1pPr>
              <a:defRPr sz="975" b="1">
                <a:solidFill>
                  <a:srgbClr val="173A21"/>
                </a:solidFill>
              </a:defRPr>
            </a:lvl1pPr>
            <a:lvl2pPr>
              <a:defRPr sz="975" b="1">
                <a:solidFill>
                  <a:srgbClr val="173A21"/>
                </a:solidFill>
              </a:defRPr>
            </a:lvl2pPr>
            <a:lvl3pPr>
              <a:defRPr sz="975" b="1">
                <a:solidFill>
                  <a:srgbClr val="173A21"/>
                </a:solidFill>
              </a:defRPr>
            </a:lvl3pPr>
            <a:lvl4pPr>
              <a:defRPr sz="975" b="1">
                <a:solidFill>
                  <a:srgbClr val="173A21"/>
                </a:solidFill>
              </a:defRPr>
            </a:lvl4pPr>
            <a:lvl5pPr>
              <a:defRPr sz="975" b="1">
                <a:solidFill>
                  <a:srgbClr val="173A21"/>
                </a:solidFill>
              </a:defRPr>
            </a:lvl5pPr>
            <a:lvl6pPr>
              <a:defRPr sz="975" b="1">
                <a:solidFill>
                  <a:srgbClr val="173A21"/>
                </a:solidFill>
              </a:defRPr>
            </a:lvl6pPr>
            <a:lvl7pPr>
              <a:defRPr sz="975" b="1">
                <a:solidFill>
                  <a:srgbClr val="173A21"/>
                </a:solidFill>
              </a:defRPr>
            </a:lvl7pPr>
            <a:lvl8pPr>
              <a:defRPr sz="975" b="1">
                <a:solidFill>
                  <a:srgbClr val="173A21"/>
                </a:solidFill>
              </a:defRPr>
            </a:lvl8pPr>
            <a:lvl9pPr>
              <a:defRPr sz="975" b="1">
                <a:solidFill>
                  <a:srgbClr val="173A2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3A21"/>
                </a:solidFill>
              </a:defRPr>
            </a:pPr>
            <a:r>
              <a:rPr sz="975" b="1">
                <a:solidFill>
                  <a:srgbClr val="173A21"/>
                </a:solidFill>
              </a:rPr>
              <a:t>Accountable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8FCEFD7-BBDD-4C30-99A1-B44B3B6E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98107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D7662"/>
                </a:solidFill>
              </a:defRPr>
            </a:defPPr>
            <a:lvl1pPr>
              <a:defRPr sz="675" b="0">
                <a:solidFill>
                  <a:srgbClr val="5D7662"/>
                </a:solidFill>
              </a:defRPr>
            </a:lvl1pPr>
            <a:lvl2pPr>
              <a:defRPr sz="675" b="0">
                <a:solidFill>
                  <a:srgbClr val="5D7662"/>
                </a:solidFill>
              </a:defRPr>
            </a:lvl2pPr>
            <a:lvl3pPr>
              <a:defRPr sz="675" b="0">
                <a:solidFill>
                  <a:srgbClr val="5D7662"/>
                </a:solidFill>
              </a:defRPr>
            </a:lvl3pPr>
            <a:lvl4pPr>
              <a:defRPr sz="675" b="0">
                <a:solidFill>
                  <a:srgbClr val="5D7662"/>
                </a:solidFill>
              </a:defRPr>
            </a:lvl4pPr>
            <a:lvl5pPr>
              <a:defRPr sz="675" b="0">
                <a:solidFill>
                  <a:srgbClr val="5D7662"/>
                </a:solidFill>
              </a:defRPr>
            </a:lvl5pPr>
            <a:lvl6pPr>
              <a:defRPr sz="675" b="0">
                <a:solidFill>
                  <a:srgbClr val="5D7662"/>
                </a:solidFill>
              </a:defRPr>
            </a:lvl6pPr>
            <a:lvl7pPr>
              <a:defRPr sz="675" b="0">
                <a:solidFill>
                  <a:srgbClr val="5D7662"/>
                </a:solidFill>
              </a:defRPr>
            </a:lvl7pPr>
            <a:lvl8pPr>
              <a:defRPr sz="675" b="0">
                <a:solidFill>
                  <a:srgbClr val="5D7662"/>
                </a:solidFill>
              </a:defRPr>
            </a:lvl8pPr>
            <a:lvl9pPr>
              <a:defRPr sz="675" b="0">
                <a:solidFill>
                  <a:srgbClr val="5D7662"/>
                </a:solidFill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5D7662"/>
                </a:solidFill>
              </a:defRPr>
            </a:pPr>
            <a:r>
              <a:rPr sz="675" b="0">
                <a:solidFill>
                  <a:srgbClr val="5D7662"/>
                </a:solidFill>
              </a:rPr>
              <a:t>Use role-based access and activity records for oversight.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7842964-EB3E-4FC8-BFFE-E79AC2BE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01325"/>
            <a:ext cx="6858000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D46C04D-5AAF-4685-97EC-6B9BD4EF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44175"/>
            <a:ext cx="685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FA07C77-BE9C-43EF-9853-4B827AC0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85850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B83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E6E9A9F-2BF5-42DC-A446-36491939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039475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C351D"/>
                </a:solidFill>
              </a:defRPr>
            </a:defPPr>
            <a:lvl1pPr>
              <a:defRPr sz="900" b="1">
                <a:solidFill>
                  <a:srgbClr val="0C351D"/>
                </a:solidFill>
              </a:defRPr>
            </a:lvl1pPr>
            <a:lvl2pPr>
              <a:defRPr sz="900" b="1">
                <a:solidFill>
                  <a:srgbClr val="0C351D"/>
                </a:solidFill>
              </a:defRPr>
            </a:lvl2pPr>
            <a:lvl3pPr>
              <a:defRPr sz="900" b="1">
                <a:solidFill>
                  <a:srgbClr val="0C351D"/>
                </a:solidFill>
              </a:defRPr>
            </a:lvl3pPr>
            <a:lvl4pPr>
              <a:defRPr sz="900" b="1">
                <a:solidFill>
                  <a:srgbClr val="0C351D"/>
                </a:solidFill>
              </a:defRPr>
            </a:lvl4pPr>
            <a:lvl5pPr>
              <a:defRPr sz="900" b="1">
                <a:solidFill>
                  <a:srgbClr val="0C351D"/>
                </a:solidFill>
              </a:defRPr>
            </a:lvl5pPr>
            <a:lvl6pPr>
              <a:defRPr sz="900" b="1">
                <a:solidFill>
                  <a:srgbClr val="0C351D"/>
                </a:solidFill>
              </a:defRPr>
            </a:lvl6pPr>
            <a:lvl7pPr>
              <a:defRPr sz="900" b="1">
                <a:solidFill>
                  <a:srgbClr val="0C351D"/>
                </a:solidFill>
              </a:defRPr>
            </a:lvl7pPr>
            <a:lvl8pPr>
              <a:defRPr sz="900" b="1">
                <a:solidFill>
                  <a:srgbClr val="0C351D"/>
                </a:solidFill>
              </a:defRPr>
            </a:lvl8pPr>
            <a:lvl9pPr>
              <a:defRPr sz="900" b="1">
                <a:solidFill>
                  <a:srgbClr val="0C351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C351D"/>
                </a:solidFill>
              </a:defRPr>
            </a:pPr>
            <a:r>
              <a:rPr sz="900" b="1">
                <a:solidFill>
                  <a:srgbClr val="0C351D"/>
                </a:solidFill>
              </a:rPr>
              <a:t>ACC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4791EF6-BB4B-4E60-B711-1B43393A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8775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ABUYOG COMMUNITY COLLEGE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720D1E4-F351-4BE9-B7AE-3D7B2190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087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D8E9D2"/>
                </a:solidFill>
              </a:defRPr>
            </a:defPPr>
            <a:lvl1pPr>
              <a:defRPr sz="750" b="0">
                <a:solidFill>
                  <a:srgbClr val="D8E9D2"/>
                </a:solidFill>
              </a:defRPr>
            </a:lvl1pPr>
            <a:lvl2pPr>
              <a:defRPr sz="750" b="0">
                <a:solidFill>
                  <a:srgbClr val="D8E9D2"/>
                </a:solidFill>
              </a:defRPr>
            </a:lvl2pPr>
            <a:lvl3pPr>
              <a:defRPr sz="750" b="0">
                <a:solidFill>
                  <a:srgbClr val="D8E9D2"/>
                </a:solidFill>
              </a:defRPr>
            </a:lvl3pPr>
            <a:lvl4pPr>
              <a:defRPr sz="750" b="0">
                <a:solidFill>
                  <a:srgbClr val="D8E9D2"/>
                </a:solidFill>
              </a:defRPr>
            </a:lvl4pPr>
            <a:lvl5pPr>
              <a:defRPr sz="750" b="0">
                <a:solidFill>
                  <a:srgbClr val="D8E9D2"/>
                </a:solidFill>
              </a:defRPr>
            </a:lvl5pPr>
            <a:lvl6pPr>
              <a:defRPr sz="750" b="0">
                <a:solidFill>
                  <a:srgbClr val="D8E9D2"/>
                </a:solidFill>
              </a:defRPr>
            </a:lvl6pPr>
            <a:lvl7pPr>
              <a:defRPr sz="750" b="0">
                <a:solidFill>
                  <a:srgbClr val="D8E9D2"/>
                </a:solidFill>
              </a:defRPr>
            </a:lvl7pPr>
            <a:lvl8pPr>
              <a:defRPr sz="750" b="0">
                <a:solidFill>
                  <a:srgbClr val="D8E9D2"/>
                </a:solidFill>
              </a:defRPr>
            </a:lvl8pPr>
            <a:lvl9pPr>
              <a:defRPr sz="750" b="0">
                <a:solidFill>
                  <a:srgbClr val="D8E9D2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D8E9D2"/>
                </a:solidFill>
              </a:defRPr>
            </a:pPr>
            <a:r>
              <a:rPr sz="750" b="0">
                <a:solidFill>
                  <a:srgbClr val="D8E9D2"/>
                </a:solidFill>
              </a:rPr>
              <a:t>Student Council Management System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C3918D7-0BBF-488E-A3A8-6D1E7F59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0868025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D8E9D2"/>
                </a:solidFill>
              </a:defRPr>
            </a:defPPr>
            <a:lvl1pPr>
              <a:defRPr sz="750" b="1">
                <a:solidFill>
                  <a:srgbClr val="D8E9D2"/>
                </a:solidFill>
              </a:defRPr>
            </a:lvl1pPr>
            <a:lvl2pPr>
              <a:defRPr sz="750" b="1">
                <a:solidFill>
                  <a:srgbClr val="D8E9D2"/>
                </a:solidFill>
              </a:defRPr>
            </a:lvl2pPr>
            <a:lvl3pPr>
              <a:defRPr sz="750" b="1">
                <a:solidFill>
                  <a:srgbClr val="D8E9D2"/>
                </a:solidFill>
              </a:defRPr>
            </a:lvl3pPr>
            <a:lvl4pPr>
              <a:defRPr sz="750" b="1">
                <a:solidFill>
                  <a:srgbClr val="D8E9D2"/>
                </a:solidFill>
              </a:defRPr>
            </a:lvl4pPr>
            <a:lvl5pPr>
              <a:defRPr sz="750" b="1">
                <a:solidFill>
                  <a:srgbClr val="D8E9D2"/>
                </a:solidFill>
              </a:defRPr>
            </a:lvl5pPr>
            <a:lvl6pPr>
              <a:defRPr sz="750" b="1">
                <a:solidFill>
                  <a:srgbClr val="D8E9D2"/>
                </a:solidFill>
              </a:defRPr>
            </a:lvl6pPr>
            <a:lvl7pPr>
              <a:defRPr sz="750" b="1">
                <a:solidFill>
                  <a:srgbClr val="D8E9D2"/>
                </a:solidFill>
              </a:defRPr>
            </a:lvl7pPr>
            <a:lvl8pPr>
              <a:defRPr sz="750" b="1">
                <a:solidFill>
                  <a:srgbClr val="D8E9D2"/>
                </a:solidFill>
              </a:defRPr>
            </a:lvl8pPr>
            <a:lvl9pPr>
              <a:defRPr sz="750" b="1">
                <a:solidFill>
                  <a:srgbClr val="D8E9D2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D8E9D2"/>
                </a:solidFill>
              </a:defRPr>
            </a:pPr>
            <a:r>
              <a:rPr sz="750" b="1">
                <a:solidFill>
                  <a:srgbClr val="D8E9D2"/>
                </a:solidFill>
              </a:rPr>
              <a:t>Developed by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DAB8880-1BBA-4FA4-AB35-C37127FD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0394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FFFFFF"/>
                </a:solidFill>
              </a:defRPr>
            </a:defPPr>
            <a:lvl1pPr>
              <a:defRPr sz="675" b="0">
                <a:solidFill>
                  <a:srgbClr val="FFFFFF"/>
                </a:solidFill>
              </a:defRPr>
            </a:lvl1pPr>
            <a:lvl2pPr>
              <a:defRPr sz="675" b="0">
                <a:solidFill>
                  <a:srgbClr val="FFFFFF"/>
                </a:solidFill>
              </a:defRPr>
            </a:lvl2pPr>
            <a:lvl3pPr>
              <a:defRPr sz="675" b="0">
                <a:solidFill>
                  <a:srgbClr val="FFFFFF"/>
                </a:solidFill>
              </a:defRPr>
            </a:lvl3pPr>
            <a:lvl4pPr>
              <a:defRPr sz="675" b="0">
                <a:solidFill>
                  <a:srgbClr val="FFFFFF"/>
                </a:solidFill>
              </a:defRPr>
            </a:lvl4pPr>
            <a:lvl5pPr>
              <a:defRPr sz="675" b="0">
                <a:solidFill>
                  <a:srgbClr val="FFFFFF"/>
                </a:solidFill>
              </a:defRPr>
            </a:lvl5pPr>
            <a:lvl6pPr>
              <a:defRPr sz="675" b="0">
                <a:solidFill>
                  <a:srgbClr val="FFFFFF"/>
                </a:solidFill>
              </a:defRPr>
            </a:lvl6pPr>
            <a:lvl7pPr>
              <a:defRPr sz="675" b="0">
                <a:solidFill>
                  <a:srgbClr val="FFFFFF"/>
                </a:solidFill>
              </a:defRPr>
            </a:lvl7pPr>
            <a:lvl8pPr>
              <a:defRPr sz="675" b="0">
                <a:solidFill>
                  <a:srgbClr val="FFFFFF"/>
                </a:solidFill>
              </a:defRPr>
            </a:lvl8pPr>
            <a:lvl9pPr>
              <a:defRPr sz="6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FFFFFF"/>
                </a:solidFill>
              </a:defRPr>
            </a:pPr>
            <a:r>
              <a:rPr sz="675" b="0">
                <a:solidFill>
                  <a:srgbClr val="FFFFFF"/>
                </a:solidFill>
              </a:rPr>
              <a:t>Sophia Corsiga</a:t>
            </a:r>
          </a:p>
          <a:p xmlns:a="http://schemas.openxmlformats.org/drawingml/2006/main">
            <a:pPr>
              <a:defRPr sz="675" b="0">
                <a:solidFill>
                  <a:srgbClr val="FFFFFF"/>
                </a:solidFill>
              </a:defRPr>
            </a:pPr>
            <a:r>
              <a:rPr sz="675" b="0">
                <a:solidFill>
                  <a:srgbClr val="FFFFFF"/>
                </a:solidFill>
              </a:rPr>
              <a:t>Princess Lhea Cominador</a:t>
            </a:r>
          </a:p>
          <a:p xmlns:a="http://schemas.openxmlformats.org/drawingml/2006/main">
            <a:pPr>
              <a:defRPr sz="675" b="0">
                <a:solidFill>
                  <a:srgbClr val="FFFFFF"/>
                </a:solidFill>
              </a:defRPr>
            </a:pPr>
            <a:r>
              <a:rPr sz="675" b="0">
                <a:solidFill>
                  <a:srgbClr val="FFFFFF"/>
                </a:solidFill>
              </a:rPr>
              <a:t>Evanlloyd Bandolin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CD293CA-C8E6-492B-BCB7-2B5D3C66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477625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FFFFFF"/>
                </a:solidFill>
              </a:defRPr>
            </a:defPPr>
            <a:lvl1pPr>
              <a:defRPr sz="675" b="0">
                <a:solidFill>
                  <a:srgbClr val="FFFFFF"/>
                </a:solidFill>
              </a:defRPr>
            </a:lvl1pPr>
            <a:lvl2pPr>
              <a:defRPr sz="675" b="0">
                <a:solidFill>
                  <a:srgbClr val="FFFFFF"/>
                </a:solidFill>
              </a:defRPr>
            </a:lvl2pPr>
            <a:lvl3pPr>
              <a:defRPr sz="675" b="0">
                <a:solidFill>
                  <a:srgbClr val="FFFFFF"/>
                </a:solidFill>
              </a:defRPr>
            </a:lvl3pPr>
            <a:lvl4pPr>
              <a:defRPr sz="675" b="0">
                <a:solidFill>
                  <a:srgbClr val="FFFFFF"/>
                </a:solidFill>
              </a:defRPr>
            </a:lvl4pPr>
            <a:lvl5pPr>
              <a:defRPr sz="675" b="0">
                <a:solidFill>
                  <a:srgbClr val="FFFFFF"/>
                </a:solidFill>
              </a:defRPr>
            </a:lvl5pPr>
            <a:lvl6pPr>
              <a:defRPr sz="675" b="0">
                <a:solidFill>
                  <a:srgbClr val="FFFFFF"/>
                </a:solidFill>
              </a:defRPr>
            </a:lvl6pPr>
            <a:lvl7pPr>
              <a:defRPr sz="675" b="0">
                <a:solidFill>
                  <a:srgbClr val="FFFFFF"/>
                </a:solidFill>
              </a:defRPr>
            </a:lvl7pPr>
            <a:lvl8pPr>
              <a:defRPr sz="675" b="0">
                <a:solidFill>
                  <a:srgbClr val="FFFFFF"/>
                </a:solidFill>
              </a:defRPr>
            </a:lvl8pPr>
            <a:lvl9pPr>
              <a:defRPr sz="6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FFFFFF"/>
                </a:solidFill>
              </a:defRPr>
            </a:pPr>
            <a:r>
              <a:rPr sz="675" b="0">
                <a:solidFill>
                  <a:srgbClr val="FFFFFF"/>
                </a:solidFill>
              </a:rPr>
              <a:t>Adviser: Richie A. Cabangon, MSc IT</a:t>
            </a:r>
          </a:p>
        </p:txBody>
      </p:sp>
    </p:spTree>
    <p:extLst>
      <p:ext uri="{BB962C8B-B14F-4D97-AF65-F5344CB8AC3E}">
        <p14:creationId xmlns:p14="http://schemas.microsoft.com/office/powerpoint/2010/main" val="1912838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2026-10-19T04:33:22.1520000Z</dcterms:created>
  <dcterms:modified xsi:type="dcterms:W3CDTF">2026-10-19T04:33:22.1530000Z</dcterms:modified>
</coreProperties>
</file>